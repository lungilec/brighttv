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8" r:id="rId4"/>
    <p:sldId id="258" r:id="rId5"/>
    <p:sldId id="259" r:id="rId6"/>
    <p:sldId id="260" r:id="rId7"/>
    <p:sldId id="270" r:id="rId8"/>
    <p:sldId id="271" r:id="rId9"/>
    <p:sldId id="262" r:id="rId10"/>
    <p:sldId id="263" r:id="rId11"/>
    <p:sldId id="264" r:id="rId12"/>
    <p:sldId id="269" r:id="rId13"/>
    <p:sldId id="265" r:id="rId14"/>
    <p:sldId id="266" r:id="rId15"/>
    <p:sldId id="267"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2A3881-5F36-4E36-B6AC-BB057313F5EA}" v="28" dt="2026-04-13T15:53:10.6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740" y="7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ngile Chirwa" userId="345a59c9-6151-427b-affd-87ee903c0408" providerId="ADAL" clId="{8445C55D-57E6-4E60-8D94-906C9CB920FD}"/>
    <pc:docChg chg="undo custSel addSld delSld modSld delMainMaster">
      <pc:chgData name="Lungile Chirwa" userId="345a59c9-6151-427b-affd-87ee903c0408" providerId="ADAL" clId="{8445C55D-57E6-4E60-8D94-906C9CB920FD}" dt="2026-04-13T16:01:30.534" v="241" actId="478"/>
      <pc:docMkLst>
        <pc:docMk/>
      </pc:docMkLst>
      <pc:sldChg chg="addSp delSp modSp mod">
        <pc:chgData name="Lungile Chirwa" userId="345a59c9-6151-427b-affd-87ee903c0408" providerId="ADAL" clId="{8445C55D-57E6-4E60-8D94-906C9CB920FD}" dt="2026-04-13T15:53:12.868" v="152" actId="1076"/>
        <pc:sldMkLst>
          <pc:docMk/>
          <pc:sldMk cId="0" sldId="256"/>
        </pc:sldMkLst>
        <pc:spChg chg="mod">
          <ac:chgData name="Lungile Chirwa" userId="345a59c9-6151-427b-affd-87ee903c0408" providerId="ADAL" clId="{8445C55D-57E6-4E60-8D94-906C9CB920FD}" dt="2026-04-13T15:34:39.868" v="35" actId="27636"/>
          <ac:spMkLst>
            <pc:docMk/>
            <pc:sldMk cId="0" sldId="256"/>
            <ac:spMk id="337" creationId="{00000000-0000-0000-0000-000000000000}"/>
          </ac:spMkLst>
        </pc:spChg>
        <pc:spChg chg="mod">
          <ac:chgData name="Lungile Chirwa" userId="345a59c9-6151-427b-affd-87ee903c0408" providerId="ADAL" clId="{8445C55D-57E6-4E60-8D94-906C9CB920FD}" dt="2026-04-13T15:34:33.260" v="30" actId="122"/>
          <ac:spMkLst>
            <pc:docMk/>
            <pc:sldMk cId="0" sldId="256"/>
            <ac:spMk id="493" creationId="{00000000-0000-0000-0000-000000000000}"/>
          </ac:spMkLst>
        </pc:spChg>
        <pc:picChg chg="del">
          <ac:chgData name="Lungile Chirwa" userId="345a59c9-6151-427b-affd-87ee903c0408" providerId="ADAL" clId="{8445C55D-57E6-4E60-8D94-906C9CB920FD}" dt="2026-04-13T15:29:08.925" v="0" actId="478"/>
          <ac:picMkLst>
            <pc:docMk/>
            <pc:sldMk cId="0" sldId="256"/>
            <ac:picMk id="3" creationId="{089C8611-2648-138B-79AD-1A182AC15481}"/>
          </ac:picMkLst>
        </pc:picChg>
        <pc:picChg chg="add del mod">
          <ac:chgData name="Lungile Chirwa" userId="345a59c9-6151-427b-affd-87ee903c0408" providerId="ADAL" clId="{8445C55D-57E6-4E60-8D94-906C9CB920FD}" dt="2026-04-13T15:53:08.045" v="150" actId="478"/>
          <ac:picMkLst>
            <pc:docMk/>
            <pc:sldMk cId="0" sldId="256"/>
            <ac:picMk id="4" creationId="{67F0CE36-1A76-F017-B2A4-CF8F159C1755}"/>
          </ac:picMkLst>
        </pc:picChg>
        <pc:picChg chg="add mod">
          <ac:chgData name="Lungile Chirwa" userId="345a59c9-6151-427b-affd-87ee903c0408" providerId="ADAL" clId="{8445C55D-57E6-4E60-8D94-906C9CB920FD}" dt="2026-04-13T15:53:12.868" v="152" actId="1076"/>
          <ac:picMkLst>
            <pc:docMk/>
            <pc:sldMk cId="0" sldId="256"/>
            <ac:picMk id="5" creationId="{B96DC1E5-2B86-DEFA-DDA5-29662BCB61DA}"/>
          </ac:picMkLst>
        </pc:picChg>
      </pc:sldChg>
      <pc:sldChg chg="modSp mod">
        <pc:chgData name="Lungile Chirwa" userId="345a59c9-6151-427b-affd-87ee903c0408" providerId="ADAL" clId="{8445C55D-57E6-4E60-8D94-906C9CB920FD}" dt="2026-04-13T15:35:00.303" v="37" actId="14100"/>
        <pc:sldMkLst>
          <pc:docMk/>
          <pc:sldMk cId="0" sldId="257"/>
        </pc:sldMkLst>
        <pc:spChg chg="mod">
          <ac:chgData name="Lungile Chirwa" userId="345a59c9-6151-427b-affd-87ee903c0408" providerId="ADAL" clId="{8445C55D-57E6-4E60-8D94-906C9CB920FD}" dt="2026-04-13T15:35:00.303" v="37" actId="14100"/>
          <ac:spMkLst>
            <pc:docMk/>
            <pc:sldMk cId="0" sldId="257"/>
            <ac:spMk id="533" creationId="{00000000-0000-0000-0000-000000000000}"/>
          </ac:spMkLst>
        </pc:spChg>
      </pc:sldChg>
      <pc:sldChg chg="addSp delSp modSp mod">
        <pc:chgData name="Lungile Chirwa" userId="345a59c9-6151-427b-affd-87ee903c0408" providerId="ADAL" clId="{8445C55D-57E6-4E60-8D94-906C9CB920FD}" dt="2026-04-13T16:01:30.534" v="241" actId="478"/>
        <pc:sldMkLst>
          <pc:docMk/>
          <pc:sldMk cId="0" sldId="258"/>
        </pc:sldMkLst>
        <pc:picChg chg="add del mod">
          <ac:chgData name="Lungile Chirwa" userId="345a59c9-6151-427b-affd-87ee903c0408" providerId="ADAL" clId="{8445C55D-57E6-4E60-8D94-906C9CB920FD}" dt="2026-04-13T16:01:29.844" v="240" actId="22"/>
          <ac:picMkLst>
            <pc:docMk/>
            <pc:sldMk cId="0" sldId="258"/>
            <ac:picMk id="3" creationId="{7A45495E-58B4-C9B0-648A-84A06E159531}"/>
          </ac:picMkLst>
        </pc:picChg>
        <pc:picChg chg="add del">
          <ac:chgData name="Lungile Chirwa" userId="345a59c9-6151-427b-affd-87ee903c0408" providerId="ADAL" clId="{8445C55D-57E6-4E60-8D94-906C9CB920FD}" dt="2026-04-13T16:01:30.534" v="241" actId="478"/>
          <ac:picMkLst>
            <pc:docMk/>
            <pc:sldMk cId="0" sldId="258"/>
            <ac:picMk id="580" creationId="{00000000-0000-0000-0000-000000000000}"/>
          </ac:picMkLst>
        </pc:picChg>
      </pc:sldChg>
      <pc:sldChg chg="addSp modSp mod">
        <pc:chgData name="Lungile Chirwa" userId="345a59c9-6151-427b-affd-87ee903c0408" providerId="ADAL" clId="{8445C55D-57E6-4E60-8D94-906C9CB920FD}" dt="2026-04-13T15:46:06.874" v="110" actId="1076"/>
        <pc:sldMkLst>
          <pc:docMk/>
          <pc:sldMk cId="0" sldId="259"/>
        </pc:sldMkLst>
        <pc:spChg chg="mod">
          <ac:chgData name="Lungile Chirwa" userId="345a59c9-6151-427b-affd-87ee903c0408" providerId="ADAL" clId="{8445C55D-57E6-4E60-8D94-906C9CB920FD}" dt="2026-04-13T15:46:06.874" v="110" actId="1076"/>
          <ac:spMkLst>
            <pc:docMk/>
            <pc:sldMk cId="0" sldId="259"/>
            <ac:spMk id="620" creationId="{00000000-0000-0000-0000-000000000000}"/>
          </ac:spMkLst>
        </pc:spChg>
        <pc:graphicFrameChg chg="mod">
          <ac:chgData name="Lungile Chirwa" userId="345a59c9-6151-427b-affd-87ee903c0408" providerId="ADAL" clId="{8445C55D-57E6-4E60-8D94-906C9CB920FD}" dt="2026-04-13T15:43:29.936" v="98"/>
          <ac:graphicFrameMkLst>
            <pc:docMk/>
            <pc:sldMk cId="0" sldId="259"/>
            <ac:graphicFrameMk id="4" creationId="{BD683E68-BA05-ED6F-CB63-1CEEDD73CDAC}"/>
          </ac:graphicFrameMkLst>
        </pc:graphicFrameChg>
        <pc:picChg chg="add mod modCrop">
          <ac:chgData name="Lungile Chirwa" userId="345a59c9-6151-427b-affd-87ee903c0408" providerId="ADAL" clId="{8445C55D-57E6-4E60-8D94-906C9CB920FD}" dt="2026-04-13T15:45:10.476" v="109" actId="1440"/>
          <ac:picMkLst>
            <pc:docMk/>
            <pc:sldMk cId="0" sldId="259"/>
            <ac:picMk id="3" creationId="{E7FBE97F-7A8C-7A91-8ACD-18E418B21394}"/>
          </ac:picMkLst>
        </pc:picChg>
      </pc:sldChg>
      <pc:sldChg chg="addSp delSp modSp mod modClrScheme chgLayout">
        <pc:chgData name="Lungile Chirwa" userId="345a59c9-6151-427b-affd-87ee903c0408" providerId="ADAL" clId="{8445C55D-57E6-4E60-8D94-906C9CB920FD}" dt="2026-04-13T15:58:53.616" v="231" actId="404"/>
        <pc:sldMkLst>
          <pc:docMk/>
          <pc:sldMk cId="0" sldId="260"/>
        </pc:sldMkLst>
        <pc:spChg chg="add mod ord">
          <ac:chgData name="Lungile Chirwa" userId="345a59c9-6151-427b-affd-87ee903c0408" providerId="ADAL" clId="{8445C55D-57E6-4E60-8D94-906C9CB920FD}" dt="2026-04-13T15:58:53.616" v="231" actId="404"/>
          <ac:spMkLst>
            <pc:docMk/>
            <pc:sldMk cId="0" sldId="260"/>
            <ac:spMk id="8" creationId="{4AE2A148-13E7-5A58-42B0-DC4B9D2D7971}"/>
          </ac:spMkLst>
        </pc:spChg>
        <pc:spChg chg="add del mod">
          <ac:chgData name="Lungile Chirwa" userId="345a59c9-6151-427b-affd-87ee903c0408" providerId="ADAL" clId="{8445C55D-57E6-4E60-8D94-906C9CB920FD}" dt="2026-04-13T15:56:59.226" v="204" actId="478"/>
          <ac:spMkLst>
            <pc:docMk/>
            <pc:sldMk cId="0" sldId="260"/>
            <ac:spMk id="9" creationId="{B9AA1386-1319-2B57-49C2-627D533883FF}"/>
          </ac:spMkLst>
        </pc:spChg>
        <pc:spChg chg="mod ord">
          <ac:chgData name="Lungile Chirwa" userId="345a59c9-6151-427b-affd-87ee903c0408" providerId="ADAL" clId="{8445C55D-57E6-4E60-8D94-906C9CB920FD}" dt="2026-04-13T15:54:40.959" v="157" actId="20577"/>
          <ac:spMkLst>
            <pc:docMk/>
            <pc:sldMk cId="0" sldId="260"/>
            <ac:spMk id="665" creationId="{00000000-0000-0000-0000-000000000000}"/>
          </ac:spMkLst>
        </pc:spChg>
        <pc:spChg chg="del mod ord">
          <ac:chgData name="Lungile Chirwa" userId="345a59c9-6151-427b-affd-87ee903c0408" providerId="ADAL" clId="{8445C55D-57E6-4E60-8D94-906C9CB920FD}" dt="2026-04-13T15:54:27.635" v="154" actId="478"/>
          <ac:spMkLst>
            <pc:docMk/>
            <pc:sldMk cId="0" sldId="260"/>
            <ac:spMk id="666" creationId="{00000000-0000-0000-0000-000000000000}"/>
          </ac:spMkLst>
        </pc:spChg>
        <pc:picChg chg="add del mod">
          <ac:chgData name="Lungile Chirwa" userId="345a59c9-6151-427b-affd-87ee903c0408" providerId="ADAL" clId="{8445C55D-57E6-4E60-8D94-906C9CB920FD}" dt="2026-04-13T15:39:52.871" v="64" actId="478"/>
          <ac:picMkLst>
            <pc:docMk/>
            <pc:sldMk cId="0" sldId="260"/>
            <ac:picMk id="3" creationId="{18FFED84-0E05-3ED6-35AE-32D20A5228B5}"/>
          </ac:picMkLst>
        </pc:picChg>
        <pc:picChg chg="add del mod">
          <ac:chgData name="Lungile Chirwa" userId="345a59c9-6151-427b-affd-87ee903c0408" providerId="ADAL" clId="{8445C55D-57E6-4E60-8D94-906C9CB920FD}" dt="2026-04-13T15:56:28.444" v="201" actId="478"/>
          <ac:picMkLst>
            <pc:docMk/>
            <pc:sldMk cId="0" sldId="260"/>
            <ac:picMk id="5" creationId="{524A22BD-90CC-EB98-B0F3-6EE0BEB684D1}"/>
          </ac:picMkLst>
        </pc:picChg>
        <pc:picChg chg="add del mod">
          <ac:chgData name="Lungile Chirwa" userId="345a59c9-6151-427b-affd-87ee903c0408" providerId="ADAL" clId="{8445C55D-57E6-4E60-8D94-906C9CB920FD}" dt="2026-04-13T15:55:59.315" v="163" actId="478"/>
          <ac:picMkLst>
            <pc:docMk/>
            <pc:sldMk cId="0" sldId="260"/>
            <ac:picMk id="7" creationId="{8F891D4A-83AA-2E8B-A557-97FF5C426007}"/>
          </ac:picMkLst>
        </pc:picChg>
        <pc:picChg chg="add mod">
          <ac:chgData name="Lungile Chirwa" userId="345a59c9-6151-427b-affd-87ee903c0408" providerId="ADAL" clId="{8445C55D-57E6-4E60-8D94-906C9CB920FD}" dt="2026-04-13T15:57:08.049" v="208" actId="1076"/>
          <ac:picMkLst>
            <pc:docMk/>
            <pc:sldMk cId="0" sldId="260"/>
            <ac:picMk id="11" creationId="{3CEE1565-24AA-3BB5-52C1-4586A7A9E19C}"/>
          </ac:picMkLst>
        </pc:picChg>
        <pc:picChg chg="add mod">
          <ac:chgData name="Lungile Chirwa" userId="345a59c9-6151-427b-affd-87ee903c0408" providerId="ADAL" clId="{8445C55D-57E6-4E60-8D94-906C9CB920FD}" dt="2026-04-13T15:57:47.541" v="217" actId="14100"/>
          <ac:picMkLst>
            <pc:docMk/>
            <pc:sldMk cId="0" sldId="260"/>
            <ac:picMk id="13" creationId="{45819212-BB69-6867-6018-1B00B8ED384A}"/>
          </ac:picMkLst>
        </pc:picChg>
        <pc:picChg chg="add mod">
          <ac:chgData name="Lungile Chirwa" userId="345a59c9-6151-427b-affd-87ee903c0408" providerId="ADAL" clId="{8445C55D-57E6-4E60-8D94-906C9CB920FD}" dt="2026-04-13T15:58:13.373" v="223" actId="14100"/>
          <ac:picMkLst>
            <pc:docMk/>
            <pc:sldMk cId="0" sldId="260"/>
            <ac:picMk id="15" creationId="{54D61196-CF61-EE77-AE5C-C1E1F735DEBB}"/>
          </ac:picMkLst>
        </pc:picChg>
        <pc:picChg chg="add mod">
          <ac:chgData name="Lungile Chirwa" userId="345a59c9-6151-427b-affd-87ee903c0408" providerId="ADAL" clId="{8445C55D-57E6-4E60-8D94-906C9CB920FD}" dt="2026-04-13T15:58:33.894" v="228" actId="14100"/>
          <ac:picMkLst>
            <pc:docMk/>
            <pc:sldMk cId="0" sldId="260"/>
            <ac:picMk id="17" creationId="{45D31B0E-9724-BD91-8A28-1CF3E1C70D3D}"/>
          </ac:picMkLst>
        </pc:picChg>
        <pc:picChg chg="del">
          <ac:chgData name="Lungile Chirwa" userId="345a59c9-6151-427b-affd-87ee903c0408" providerId="ADAL" clId="{8445C55D-57E6-4E60-8D94-906C9CB920FD}" dt="2026-04-13T15:37:09.942" v="38" actId="478"/>
          <ac:picMkLst>
            <pc:docMk/>
            <pc:sldMk cId="0" sldId="260"/>
            <ac:picMk id="667" creationId="{00000000-0000-0000-0000-000000000000}"/>
          </ac:picMkLst>
        </pc:picChg>
      </pc:sldChg>
      <pc:sldChg chg="delSp modSp del mod">
        <pc:chgData name="Lungile Chirwa" userId="345a59c9-6151-427b-affd-87ee903c0408" providerId="ADAL" clId="{8445C55D-57E6-4E60-8D94-906C9CB920FD}" dt="2026-04-13T15:52:51.836" v="148" actId="2696"/>
        <pc:sldMkLst>
          <pc:docMk/>
          <pc:sldMk cId="0" sldId="261"/>
        </pc:sldMkLst>
        <pc:spChg chg="del">
          <ac:chgData name="Lungile Chirwa" userId="345a59c9-6151-427b-affd-87ee903c0408" providerId="ADAL" clId="{8445C55D-57E6-4E60-8D94-906C9CB920FD}" dt="2026-04-13T15:40:53.291" v="68" actId="478"/>
          <ac:spMkLst>
            <pc:docMk/>
            <pc:sldMk cId="0" sldId="261"/>
            <ac:spMk id="3" creationId="{A9AACF8D-AA2C-B94B-CE2F-9DC6891FEADB}"/>
          </ac:spMkLst>
        </pc:spChg>
        <pc:spChg chg="del mod">
          <ac:chgData name="Lungile Chirwa" userId="345a59c9-6151-427b-affd-87ee903c0408" providerId="ADAL" clId="{8445C55D-57E6-4E60-8D94-906C9CB920FD}" dt="2026-04-13T15:40:51.760" v="67" actId="478"/>
          <ac:spMkLst>
            <pc:docMk/>
            <pc:sldMk cId="0" sldId="261"/>
            <ac:spMk id="668" creationId="{00000000-0000-0000-0000-000000000000}"/>
          </ac:spMkLst>
        </pc:spChg>
        <pc:graphicFrameChg chg="del">
          <ac:chgData name="Lungile Chirwa" userId="345a59c9-6151-427b-affd-87ee903c0408" providerId="ADAL" clId="{8445C55D-57E6-4E60-8D94-906C9CB920FD}" dt="2026-04-13T15:40:55.036" v="69" actId="478"/>
          <ac:graphicFrameMkLst>
            <pc:docMk/>
            <pc:sldMk cId="0" sldId="261"/>
            <ac:graphicFrameMk id="4" creationId="{9A765677-3AD2-69CE-451E-86CD003E27EC}"/>
          </ac:graphicFrameMkLst>
        </pc:graphicFrameChg>
      </pc:sldChg>
      <pc:sldChg chg="addSp delSp modSp mod modClrScheme chgLayout">
        <pc:chgData name="Lungile Chirwa" userId="345a59c9-6151-427b-affd-87ee903c0408" providerId="ADAL" clId="{8445C55D-57E6-4E60-8D94-906C9CB920FD}" dt="2026-04-13T15:50:33.886" v="137" actId="26606"/>
        <pc:sldMkLst>
          <pc:docMk/>
          <pc:sldMk cId="0" sldId="263"/>
        </pc:sldMkLst>
        <pc:spChg chg="mod ord">
          <ac:chgData name="Lungile Chirwa" userId="345a59c9-6151-427b-affd-87ee903c0408" providerId="ADAL" clId="{8445C55D-57E6-4E60-8D94-906C9CB920FD}" dt="2026-04-13T15:50:33.886" v="137" actId="26606"/>
          <ac:spMkLst>
            <pc:docMk/>
            <pc:sldMk cId="0" sldId="263"/>
            <ac:spMk id="711" creationId="{00000000-0000-0000-0000-000000000000}"/>
          </ac:spMkLst>
        </pc:spChg>
        <pc:spChg chg="del mod ord">
          <ac:chgData name="Lungile Chirwa" userId="345a59c9-6151-427b-affd-87ee903c0408" providerId="ADAL" clId="{8445C55D-57E6-4E60-8D94-906C9CB920FD}" dt="2026-04-13T15:50:33.886" v="137" actId="26606"/>
          <ac:spMkLst>
            <pc:docMk/>
            <pc:sldMk cId="0" sldId="263"/>
            <ac:spMk id="712" creationId="{00000000-0000-0000-0000-000000000000}"/>
          </ac:spMkLst>
        </pc:spChg>
        <pc:grpChg chg="del">
          <ac:chgData name="Lungile Chirwa" userId="345a59c9-6151-427b-affd-87ee903c0408" providerId="ADAL" clId="{8445C55D-57E6-4E60-8D94-906C9CB920FD}" dt="2026-04-13T15:49:51.308" v="130" actId="478"/>
          <ac:grpSpMkLst>
            <pc:docMk/>
            <pc:sldMk cId="0" sldId="263"/>
            <ac:grpSpMk id="754" creationId="{00000000-0000-0000-0000-000000000000}"/>
          </ac:grpSpMkLst>
        </pc:grpChg>
        <pc:graphicFrameChg chg="add">
          <ac:chgData name="Lungile Chirwa" userId="345a59c9-6151-427b-affd-87ee903c0408" providerId="ADAL" clId="{8445C55D-57E6-4E60-8D94-906C9CB920FD}" dt="2026-04-13T15:50:33.886" v="137" actId="26606"/>
          <ac:graphicFrameMkLst>
            <pc:docMk/>
            <pc:sldMk cId="0" sldId="263"/>
            <ac:graphicFrameMk id="714" creationId="{4E1AF65A-B7C5-DD83-D87C-E994B98CF7EA}"/>
          </ac:graphicFrameMkLst>
        </pc:graphicFrameChg>
        <pc:picChg chg="add del mod">
          <ac:chgData name="Lungile Chirwa" userId="345a59c9-6151-427b-affd-87ee903c0408" providerId="ADAL" clId="{8445C55D-57E6-4E60-8D94-906C9CB920FD}" dt="2026-04-13T15:48:31.477" v="120" actId="478"/>
          <ac:picMkLst>
            <pc:docMk/>
            <pc:sldMk cId="0" sldId="263"/>
            <ac:picMk id="3" creationId="{2935009B-5C0B-C659-C8A7-14F3B4FBDD3A}"/>
          </ac:picMkLst>
        </pc:picChg>
        <pc:picChg chg="add del mod modCrop">
          <ac:chgData name="Lungile Chirwa" userId="345a59c9-6151-427b-affd-87ee903c0408" providerId="ADAL" clId="{8445C55D-57E6-4E60-8D94-906C9CB920FD}" dt="2026-04-13T15:50:22.296" v="136" actId="478"/>
          <ac:picMkLst>
            <pc:docMk/>
            <pc:sldMk cId="0" sldId="263"/>
            <ac:picMk id="5" creationId="{24AEDBF6-F016-A9FF-1D4D-C679AAEF6610}"/>
          </ac:picMkLst>
        </pc:picChg>
      </pc:sldChg>
      <pc:sldChg chg="modSp mod modClrScheme chgLayout">
        <pc:chgData name="Lungile Chirwa" userId="345a59c9-6151-427b-affd-87ee903c0408" providerId="ADAL" clId="{8445C55D-57E6-4E60-8D94-906C9CB920FD}" dt="2026-04-13T15:51:12.707" v="140" actId="26606"/>
        <pc:sldMkLst>
          <pc:docMk/>
          <pc:sldMk cId="0" sldId="264"/>
        </pc:sldMkLst>
        <pc:spChg chg="mod">
          <ac:chgData name="Lungile Chirwa" userId="345a59c9-6151-427b-affd-87ee903c0408" providerId="ADAL" clId="{8445C55D-57E6-4E60-8D94-906C9CB920FD}" dt="2026-04-13T15:51:12.707" v="140" actId="26606"/>
          <ac:spMkLst>
            <pc:docMk/>
            <pc:sldMk cId="0" sldId="264"/>
            <ac:spMk id="757" creationId="{00000000-0000-0000-0000-000000000000}"/>
          </ac:spMkLst>
        </pc:spChg>
      </pc:sldChg>
      <pc:sldChg chg="modSp mod modClrScheme chgLayout">
        <pc:chgData name="Lungile Chirwa" userId="345a59c9-6151-427b-affd-87ee903c0408" providerId="ADAL" clId="{8445C55D-57E6-4E60-8D94-906C9CB920FD}" dt="2026-04-13T15:51:52.108" v="141" actId="26606"/>
        <pc:sldMkLst>
          <pc:docMk/>
          <pc:sldMk cId="0" sldId="265"/>
        </pc:sldMkLst>
        <pc:spChg chg="mod">
          <ac:chgData name="Lungile Chirwa" userId="345a59c9-6151-427b-affd-87ee903c0408" providerId="ADAL" clId="{8445C55D-57E6-4E60-8D94-906C9CB920FD}" dt="2026-04-13T15:51:52.108" v="141" actId="26606"/>
          <ac:spMkLst>
            <pc:docMk/>
            <pc:sldMk cId="0" sldId="265"/>
            <ac:spMk id="759" creationId="{00000000-0000-0000-0000-000000000000}"/>
          </ac:spMkLst>
        </pc:spChg>
        <pc:spChg chg="mod">
          <ac:chgData name="Lungile Chirwa" userId="345a59c9-6151-427b-affd-87ee903c0408" providerId="ADAL" clId="{8445C55D-57E6-4E60-8D94-906C9CB920FD}" dt="2026-04-13T15:51:52.108" v="141" actId="26606"/>
          <ac:spMkLst>
            <pc:docMk/>
            <pc:sldMk cId="0" sldId="265"/>
            <ac:spMk id="760" creationId="{00000000-0000-0000-0000-000000000000}"/>
          </ac:spMkLst>
        </pc:spChg>
        <pc:picChg chg="mod">
          <ac:chgData name="Lungile Chirwa" userId="345a59c9-6151-427b-affd-87ee903c0408" providerId="ADAL" clId="{8445C55D-57E6-4E60-8D94-906C9CB920FD}" dt="2026-04-13T15:51:52.108" v="141" actId="26606"/>
          <ac:picMkLst>
            <pc:docMk/>
            <pc:sldMk cId="0" sldId="265"/>
            <ac:picMk id="761" creationId="{00000000-0000-0000-0000-000000000000}"/>
          </ac:picMkLst>
        </pc:picChg>
      </pc:sldChg>
      <pc:sldChg chg="delSp modSp mod modClrScheme chgLayout">
        <pc:chgData name="Lungile Chirwa" userId="345a59c9-6151-427b-affd-87ee903c0408" providerId="ADAL" clId="{8445C55D-57E6-4E60-8D94-906C9CB920FD}" dt="2026-04-13T15:52:28.343" v="147" actId="1076"/>
        <pc:sldMkLst>
          <pc:docMk/>
          <pc:sldMk cId="0" sldId="266"/>
        </pc:sldMkLst>
        <pc:spChg chg="mod ord">
          <ac:chgData name="Lungile Chirwa" userId="345a59c9-6151-427b-affd-87ee903c0408" providerId="ADAL" clId="{8445C55D-57E6-4E60-8D94-906C9CB920FD}" dt="2026-04-13T15:52:28.343" v="147" actId="1076"/>
          <ac:spMkLst>
            <pc:docMk/>
            <pc:sldMk cId="0" sldId="266"/>
            <ac:spMk id="800" creationId="{00000000-0000-0000-0000-000000000000}"/>
          </ac:spMkLst>
        </pc:spChg>
        <pc:spChg chg="mod ord">
          <ac:chgData name="Lungile Chirwa" userId="345a59c9-6151-427b-affd-87ee903c0408" providerId="ADAL" clId="{8445C55D-57E6-4E60-8D94-906C9CB920FD}" dt="2026-04-13T15:52:23.669" v="145" actId="700"/>
          <ac:spMkLst>
            <pc:docMk/>
            <pc:sldMk cId="0" sldId="266"/>
            <ac:spMk id="801" creationId="{00000000-0000-0000-0000-000000000000}"/>
          </ac:spMkLst>
        </pc:spChg>
        <pc:grpChg chg="del">
          <ac:chgData name="Lungile Chirwa" userId="345a59c9-6151-427b-affd-87ee903c0408" providerId="ADAL" clId="{8445C55D-57E6-4E60-8D94-906C9CB920FD}" dt="2026-04-13T15:52:11.465" v="143" actId="478"/>
          <ac:grpSpMkLst>
            <pc:docMk/>
            <pc:sldMk cId="0" sldId="266"/>
            <ac:grpSpMk id="843" creationId="{00000000-0000-0000-0000-000000000000}"/>
          </ac:grpSpMkLst>
        </pc:grpChg>
      </pc:sldChg>
      <pc:sldChg chg="addSp delSp modSp new mod">
        <pc:chgData name="Lungile Chirwa" userId="345a59c9-6151-427b-affd-87ee903c0408" providerId="ADAL" clId="{8445C55D-57E6-4E60-8D94-906C9CB920FD}" dt="2026-04-13T15:39:38.744" v="63" actId="22"/>
        <pc:sldMkLst>
          <pc:docMk/>
          <pc:sldMk cId="3154764710" sldId="270"/>
        </pc:sldMkLst>
        <pc:picChg chg="add del mod">
          <ac:chgData name="Lungile Chirwa" userId="345a59c9-6151-427b-affd-87ee903c0408" providerId="ADAL" clId="{8445C55D-57E6-4E60-8D94-906C9CB920FD}" dt="2026-04-13T15:39:13.393" v="62" actId="478"/>
          <ac:picMkLst>
            <pc:docMk/>
            <pc:sldMk cId="3154764710" sldId="270"/>
            <ac:picMk id="3" creationId="{1EFAE08E-3951-2C89-7551-6A99A8ABC7B7}"/>
          </ac:picMkLst>
        </pc:picChg>
        <pc:picChg chg="add">
          <ac:chgData name="Lungile Chirwa" userId="345a59c9-6151-427b-affd-87ee903c0408" providerId="ADAL" clId="{8445C55D-57E6-4E60-8D94-906C9CB920FD}" dt="2026-04-13T15:39:38.744" v="63" actId="22"/>
          <ac:picMkLst>
            <pc:docMk/>
            <pc:sldMk cId="3154764710" sldId="270"/>
            <ac:picMk id="5" creationId="{00C8D710-B10A-3358-0543-18AD5EAD601E}"/>
          </ac:picMkLst>
        </pc:picChg>
      </pc:sldChg>
      <pc:sldChg chg="addSp modSp new mod">
        <pc:chgData name="Lungile Chirwa" userId="345a59c9-6151-427b-affd-87ee903c0408" providerId="ADAL" clId="{8445C55D-57E6-4E60-8D94-906C9CB920FD}" dt="2026-04-13T15:41:18.345" v="73" actId="14100"/>
        <pc:sldMkLst>
          <pc:docMk/>
          <pc:sldMk cId="2830532230" sldId="271"/>
        </pc:sldMkLst>
        <pc:picChg chg="add mod">
          <ac:chgData name="Lungile Chirwa" userId="345a59c9-6151-427b-affd-87ee903c0408" providerId="ADAL" clId="{8445C55D-57E6-4E60-8D94-906C9CB920FD}" dt="2026-04-13T15:41:18.345" v="73" actId="14100"/>
          <ac:picMkLst>
            <pc:docMk/>
            <pc:sldMk cId="2830532230" sldId="271"/>
            <ac:picMk id="3" creationId="{3FC8BAC2-8485-098A-71C7-4C60378F3884}"/>
          </ac:picMkLst>
        </pc:picChg>
      </pc:sldChg>
      <pc:sldChg chg="new del">
        <pc:chgData name="Lungile Chirwa" userId="345a59c9-6151-427b-affd-87ee903c0408" providerId="ADAL" clId="{8445C55D-57E6-4E60-8D94-906C9CB920FD}" dt="2026-04-13T15:47:23.210" v="113" actId="680"/>
        <pc:sldMkLst>
          <pc:docMk/>
          <pc:sldMk cId="2706105765" sldId="272"/>
        </pc:sldMkLst>
      </pc:sldChg>
      <pc:sldMasterChg chg="del delSldLayout">
        <pc:chgData name="Lungile Chirwa" userId="345a59c9-6151-427b-affd-87ee903c0408" providerId="ADAL" clId="{8445C55D-57E6-4E60-8D94-906C9CB920FD}" dt="2026-04-13T15:47:32.333" v="114" actId="700"/>
        <pc:sldMasterMkLst>
          <pc:docMk/>
          <pc:sldMasterMk cId="0" sldId="2147483676"/>
        </pc:sldMasterMkLst>
        <pc:sldLayoutChg chg="del">
          <pc:chgData name="Lungile Chirwa" userId="345a59c9-6151-427b-affd-87ee903c0408" providerId="ADAL" clId="{8445C55D-57E6-4E60-8D94-906C9CB920FD}" dt="2026-04-13T15:47:32.333" v="114" actId="700"/>
          <pc:sldLayoutMkLst>
            <pc:docMk/>
            <pc:sldMasterMk cId="0" sldId="2147483676"/>
            <pc:sldLayoutMk cId="0" sldId="2147483677"/>
          </pc:sldLayoutMkLst>
        </pc:sldLayoutChg>
        <pc:sldLayoutChg chg="del">
          <pc:chgData name="Lungile Chirwa" userId="345a59c9-6151-427b-affd-87ee903c0408" providerId="ADAL" clId="{8445C55D-57E6-4E60-8D94-906C9CB920FD}" dt="2026-04-13T15:47:32.333" v="114" actId="700"/>
          <pc:sldLayoutMkLst>
            <pc:docMk/>
            <pc:sldMasterMk cId="0" sldId="2147483676"/>
            <pc:sldLayoutMk cId="0" sldId="2147483678"/>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 TV dataset Lungile Chirwa.xlsx]Pivot tables !PivotTable5</c:name>
    <c:fmtId val="61"/>
  </c:pivotSource>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dirty="0"/>
              <a:t>Gender Distribution</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outerShdw blurRad="254000" sx="102000" sy="102000" algn="ctr" rotWithShape="0">
              <a:prstClr val="black">
                <a:alpha val="20000"/>
              </a:prstClr>
            </a:outerShdw>
          </a:effectLst>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254000" sx="102000" sy="102000" algn="ctr" rotWithShape="0">
              <a:prstClr val="black">
                <a:alpha val="20000"/>
              </a:prstClr>
            </a:outerShdw>
          </a:effectLst>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3"/>
          </a:solidFill>
          <a:ln>
            <a:noFill/>
          </a:ln>
          <a:effectLst>
            <a:outerShdw blurRad="254000" sx="102000" sy="102000" algn="ctr" rotWithShape="0">
              <a:prstClr val="black">
                <a:alpha val="20000"/>
              </a:prstClr>
            </a:outerShdw>
          </a:effectLst>
        </c:spPr>
        <c:dLbl>
          <c:idx val="0"/>
          <c:layout>
            <c:manualLayout>
              <c:x val="1.2260032047416393E-2"/>
              <c:y val="0.1004735637991775"/>
            </c:manualLayout>
          </c:layout>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3"/>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4"/>
        <c:spPr>
          <a:solidFill>
            <a:schemeClr val="accent1"/>
          </a:solidFill>
          <a:ln>
            <a:noFill/>
          </a:ln>
          <a:effectLst>
            <a:outerShdw blurRad="254000" sx="102000" sy="102000" algn="ctr" rotWithShape="0">
              <a:prstClr val="black">
                <a:alpha val="20000"/>
              </a:prstClr>
            </a:outerShdw>
          </a:effectLst>
        </c:spPr>
      </c:pivotFmt>
      <c:pivotFmt>
        <c:idx val="5"/>
        <c:spPr>
          <a:solidFill>
            <a:schemeClr val="accent1"/>
          </a:solidFill>
          <a:ln>
            <a:noFill/>
          </a:ln>
          <a:effectLst>
            <a:outerShdw blurRad="254000" sx="102000" sy="102000" algn="ctr" rotWithShape="0">
              <a:prstClr val="black">
                <a:alpha val="20000"/>
              </a:prstClr>
            </a:outerShdw>
          </a:effectLst>
        </c:spPr>
      </c:pivotFmt>
      <c:pivotFmt>
        <c:idx val="6"/>
        <c:spPr>
          <a:solidFill>
            <a:schemeClr val="accent1"/>
          </a:solidFill>
          <a:ln>
            <a:noFill/>
          </a:ln>
          <a:effectLst>
            <a:outerShdw blurRad="254000" sx="102000" sy="102000" algn="ctr" rotWithShape="0">
              <a:prstClr val="black">
                <a:alpha val="20000"/>
              </a:prstClr>
            </a:outerShdw>
          </a:effectLst>
        </c:spPr>
        <c:dLbl>
          <c:idx val="0"/>
          <c:layout>
            <c:manualLayout>
              <c:x val="1.2260032047416393E-2"/>
              <c:y val="0.1004735637991775"/>
            </c:manualLayout>
          </c:layout>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8"/>
        <c:spPr>
          <a:solidFill>
            <a:schemeClr val="accent1"/>
          </a:solidFill>
          <a:ln>
            <a:noFill/>
          </a:ln>
          <a:effectLst>
            <a:outerShdw blurRad="254000" sx="102000" sy="102000" algn="ctr" rotWithShape="0">
              <a:prstClr val="black">
                <a:alpha val="20000"/>
              </a:prstClr>
            </a:outerShdw>
          </a:effectLst>
        </c:spPr>
      </c:pivotFmt>
      <c:pivotFmt>
        <c:idx val="9"/>
        <c:spPr>
          <a:solidFill>
            <a:schemeClr val="accent1"/>
          </a:solidFill>
          <a:ln>
            <a:noFill/>
          </a:ln>
          <a:effectLst>
            <a:outerShdw blurRad="254000" sx="102000" sy="102000" algn="ctr" rotWithShape="0">
              <a:prstClr val="black">
                <a:alpha val="20000"/>
              </a:prstClr>
            </a:outerShdw>
          </a:effectLst>
        </c:spPr>
      </c:pivotFmt>
      <c:pivotFmt>
        <c:idx val="10"/>
        <c:spPr>
          <a:solidFill>
            <a:schemeClr val="accent1"/>
          </a:solidFill>
          <a:ln>
            <a:noFill/>
          </a:ln>
          <a:effectLst>
            <a:outerShdw blurRad="254000" sx="102000" sy="102000" algn="ctr" rotWithShape="0">
              <a:prstClr val="black">
                <a:alpha val="20000"/>
              </a:prstClr>
            </a:outerShdw>
          </a:effectLst>
        </c:spPr>
      </c:pivotFmt>
      <c:pivotFmt>
        <c:idx val="1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2"/>
        <c:spPr>
          <a:solidFill>
            <a:schemeClr val="accent1"/>
          </a:solidFill>
          <a:ln>
            <a:noFill/>
          </a:ln>
          <a:effectLst>
            <a:outerShdw blurRad="254000" sx="102000" sy="102000" algn="ctr" rotWithShape="0">
              <a:prstClr val="black">
                <a:alpha val="20000"/>
              </a:prstClr>
            </a:outerShdw>
          </a:effectLst>
        </c:spPr>
      </c:pivotFmt>
      <c:pivotFmt>
        <c:idx val="13"/>
        <c:spPr>
          <a:solidFill>
            <a:schemeClr val="accent1"/>
          </a:solidFill>
          <a:ln>
            <a:noFill/>
          </a:ln>
          <a:effectLst>
            <a:outerShdw blurRad="254000" sx="102000" sy="102000" algn="ctr" rotWithShape="0">
              <a:prstClr val="black">
                <a:alpha val="20000"/>
              </a:prstClr>
            </a:outerShdw>
          </a:effectLst>
        </c:spPr>
      </c:pivotFmt>
      <c:pivotFmt>
        <c:idx val="14"/>
        <c:spPr>
          <a:solidFill>
            <a:schemeClr val="accent1"/>
          </a:solidFill>
          <a:ln>
            <a:noFill/>
          </a:ln>
          <a:effectLst>
            <a:outerShdw blurRad="254000" sx="102000" sy="102000" algn="ctr" rotWithShape="0">
              <a:prstClr val="black">
                <a:alpha val="20000"/>
              </a:prstClr>
            </a:outerShdw>
          </a:effectLst>
        </c:spPr>
        <c:dLbl>
          <c:idx val="0"/>
          <c:layout>
            <c:manualLayout>
              <c:x val="1.2260032047416393E-2"/>
              <c:y val="0.1004735637991775"/>
            </c:manualLayout>
          </c:layout>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15"/>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6"/>
        <c:spPr>
          <a:solidFill>
            <a:schemeClr val="accent1"/>
          </a:solidFill>
          <a:ln>
            <a:noFill/>
          </a:ln>
          <a:effectLst>
            <a:outerShdw blurRad="254000" sx="102000" sy="102000" algn="ctr" rotWithShape="0">
              <a:prstClr val="black">
                <a:alpha val="20000"/>
              </a:prstClr>
            </a:outerShdw>
          </a:effectLst>
        </c:spPr>
      </c:pivotFmt>
      <c:pivotFmt>
        <c:idx val="17"/>
        <c:spPr>
          <a:solidFill>
            <a:schemeClr val="accent1"/>
          </a:solidFill>
          <a:ln>
            <a:noFill/>
          </a:ln>
          <a:effectLst>
            <a:outerShdw blurRad="254000" sx="102000" sy="102000" algn="ctr" rotWithShape="0">
              <a:prstClr val="black">
                <a:alpha val="20000"/>
              </a:prstClr>
            </a:outerShdw>
          </a:effectLst>
        </c:spPr>
      </c:pivotFmt>
      <c:pivotFmt>
        <c:idx val="18"/>
        <c:spPr>
          <a:solidFill>
            <a:schemeClr val="accent1"/>
          </a:solidFill>
          <a:ln>
            <a:noFill/>
          </a:ln>
          <a:effectLst>
            <a:outerShdw blurRad="254000" sx="102000" sy="102000" algn="ctr" rotWithShape="0">
              <a:prstClr val="black">
                <a:alpha val="20000"/>
              </a:prstClr>
            </a:outerShdw>
          </a:effectLst>
        </c:spPr>
      </c:pivotFmt>
      <c:pivotFmt>
        <c:idx val="19"/>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0"/>
        <c:spPr>
          <a:solidFill>
            <a:schemeClr val="accent1"/>
          </a:solidFill>
          <a:ln>
            <a:noFill/>
          </a:ln>
          <a:effectLst>
            <a:outerShdw blurRad="254000" sx="102000" sy="102000" algn="ctr" rotWithShape="0">
              <a:prstClr val="black">
                <a:alpha val="20000"/>
              </a:prstClr>
            </a:outerShdw>
          </a:effectLst>
        </c:spPr>
      </c:pivotFmt>
      <c:pivotFmt>
        <c:idx val="21"/>
        <c:spPr>
          <a:solidFill>
            <a:schemeClr val="accent1"/>
          </a:solidFill>
          <a:ln>
            <a:noFill/>
          </a:ln>
          <a:effectLst>
            <a:outerShdw blurRad="254000" sx="102000" sy="102000" algn="ctr" rotWithShape="0">
              <a:prstClr val="black">
                <a:alpha val="20000"/>
              </a:prstClr>
            </a:outerShdw>
          </a:effectLst>
        </c:spPr>
      </c:pivotFmt>
      <c:pivotFmt>
        <c:idx val="22"/>
        <c:spPr>
          <a:solidFill>
            <a:schemeClr val="accent1"/>
          </a:solidFill>
          <a:ln>
            <a:noFill/>
          </a:ln>
          <a:effectLst>
            <a:outerShdw blurRad="254000" sx="102000" sy="102000" algn="ctr" rotWithShape="0">
              <a:prstClr val="black">
                <a:alpha val="20000"/>
              </a:prstClr>
            </a:outerShdw>
          </a:effectLst>
        </c:spPr>
        <c:dLbl>
          <c:idx val="0"/>
          <c:layout>
            <c:manualLayout>
              <c:x val="1.2260032047416393E-2"/>
              <c:y val="0.1004735637991775"/>
            </c:manualLayout>
          </c:layout>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23"/>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4"/>
        <c:spPr>
          <a:solidFill>
            <a:schemeClr val="accent1"/>
          </a:solidFill>
          <a:ln>
            <a:noFill/>
          </a:ln>
          <a:effectLst>
            <a:outerShdw blurRad="254000" sx="102000" sy="102000" algn="ctr" rotWithShape="0">
              <a:prstClr val="black">
                <a:alpha val="20000"/>
              </a:prstClr>
            </a:outerShdw>
          </a:effectLst>
        </c:spPr>
      </c:pivotFmt>
      <c:pivotFmt>
        <c:idx val="25"/>
        <c:spPr>
          <a:solidFill>
            <a:schemeClr val="accent1"/>
          </a:solidFill>
          <a:ln>
            <a:noFill/>
          </a:ln>
          <a:effectLst>
            <a:outerShdw blurRad="254000" sx="102000" sy="102000" algn="ctr" rotWithShape="0">
              <a:prstClr val="black">
                <a:alpha val="20000"/>
              </a:prstClr>
            </a:outerShdw>
          </a:effectLst>
        </c:spPr>
      </c:pivotFmt>
      <c:pivotFmt>
        <c:idx val="26"/>
        <c:spPr>
          <a:solidFill>
            <a:schemeClr val="accent1"/>
          </a:solidFill>
          <a:ln>
            <a:noFill/>
          </a:ln>
          <a:effectLst>
            <a:outerShdw blurRad="254000" sx="102000" sy="102000" algn="ctr" rotWithShape="0">
              <a:prstClr val="black">
                <a:alpha val="20000"/>
              </a:prstClr>
            </a:outerShdw>
          </a:effectLst>
        </c:spPr>
      </c:pivotFmt>
    </c:pivotFmts>
    <c:plotArea>
      <c:layout>
        <c:manualLayout>
          <c:layoutTarget val="inner"/>
          <c:xMode val="edge"/>
          <c:yMode val="edge"/>
          <c:x val="0.25179947966022853"/>
          <c:y val="0.16292335115864531"/>
          <c:w val="0.50065645514223189"/>
          <c:h val="0.81568627450980391"/>
        </c:manualLayout>
      </c:layout>
      <c:pieChart>
        <c:varyColors val="1"/>
        <c:ser>
          <c:idx val="0"/>
          <c:order val="0"/>
          <c:tx>
            <c:strRef>
              <c:f>'Pivot tables '!$B$55</c:f>
              <c:strCache>
                <c:ptCount val="1"/>
                <c:pt idx="0">
                  <c:v>Sum of total_sessions</c:v>
                </c:pt>
              </c:strCache>
            </c:strRef>
          </c:tx>
          <c:dPt>
            <c:idx val="0"/>
            <c:bubble3D val="0"/>
            <c:explosion val="8"/>
            <c:spPr>
              <a:solidFill>
                <a:srgbClr val="FF33CC"/>
              </a:solidFill>
              <a:ln>
                <a:solidFill>
                  <a:srgbClr val="FF33CC"/>
                </a:solidFill>
              </a:ln>
              <a:effectLst/>
            </c:spPr>
            <c:extLst>
              <c:ext xmlns:c16="http://schemas.microsoft.com/office/drawing/2014/chart" uri="{C3380CC4-5D6E-409C-BE32-E72D297353CC}">
                <c16:uniqueId val="{00000001-2EB8-4CAA-B8EA-C5DDF9673E8D}"/>
              </c:ext>
            </c:extLst>
          </c:dPt>
          <c:dPt>
            <c:idx val="1"/>
            <c:bubble3D val="0"/>
            <c:spPr>
              <a:solidFill>
                <a:schemeClr val="tx2">
                  <a:lumMod val="75000"/>
                </a:schemeClr>
              </a:solidFill>
              <a:ln>
                <a:noFill/>
              </a:ln>
              <a:effectLst/>
            </c:spPr>
            <c:extLst>
              <c:ext xmlns:c16="http://schemas.microsoft.com/office/drawing/2014/chart" uri="{C3380CC4-5D6E-409C-BE32-E72D297353CC}">
                <c16:uniqueId val="{00000003-2EB8-4CAA-B8EA-C5DDF9673E8D}"/>
              </c:ext>
            </c:extLst>
          </c:dPt>
          <c:dPt>
            <c:idx val="2"/>
            <c:bubble3D val="0"/>
            <c:explosion val="7"/>
            <c:spPr>
              <a:solidFill>
                <a:schemeClr val="accent5">
                  <a:lumMod val="60000"/>
                  <a:lumOff val="40000"/>
                </a:schemeClr>
              </a:solidFill>
              <a:ln>
                <a:noFill/>
              </a:ln>
              <a:effectLst/>
            </c:spPr>
            <c:extLst>
              <c:ext xmlns:c16="http://schemas.microsoft.com/office/drawing/2014/chart" uri="{C3380CC4-5D6E-409C-BE32-E72D297353CC}">
                <c16:uniqueId val="{00000005-2EB8-4CAA-B8EA-C5DDF9673E8D}"/>
              </c:ext>
            </c:extLst>
          </c:dPt>
          <c:dLbls>
            <c:dLbl>
              <c:idx val="2"/>
              <c:layout>
                <c:manualLayout>
                  <c:x val="1.2260032047416393E-2"/>
                  <c:y val="0.1004735637991775"/>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EB8-4CAA-B8EA-C5DDF9673E8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tables '!$A$56:$A$59</c:f>
              <c:strCache>
                <c:ptCount val="3"/>
                <c:pt idx="0">
                  <c:v>female</c:v>
                </c:pt>
                <c:pt idx="1">
                  <c:v>male</c:v>
                </c:pt>
                <c:pt idx="2">
                  <c:v>None</c:v>
                </c:pt>
              </c:strCache>
            </c:strRef>
          </c:cat>
          <c:val>
            <c:numRef>
              <c:f>'Pivot tables '!$B$56:$B$59</c:f>
              <c:numCache>
                <c:formatCode>General</c:formatCode>
                <c:ptCount val="3"/>
                <c:pt idx="0">
                  <c:v>977</c:v>
                </c:pt>
                <c:pt idx="1">
                  <c:v>8761</c:v>
                </c:pt>
                <c:pt idx="2">
                  <c:v>262</c:v>
                </c:pt>
              </c:numCache>
            </c:numRef>
          </c:val>
          <c:extLst>
            <c:ext xmlns:c16="http://schemas.microsoft.com/office/drawing/2014/chart" uri="{C3380CC4-5D6E-409C-BE32-E72D297353CC}">
              <c16:uniqueId val="{00000006-2EB8-4CAA-B8EA-C5DDF9673E8D}"/>
            </c:ext>
          </c:extLst>
        </c:ser>
        <c:ser>
          <c:idx val="1"/>
          <c:order val="1"/>
          <c:tx>
            <c:strRef>
              <c:f>'Pivot tables '!$C$55</c:f>
              <c:strCache>
                <c:ptCount val="1"/>
                <c:pt idx="0">
                  <c:v>Count of Channel2</c:v>
                </c:pt>
              </c:strCache>
            </c:strRef>
          </c:tx>
          <c:dPt>
            <c:idx val="0"/>
            <c:bubble3D val="0"/>
            <c:spPr>
              <a:gradFill>
                <a:gsLst>
                  <a:gs pos="0">
                    <a:schemeClr val="accent1">
                      <a:tint val="100000"/>
                      <a:shade val="100000"/>
                    </a:schemeClr>
                  </a:gs>
                  <a:gs pos="100000">
                    <a:schemeClr val="accent1">
                      <a:tint val="50000"/>
                      <a:shade val="100000"/>
                    </a:schemeClr>
                  </a:gs>
                </a:gsLst>
                <a:lin ang="16200000" scaled="0"/>
                <a:tileRect/>
              </a:gradFill>
              <a:ln>
                <a:noFill/>
              </a:ln>
              <a:effectLst/>
            </c:spPr>
            <c:extLst>
              <c:ext xmlns:c16="http://schemas.microsoft.com/office/drawing/2014/chart" uri="{C3380CC4-5D6E-409C-BE32-E72D297353CC}">
                <c16:uniqueId val="{00000008-2EB8-4CAA-B8EA-C5DDF9673E8D}"/>
              </c:ext>
            </c:extLst>
          </c:dPt>
          <c:dPt>
            <c:idx val="1"/>
            <c:bubble3D val="0"/>
            <c:spPr>
              <a:gradFill>
                <a:gsLst>
                  <a:gs pos="0">
                    <a:schemeClr val="accent2">
                      <a:tint val="100000"/>
                      <a:shade val="100000"/>
                    </a:schemeClr>
                  </a:gs>
                  <a:gs pos="100000">
                    <a:schemeClr val="accent2">
                      <a:tint val="50000"/>
                      <a:shade val="100000"/>
                    </a:schemeClr>
                  </a:gs>
                </a:gsLst>
                <a:lin ang="16200000" scaled="0"/>
                <a:tileRect/>
              </a:gradFill>
              <a:ln>
                <a:noFill/>
              </a:ln>
              <a:effectLst/>
            </c:spPr>
            <c:extLst>
              <c:ext xmlns:c16="http://schemas.microsoft.com/office/drawing/2014/chart" uri="{C3380CC4-5D6E-409C-BE32-E72D297353CC}">
                <c16:uniqueId val="{0000000A-2EB8-4CAA-B8EA-C5DDF9673E8D}"/>
              </c:ext>
            </c:extLst>
          </c:dPt>
          <c:dPt>
            <c:idx val="2"/>
            <c:bubble3D val="0"/>
            <c:spPr>
              <a:gradFill>
                <a:gsLst>
                  <a:gs pos="0">
                    <a:schemeClr val="accent3">
                      <a:tint val="100000"/>
                      <a:shade val="100000"/>
                    </a:schemeClr>
                  </a:gs>
                  <a:gs pos="100000">
                    <a:schemeClr val="accent3">
                      <a:tint val="50000"/>
                      <a:shade val="100000"/>
                    </a:schemeClr>
                  </a:gs>
                </a:gsLst>
                <a:lin ang="16200000" scaled="0"/>
                <a:tileRect/>
              </a:gradFill>
              <a:ln>
                <a:noFill/>
              </a:ln>
              <a:effectLst/>
            </c:spPr>
            <c:extLst>
              <c:ext xmlns:c16="http://schemas.microsoft.com/office/drawing/2014/chart" uri="{C3380CC4-5D6E-409C-BE32-E72D297353CC}">
                <c16:uniqueId val="{0000000C-2EB8-4CAA-B8EA-C5DDF9673E8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tables '!$A$56:$A$59</c:f>
              <c:strCache>
                <c:ptCount val="3"/>
                <c:pt idx="0">
                  <c:v>female</c:v>
                </c:pt>
                <c:pt idx="1">
                  <c:v>male</c:v>
                </c:pt>
                <c:pt idx="2">
                  <c:v>None</c:v>
                </c:pt>
              </c:strCache>
            </c:strRef>
          </c:cat>
          <c:val>
            <c:numRef>
              <c:f>'Pivot tables '!$C$56:$C$59</c:f>
              <c:numCache>
                <c:formatCode>General</c:formatCode>
                <c:ptCount val="3"/>
                <c:pt idx="0">
                  <c:v>1018</c:v>
                </c:pt>
                <c:pt idx="1">
                  <c:v>8866</c:v>
                </c:pt>
                <c:pt idx="2">
                  <c:v>786</c:v>
                </c:pt>
              </c:numCache>
            </c:numRef>
          </c:val>
          <c:extLst>
            <c:ext xmlns:c16="http://schemas.microsoft.com/office/drawing/2014/chart" uri="{C3380CC4-5D6E-409C-BE32-E72D297353CC}">
              <c16:uniqueId val="{0000000D-2EB8-4CAA-B8EA-C5DDF9673E8D}"/>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9.2006064887403302E-2"/>
          <c:y val="0.38192653725770909"/>
          <c:w val="0.1180595806268199"/>
          <c:h val="0.2057366625963198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45DD78-83A4-459A-AFCD-33EBA3AC81E0}" type="doc">
      <dgm:prSet loTypeId="urn:microsoft.com/office/officeart/2016/7/layout/VerticalSolidActionList" loCatId="List" qsTypeId="urn:microsoft.com/office/officeart/2005/8/quickstyle/simple4" qsCatId="simple" csTypeId="urn:microsoft.com/office/officeart/2005/8/colors/accent3_2" csCatId="accent3"/>
      <dgm:spPr/>
      <dgm:t>
        <a:bodyPr/>
        <a:lstStyle/>
        <a:p>
          <a:endParaRPr lang="en-US"/>
        </a:p>
      </dgm:t>
    </dgm:pt>
    <dgm:pt modelId="{BF55835D-063A-4924-B0D6-D8282EB2594A}">
      <dgm:prSet/>
      <dgm:spPr/>
      <dgm:t>
        <a:bodyPr/>
        <a:lstStyle/>
        <a:p>
          <a:r>
            <a:rPr lang="en-US"/>
            <a:t>Create</a:t>
          </a:r>
        </a:p>
      </dgm:t>
    </dgm:pt>
    <dgm:pt modelId="{392B4E16-644C-45BC-A31E-01A42C4B5C70}" type="parTrans" cxnId="{F86F4133-84D7-45FD-9C81-1A40E1375C95}">
      <dgm:prSet/>
      <dgm:spPr/>
      <dgm:t>
        <a:bodyPr/>
        <a:lstStyle/>
        <a:p>
          <a:endParaRPr lang="en-US"/>
        </a:p>
      </dgm:t>
    </dgm:pt>
    <dgm:pt modelId="{AF1C9D79-981E-462E-A78C-127CFD60202A}" type="sibTrans" cxnId="{F86F4133-84D7-45FD-9C81-1A40E1375C95}">
      <dgm:prSet/>
      <dgm:spPr/>
      <dgm:t>
        <a:bodyPr/>
        <a:lstStyle/>
        <a:p>
          <a:endParaRPr lang="en-US"/>
        </a:p>
      </dgm:t>
    </dgm:pt>
    <dgm:pt modelId="{F235F617-4DB6-42C4-91AA-F1B403401CBA}">
      <dgm:prSet/>
      <dgm:spPr/>
      <dgm:t>
        <a:bodyPr/>
        <a:lstStyle/>
        <a:p>
          <a:r>
            <a:rPr lang="en-US"/>
            <a:t>Create a weekly themed campaign specifically for Tuesdays to drive viewership</a:t>
          </a:r>
        </a:p>
      </dgm:t>
    </dgm:pt>
    <dgm:pt modelId="{4919730C-23F4-429E-9C7E-0307B464F8C9}" type="parTrans" cxnId="{C1DAE22B-1D3A-45F0-867D-9B6A0DD73920}">
      <dgm:prSet/>
      <dgm:spPr/>
      <dgm:t>
        <a:bodyPr/>
        <a:lstStyle/>
        <a:p>
          <a:endParaRPr lang="en-US"/>
        </a:p>
      </dgm:t>
    </dgm:pt>
    <dgm:pt modelId="{4A2F93DB-F8B6-4696-B67C-A7E9B3D2C4EE}" type="sibTrans" cxnId="{C1DAE22B-1D3A-45F0-867D-9B6A0DD73920}">
      <dgm:prSet/>
      <dgm:spPr/>
      <dgm:t>
        <a:bodyPr/>
        <a:lstStyle/>
        <a:p>
          <a:endParaRPr lang="en-US"/>
        </a:p>
      </dgm:t>
    </dgm:pt>
    <dgm:pt modelId="{476E9C6D-F2E9-4ED5-9C69-395B48AD6F40}">
      <dgm:prSet/>
      <dgm:spPr/>
      <dgm:t>
        <a:bodyPr/>
        <a:lstStyle/>
        <a:p>
          <a:r>
            <a:rPr lang="en-US"/>
            <a:t>Content</a:t>
          </a:r>
        </a:p>
      </dgm:t>
    </dgm:pt>
    <dgm:pt modelId="{77CF5D92-CFDB-414F-8BE4-3894378E6B6A}" type="parTrans" cxnId="{19328E26-73E1-4D22-B598-3287CC9936E3}">
      <dgm:prSet/>
      <dgm:spPr/>
      <dgm:t>
        <a:bodyPr/>
        <a:lstStyle/>
        <a:p>
          <a:endParaRPr lang="en-US"/>
        </a:p>
      </dgm:t>
    </dgm:pt>
    <dgm:pt modelId="{68E36EE1-85D1-4466-B1DC-FDBBCD08BB23}" type="sibTrans" cxnId="{19328E26-73E1-4D22-B598-3287CC9936E3}">
      <dgm:prSet/>
      <dgm:spPr/>
      <dgm:t>
        <a:bodyPr/>
        <a:lstStyle/>
        <a:p>
          <a:endParaRPr lang="en-US"/>
        </a:p>
      </dgm:t>
    </dgm:pt>
    <dgm:pt modelId="{A2C32160-A62E-414B-AD7D-4D3E20B241B7}">
      <dgm:prSet/>
      <dgm:spPr/>
      <dgm:t>
        <a:bodyPr/>
        <a:lstStyle/>
        <a:p>
          <a:r>
            <a:rPr lang="en-US"/>
            <a:t>Exclusive Content: Schedule a popular weekly show, a "mid-week match" replay, or exclusive behind-the-scenes sports content for Tuesday nights.</a:t>
          </a:r>
        </a:p>
      </dgm:t>
    </dgm:pt>
    <dgm:pt modelId="{F7E5F9EE-7F5D-4CA5-B776-630C878A68A1}" type="parTrans" cxnId="{AE6B398B-7D0B-4C8B-98C0-8A786BE11EEA}">
      <dgm:prSet/>
      <dgm:spPr/>
      <dgm:t>
        <a:bodyPr/>
        <a:lstStyle/>
        <a:p>
          <a:endParaRPr lang="en-US"/>
        </a:p>
      </dgm:t>
    </dgm:pt>
    <dgm:pt modelId="{A124B673-537C-47B5-B156-CC82349C6E4C}" type="sibTrans" cxnId="{AE6B398B-7D0B-4C8B-98C0-8A786BE11EEA}">
      <dgm:prSet/>
      <dgm:spPr/>
      <dgm:t>
        <a:bodyPr/>
        <a:lstStyle/>
        <a:p>
          <a:endParaRPr lang="en-US"/>
        </a:p>
      </dgm:t>
    </dgm:pt>
    <dgm:pt modelId="{C265C361-7A79-4557-9417-6A670DA1603D}">
      <dgm:prSet/>
      <dgm:spPr/>
      <dgm:t>
        <a:bodyPr/>
        <a:lstStyle/>
        <a:p>
          <a:r>
            <a:rPr lang="en-US"/>
            <a:t>Send</a:t>
          </a:r>
        </a:p>
      </dgm:t>
    </dgm:pt>
    <dgm:pt modelId="{8C7BE392-36D0-4515-9401-13B2C936AFA2}" type="parTrans" cxnId="{38DA841E-95BC-40A9-8D55-F0DD6365F521}">
      <dgm:prSet/>
      <dgm:spPr/>
      <dgm:t>
        <a:bodyPr/>
        <a:lstStyle/>
        <a:p>
          <a:endParaRPr lang="en-US"/>
        </a:p>
      </dgm:t>
    </dgm:pt>
    <dgm:pt modelId="{50E9E329-185B-4556-9D25-4E54843A7D1B}" type="sibTrans" cxnId="{38DA841E-95BC-40A9-8D55-F0DD6365F521}">
      <dgm:prSet/>
      <dgm:spPr/>
      <dgm:t>
        <a:bodyPr/>
        <a:lstStyle/>
        <a:p>
          <a:endParaRPr lang="en-US"/>
        </a:p>
      </dgm:t>
    </dgm:pt>
    <dgm:pt modelId="{3CDCB6FC-0B6D-4ACF-9A8D-DC21183333C5}">
      <dgm:prSet/>
      <dgm:spPr/>
      <dgm:t>
        <a:bodyPr/>
        <a:lstStyle/>
        <a:p>
          <a:r>
            <a:rPr lang="en-US"/>
            <a:t>Targeted Push Notifications: Send a "Don't miss out on Tactical Tuesday!" notification to all users on Tuesday afternoon (e.g., 16:00).</a:t>
          </a:r>
        </a:p>
      </dgm:t>
    </dgm:pt>
    <dgm:pt modelId="{BBDE0628-875E-4087-93DE-38D5EDF865C6}" type="parTrans" cxnId="{C0F1DE65-B2DB-478F-86A1-779BDEC6DBE2}">
      <dgm:prSet/>
      <dgm:spPr/>
      <dgm:t>
        <a:bodyPr/>
        <a:lstStyle/>
        <a:p>
          <a:endParaRPr lang="en-US"/>
        </a:p>
      </dgm:t>
    </dgm:pt>
    <dgm:pt modelId="{AC7788F5-B2F9-4E7C-A3FA-01A5A00D3D81}" type="sibTrans" cxnId="{C0F1DE65-B2DB-478F-86A1-779BDEC6DBE2}">
      <dgm:prSet/>
      <dgm:spPr/>
      <dgm:t>
        <a:bodyPr/>
        <a:lstStyle/>
        <a:p>
          <a:endParaRPr lang="en-US"/>
        </a:p>
      </dgm:t>
    </dgm:pt>
    <dgm:pt modelId="{D9ADC2F5-3692-4FF7-B549-D1B0495DB2FD}">
      <dgm:prSet/>
      <dgm:spPr/>
      <dgm:t>
        <a:bodyPr/>
        <a:lstStyle/>
        <a:p>
          <a:r>
            <a:rPr lang="en-US"/>
            <a:t>Offer</a:t>
          </a:r>
        </a:p>
      </dgm:t>
    </dgm:pt>
    <dgm:pt modelId="{C1EE5EFB-6138-4C42-A4E7-E2F79AE8C4F3}" type="parTrans" cxnId="{067B7750-BFD7-4B73-9DA6-AC3EC5F3828B}">
      <dgm:prSet/>
      <dgm:spPr/>
      <dgm:t>
        <a:bodyPr/>
        <a:lstStyle/>
        <a:p>
          <a:endParaRPr lang="en-US"/>
        </a:p>
      </dgm:t>
    </dgm:pt>
    <dgm:pt modelId="{5EA0905A-BD83-4473-8DC2-8D10C3FA3B27}" type="sibTrans" cxnId="{067B7750-BFD7-4B73-9DA6-AC3EC5F3828B}">
      <dgm:prSet/>
      <dgm:spPr/>
      <dgm:t>
        <a:bodyPr/>
        <a:lstStyle/>
        <a:p>
          <a:endParaRPr lang="en-US"/>
        </a:p>
      </dgm:t>
    </dgm:pt>
    <dgm:pt modelId="{FC685767-F8BA-40F4-A238-91DCC5A98885}">
      <dgm:prSet/>
      <dgm:spPr/>
      <dgm:t>
        <a:bodyPr/>
        <a:lstStyle/>
        <a:p>
          <a:r>
            <a:rPr lang="en-US"/>
            <a:t>Incentives: Offer a small data prize or a "double loyalty points" for subscribers who watch for more than 60 minutes on Tuesday evening.</a:t>
          </a:r>
        </a:p>
      </dgm:t>
    </dgm:pt>
    <dgm:pt modelId="{2F0EEA77-26A3-4B9F-B6C9-601118AB64F1}" type="parTrans" cxnId="{5A018C1F-AC19-4D2C-AFAD-7EA4FD9B8334}">
      <dgm:prSet/>
      <dgm:spPr/>
      <dgm:t>
        <a:bodyPr/>
        <a:lstStyle/>
        <a:p>
          <a:endParaRPr lang="en-US"/>
        </a:p>
      </dgm:t>
    </dgm:pt>
    <dgm:pt modelId="{DA3C977C-B79D-466F-9DCF-1C1F050E5BA6}" type="sibTrans" cxnId="{5A018C1F-AC19-4D2C-AFAD-7EA4FD9B8334}">
      <dgm:prSet/>
      <dgm:spPr/>
      <dgm:t>
        <a:bodyPr/>
        <a:lstStyle/>
        <a:p>
          <a:endParaRPr lang="en-US"/>
        </a:p>
      </dgm:t>
    </dgm:pt>
    <dgm:pt modelId="{E6270739-C328-4475-9098-B450A5CFE4D3}" type="pres">
      <dgm:prSet presAssocID="{C245DD78-83A4-459A-AFCD-33EBA3AC81E0}" presName="Name0" presStyleCnt="0">
        <dgm:presLayoutVars>
          <dgm:dir/>
          <dgm:animLvl val="lvl"/>
          <dgm:resizeHandles val="exact"/>
        </dgm:presLayoutVars>
      </dgm:prSet>
      <dgm:spPr/>
    </dgm:pt>
    <dgm:pt modelId="{A63C232C-99BE-484B-BAE7-C571B90C0DE2}" type="pres">
      <dgm:prSet presAssocID="{BF55835D-063A-4924-B0D6-D8282EB2594A}" presName="linNode" presStyleCnt="0"/>
      <dgm:spPr/>
    </dgm:pt>
    <dgm:pt modelId="{477DC9C9-12A3-46D4-ABB2-E1F05BDD6D3A}" type="pres">
      <dgm:prSet presAssocID="{BF55835D-063A-4924-B0D6-D8282EB2594A}" presName="parentText" presStyleLbl="alignNode1" presStyleIdx="0" presStyleCnt="4">
        <dgm:presLayoutVars>
          <dgm:chMax val="1"/>
          <dgm:bulletEnabled/>
        </dgm:presLayoutVars>
      </dgm:prSet>
      <dgm:spPr/>
    </dgm:pt>
    <dgm:pt modelId="{9240E16B-00B8-41C3-9EE5-403229CA1E6F}" type="pres">
      <dgm:prSet presAssocID="{BF55835D-063A-4924-B0D6-D8282EB2594A}" presName="descendantText" presStyleLbl="alignAccFollowNode1" presStyleIdx="0" presStyleCnt="4">
        <dgm:presLayoutVars>
          <dgm:bulletEnabled/>
        </dgm:presLayoutVars>
      </dgm:prSet>
      <dgm:spPr/>
    </dgm:pt>
    <dgm:pt modelId="{5801DFBB-118E-41B6-8AB6-95B628823646}" type="pres">
      <dgm:prSet presAssocID="{AF1C9D79-981E-462E-A78C-127CFD60202A}" presName="sp" presStyleCnt="0"/>
      <dgm:spPr/>
    </dgm:pt>
    <dgm:pt modelId="{F5EE614B-35FB-4E1B-9078-9F9CB1DEDD35}" type="pres">
      <dgm:prSet presAssocID="{476E9C6D-F2E9-4ED5-9C69-395B48AD6F40}" presName="linNode" presStyleCnt="0"/>
      <dgm:spPr/>
    </dgm:pt>
    <dgm:pt modelId="{6DB19495-AC62-4A2A-909D-9290F1F0FBC5}" type="pres">
      <dgm:prSet presAssocID="{476E9C6D-F2E9-4ED5-9C69-395B48AD6F40}" presName="parentText" presStyleLbl="alignNode1" presStyleIdx="1" presStyleCnt="4">
        <dgm:presLayoutVars>
          <dgm:chMax val="1"/>
          <dgm:bulletEnabled/>
        </dgm:presLayoutVars>
      </dgm:prSet>
      <dgm:spPr/>
    </dgm:pt>
    <dgm:pt modelId="{7B3AB3EB-B7E5-4B79-8E5F-19EF9929E166}" type="pres">
      <dgm:prSet presAssocID="{476E9C6D-F2E9-4ED5-9C69-395B48AD6F40}" presName="descendantText" presStyleLbl="alignAccFollowNode1" presStyleIdx="1" presStyleCnt="4">
        <dgm:presLayoutVars>
          <dgm:bulletEnabled/>
        </dgm:presLayoutVars>
      </dgm:prSet>
      <dgm:spPr/>
    </dgm:pt>
    <dgm:pt modelId="{D96E8F57-1334-46E6-937E-066B4F4A9260}" type="pres">
      <dgm:prSet presAssocID="{68E36EE1-85D1-4466-B1DC-FDBBCD08BB23}" presName="sp" presStyleCnt="0"/>
      <dgm:spPr/>
    </dgm:pt>
    <dgm:pt modelId="{40A358F2-AFBF-4E94-A4A3-86F2B76EE9CF}" type="pres">
      <dgm:prSet presAssocID="{C265C361-7A79-4557-9417-6A670DA1603D}" presName="linNode" presStyleCnt="0"/>
      <dgm:spPr/>
    </dgm:pt>
    <dgm:pt modelId="{18A94114-7701-4125-B254-A44D55B2BEFE}" type="pres">
      <dgm:prSet presAssocID="{C265C361-7A79-4557-9417-6A670DA1603D}" presName="parentText" presStyleLbl="alignNode1" presStyleIdx="2" presStyleCnt="4">
        <dgm:presLayoutVars>
          <dgm:chMax val="1"/>
          <dgm:bulletEnabled/>
        </dgm:presLayoutVars>
      </dgm:prSet>
      <dgm:spPr/>
    </dgm:pt>
    <dgm:pt modelId="{9BA1E390-2A5D-47D6-9AF7-342D8E41B59B}" type="pres">
      <dgm:prSet presAssocID="{C265C361-7A79-4557-9417-6A670DA1603D}" presName="descendantText" presStyleLbl="alignAccFollowNode1" presStyleIdx="2" presStyleCnt="4">
        <dgm:presLayoutVars>
          <dgm:bulletEnabled/>
        </dgm:presLayoutVars>
      </dgm:prSet>
      <dgm:spPr/>
    </dgm:pt>
    <dgm:pt modelId="{21359C49-691B-4B8F-91A5-718AEA04097B}" type="pres">
      <dgm:prSet presAssocID="{50E9E329-185B-4556-9D25-4E54843A7D1B}" presName="sp" presStyleCnt="0"/>
      <dgm:spPr/>
    </dgm:pt>
    <dgm:pt modelId="{9BF64B91-8084-4D6F-A165-6054C343A577}" type="pres">
      <dgm:prSet presAssocID="{D9ADC2F5-3692-4FF7-B549-D1B0495DB2FD}" presName="linNode" presStyleCnt="0"/>
      <dgm:spPr/>
    </dgm:pt>
    <dgm:pt modelId="{E7E6E335-AFC2-4753-A327-5114E69DBFA0}" type="pres">
      <dgm:prSet presAssocID="{D9ADC2F5-3692-4FF7-B549-D1B0495DB2FD}" presName="parentText" presStyleLbl="alignNode1" presStyleIdx="3" presStyleCnt="4">
        <dgm:presLayoutVars>
          <dgm:chMax val="1"/>
          <dgm:bulletEnabled/>
        </dgm:presLayoutVars>
      </dgm:prSet>
      <dgm:spPr/>
    </dgm:pt>
    <dgm:pt modelId="{F244AE28-09BB-40CE-A509-40032BB14465}" type="pres">
      <dgm:prSet presAssocID="{D9ADC2F5-3692-4FF7-B549-D1B0495DB2FD}" presName="descendantText" presStyleLbl="alignAccFollowNode1" presStyleIdx="3" presStyleCnt="4">
        <dgm:presLayoutVars>
          <dgm:bulletEnabled/>
        </dgm:presLayoutVars>
      </dgm:prSet>
      <dgm:spPr/>
    </dgm:pt>
  </dgm:ptLst>
  <dgm:cxnLst>
    <dgm:cxn modelId="{C07CBB1C-69A6-41F5-835B-138503728BD7}" type="presOf" srcId="{A2C32160-A62E-414B-AD7D-4D3E20B241B7}" destId="{7B3AB3EB-B7E5-4B79-8E5F-19EF9929E166}" srcOrd="0" destOrd="0" presId="urn:microsoft.com/office/officeart/2016/7/layout/VerticalSolidActionList"/>
    <dgm:cxn modelId="{38DA841E-95BC-40A9-8D55-F0DD6365F521}" srcId="{C245DD78-83A4-459A-AFCD-33EBA3AC81E0}" destId="{C265C361-7A79-4557-9417-6A670DA1603D}" srcOrd="2" destOrd="0" parTransId="{8C7BE392-36D0-4515-9401-13B2C936AFA2}" sibTransId="{50E9E329-185B-4556-9D25-4E54843A7D1B}"/>
    <dgm:cxn modelId="{5A018C1F-AC19-4D2C-AFAD-7EA4FD9B8334}" srcId="{D9ADC2F5-3692-4FF7-B549-D1B0495DB2FD}" destId="{FC685767-F8BA-40F4-A238-91DCC5A98885}" srcOrd="0" destOrd="0" parTransId="{2F0EEA77-26A3-4B9F-B6C9-601118AB64F1}" sibTransId="{DA3C977C-B79D-466F-9DCF-1C1F050E5BA6}"/>
    <dgm:cxn modelId="{19328E26-73E1-4D22-B598-3287CC9936E3}" srcId="{C245DD78-83A4-459A-AFCD-33EBA3AC81E0}" destId="{476E9C6D-F2E9-4ED5-9C69-395B48AD6F40}" srcOrd="1" destOrd="0" parTransId="{77CF5D92-CFDB-414F-8BE4-3894378E6B6A}" sibTransId="{68E36EE1-85D1-4466-B1DC-FDBBCD08BB23}"/>
    <dgm:cxn modelId="{C1DAE22B-1D3A-45F0-867D-9B6A0DD73920}" srcId="{BF55835D-063A-4924-B0D6-D8282EB2594A}" destId="{F235F617-4DB6-42C4-91AA-F1B403401CBA}" srcOrd="0" destOrd="0" parTransId="{4919730C-23F4-429E-9C7E-0307B464F8C9}" sibTransId="{4A2F93DB-F8B6-4696-B67C-A7E9B3D2C4EE}"/>
    <dgm:cxn modelId="{B954AC32-A803-4FC3-8E03-EADFA462210C}" type="presOf" srcId="{3CDCB6FC-0B6D-4ACF-9A8D-DC21183333C5}" destId="{9BA1E390-2A5D-47D6-9AF7-342D8E41B59B}" srcOrd="0" destOrd="0" presId="urn:microsoft.com/office/officeart/2016/7/layout/VerticalSolidActionList"/>
    <dgm:cxn modelId="{F86F4133-84D7-45FD-9C81-1A40E1375C95}" srcId="{C245DD78-83A4-459A-AFCD-33EBA3AC81E0}" destId="{BF55835D-063A-4924-B0D6-D8282EB2594A}" srcOrd="0" destOrd="0" parTransId="{392B4E16-644C-45BC-A31E-01A42C4B5C70}" sibTransId="{AF1C9D79-981E-462E-A78C-127CFD60202A}"/>
    <dgm:cxn modelId="{BC8AAD3B-EFAE-48A0-9B5A-40B7B93EAF32}" type="presOf" srcId="{476E9C6D-F2E9-4ED5-9C69-395B48AD6F40}" destId="{6DB19495-AC62-4A2A-909D-9290F1F0FBC5}" srcOrd="0" destOrd="0" presId="urn:microsoft.com/office/officeart/2016/7/layout/VerticalSolidActionList"/>
    <dgm:cxn modelId="{8FAD9143-043F-4415-938D-8F2342FDDA9A}" type="presOf" srcId="{BF55835D-063A-4924-B0D6-D8282EB2594A}" destId="{477DC9C9-12A3-46D4-ABB2-E1F05BDD6D3A}" srcOrd="0" destOrd="0" presId="urn:microsoft.com/office/officeart/2016/7/layout/VerticalSolidActionList"/>
    <dgm:cxn modelId="{C0F1DE65-B2DB-478F-86A1-779BDEC6DBE2}" srcId="{C265C361-7A79-4557-9417-6A670DA1603D}" destId="{3CDCB6FC-0B6D-4ACF-9A8D-DC21183333C5}" srcOrd="0" destOrd="0" parTransId="{BBDE0628-875E-4087-93DE-38D5EDF865C6}" sibTransId="{AC7788F5-B2F9-4E7C-A3FA-01A5A00D3D81}"/>
    <dgm:cxn modelId="{EA9E3A6B-D7B1-41E9-A3C7-B51EC00963D5}" type="presOf" srcId="{D9ADC2F5-3692-4FF7-B549-D1B0495DB2FD}" destId="{E7E6E335-AFC2-4753-A327-5114E69DBFA0}" srcOrd="0" destOrd="0" presId="urn:microsoft.com/office/officeart/2016/7/layout/VerticalSolidActionList"/>
    <dgm:cxn modelId="{067B7750-BFD7-4B73-9DA6-AC3EC5F3828B}" srcId="{C245DD78-83A4-459A-AFCD-33EBA3AC81E0}" destId="{D9ADC2F5-3692-4FF7-B549-D1B0495DB2FD}" srcOrd="3" destOrd="0" parTransId="{C1EE5EFB-6138-4C42-A4E7-E2F79AE8C4F3}" sibTransId="{5EA0905A-BD83-4473-8DC2-8D10C3FA3B27}"/>
    <dgm:cxn modelId="{70CF5773-E6E6-4F76-A987-B4096C81D1FD}" type="presOf" srcId="{C245DD78-83A4-459A-AFCD-33EBA3AC81E0}" destId="{E6270739-C328-4475-9098-B450A5CFE4D3}" srcOrd="0" destOrd="0" presId="urn:microsoft.com/office/officeart/2016/7/layout/VerticalSolidActionList"/>
    <dgm:cxn modelId="{E54C0958-1BAF-4247-BB1D-4A91638DD10A}" type="presOf" srcId="{C265C361-7A79-4557-9417-6A670DA1603D}" destId="{18A94114-7701-4125-B254-A44D55B2BEFE}" srcOrd="0" destOrd="0" presId="urn:microsoft.com/office/officeart/2016/7/layout/VerticalSolidActionList"/>
    <dgm:cxn modelId="{AE6B398B-7D0B-4C8B-98C0-8A786BE11EEA}" srcId="{476E9C6D-F2E9-4ED5-9C69-395B48AD6F40}" destId="{A2C32160-A62E-414B-AD7D-4D3E20B241B7}" srcOrd="0" destOrd="0" parTransId="{F7E5F9EE-7F5D-4CA5-B776-630C878A68A1}" sibTransId="{A124B673-537C-47B5-B156-CC82349C6E4C}"/>
    <dgm:cxn modelId="{697BEBB6-AC82-4AAD-B390-1558EDD7F478}" type="presOf" srcId="{F235F617-4DB6-42C4-91AA-F1B403401CBA}" destId="{9240E16B-00B8-41C3-9EE5-403229CA1E6F}" srcOrd="0" destOrd="0" presId="urn:microsoft.com/office/officeart/2016/7/layout/VerticalSolidActionList"/>
    <dgm:cxn modelId="{ADC755F5-4563-4B1C-AA3F-A015C135C3F4}" type="presOf" srcId="{FC685767-F8BA-40F4-A238-91DCC5A98885}" destId="{F244AE28-09BB-40CE-A509-40032BB14465}" srcOrd="0" destOrd="0" presId="urn:microsoft.com/office/officeart/2016/7/layout/VerticalSolidActionList"/>
    <dgm:cxn modelId="{5E58C519-A0FC-441C-AA5F-22F677A7FECA}" type="presParOf" srcId="{E6270739-C328-4475-9098-B450A5CFE4D3}" destId="{A63C232C-99BE-484B-BAE7-C571B90C0DE2}" srcOrd="0" destOrd="0" presId="urn:microsoft.com/office/officeart/2016/7/layout/VerticalSolidActionList"/>
    <dgm:cxn modelId="{DAD429F5-1C60-487C-955E-E38DEF58E0B7}" type="presParOf" srcId="{A63C232C-99BE-484B-BAE7-C571B90C0DE2}" destId="{477DC9C9-12A3-46D4-ABB2-E1F05BDD6D3A}" srcOrd="0" destOrd="0" presId="urn:microsoft.com/office/officeart/2016/7/layout/VerticalSolidActionList"/>
    <dgm:cxn modelId="{2D0618DB-4468-4FCF-9A9C-F524C2674918}" type="presParOf" srcId="{A63C232C-99BE-484B-BAE7-C571B90C0DE2}" destId="{9240E16B-00B8-41C3-9EE5-403229CA1E6F}" srcOrd="1" destOrd="0" presId="urn:microsoft.com/office/officeart/2016/7/layout/VerticalSolidActionList"/>
    <dgm:cxn modelId="{0709DCB6-B0D1-4ADE-B11B-0647210410C7}" type="presParOf" srcId="{E6270739-C328-4475-9098-B450A5CFE4D3}" destId="{5801DFBB-118E-41B6-8AB6-95B628823646}" srcOrd="1" destOrd="0" presId="urn:microsoft.com/office/officeart/2016/7/layout/VerticalSolidActionList"/>
    <dgm:cxn modelId="{B34720D0-DB01-40A5-800B-1BA7439757F6}" type="presParOf" srcId="{E6270739-C328-4475-9098-B450A5CFE4D3}" destId="{F5EE614B-35FB-4E1B-9078-9F9CB1DEDD35}" srcOrd="2" destOrd="0" presId="urn:microsoft.com/office/officeart/2016/7/layout/VerticalSolidActionList"/>
    <dgm:cxn modelId="{19FCFBD0-0293-47D0-9EA8-6D517A8099C5}" type="presParOf" srcId="{F5EE614B-35FB-4E1B-9078-9F9CB1DEDD35}" destId="{6DB19495-AC62-4A2A-909D-9290F1F0FBC5}" srcOrd="0" destOrd="0" presId="urn:microsoft.com/office/officeart/2016/7/layout/VerticalSolidActionList"/>
    <dgm:cxn modelId="{432193FE-DD17-4149-BBF5-65FDA51BC582}" type="presParOf" srcId="{F5EE614B-35FB-4E1B-9078-9F9CB1DEDD35}" destId="{7B3AB3EB-B7E5-4B79-8E5F-19EF9929E166}" srcOrd="1" destOrd="0" presId="urn:microsoft.com/office/officeart/2016/7/layout/VerticalSolidActionList"/>
    <dgm:cxn modelId="{07EF9232-3497-467F-A0D1-CD45B1A0C236}" type="presParOf" srcId="{E6270739-C328-4475-9098-B450A5CFE4D3}" destId="{D96E8F57-1334-46E6-937E-066B4F4A9260}" srcOrd="3" destOrd="0" presId="urn:microsoft.com/office/officeart/2016/7/layout/VerticalSolidActionList"/>
    <dgm:cxn modelId="{5C024B6A-C2F7-4CE2-9435-EDDDA6B75270}" type="presParOf" srcId="{E6270739-C328-4475-9098-B450A5CFE4D3}" destId="{40A358F2-AFBF-4E94-A4A3-86F2B76EE9CF}" srcOrd="4" destOrd="0" presId="urn:microsoft.com/office/officeart/2016/7/layout/VerticalSolidActionList"/>
    <dgm:cxn modelId="{25F496D2-E1BA-4C60-A449-AE8A2554CEC0}" type="presParOf" srcId="{40A358F2-AFBF-4E94-A4A3-86F2B76EE9CF}" destId="{18A94114-7701-4125-B254-A44D55B2BEFE}" srcOrd="0" destOrd="0" presId="urn:microsoft.com/office/officeart/2016/7/layout/VerticalSolidActionList"/>
    <dgm:cxn modelId="{9636122E-294F-4E96-928F-C362D879F8B7}" type="presParOf" srcId="{40A358F2-AFBF-4E94-A4A3-86F2B76EE9CF}" destId="{9BA1E390-2A5D-47D6-9AF7-342D8E41B59B}" srcOrd="1" destOrd="0" presId="urn:microsoft.com/office/officeart/2016/7/layout/VerticalSolidActionList"/>
    <dgm:cxn modelId="{51346DDF-610C-4B0D-800B-7758724B6DAB}" type="presParOf" srcId="{E6270739-C328-4475-9098-B450A5CFE4D3}" destId="{21359C49-691B-4B8F-91A5-718AEA04097B}" srcOrd="5" destOrd="0" presId="urn:microsoft.com/office/officeart/2016/7/layout/VerticalSolidActionList"/>
    <dgm:cxn modelId="{4A15E118-2A31-404A-90EB-24E13B292E22}" type="presParOf" srcId="{E6270739-C328-4475-9098-B450A5CFE4D3}" destId="{9BF64B91-8084-4D6F-A165-6054C343A577}" srcOrd="6" destOrd="0" presId="urn:microsoft.com/office/officeart/2016/7/layout/VerticalSolidActionList"/>
    <dgm:cxn modelId="{35F0A3AA-CBC7-42AC-B31F-5EFD1AD4BFDE}" type="presParOf" srcId="{9BF64B91-8084-4D6F-A165-6054C343A577}" destId="{E7E6E335-AFC2-4753-A327-5114E69DBFA0}" srcOrd="0" destOrd="0" presId="urn:microsoft.com/office/officeart/2016/7/layout/VerticalSolidActionList"/>
    <dgm:cxn modelId="{4DA21AC0-440B-4006-8814-0934AD0563DC}" type="presParOf" srcId="{9BF64B91-8084-4D6F-A165-6054C343A577}" destId="{F244AE28-09BB-40CE-A509-40032BB14465}"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40E16B-00B8-41C3-9EE5-403229CA1E6F}">
      <dsp:nvSpPr>
        <dsp:cNvPr id="0" name=""/>
        <dsp:cNvSpPr/>
      </dsp:nvSpPr>
      <dsp:spPr>
        <a:xfrm>
          <a:off x="1577340" y="1506"/>
          <a:ext cx="6309360" cy="780238"/>
        </a:xfrm>
        <a:prstGeom prst="rect">
          <a:avLst/>
        </a:prstGeom>
        <a:solidFill>
          <a:schemeClr val="accent3">
            <a:alpha val="90000"/>
            <a:tint val="40000"/>
            <a:hueOff val="0"/>
            <a:satOff val="0"/>
            <a:lumOff val="0"/>
            <a:alphaOff val="0"/>
          </a:schemeClr>
        </a:solidFill>
        <a:ln w="9525" cap="flat" cmpd="sng" algn="ctr">
          <a:prstDash val="solid"/>
        </a:ln>
        <a:effectLst/>
      </dsp:spPr>
      <dsp:style>
        <a:lnRef idx="1">
          <a:scrgbClr r="0" g="0" b="0"/>
        </a:lnRef>
        <a:fillRef idx="1">
          <a:scrgbClr r="0" g="0" b="0"/>
        </a:fillRef>
        <a:effectRef idx="0">
          <a:scrgbClr r="0" g="0" b="0"/>
        </a:effectRef>
        <a:fontRef idx="minor"/>
      </dsp:style>
      <dsp:txBody>
        <a:bodyPr spcFirstLastPara="0" vert="horz" wrap="square" lIns="122419" tIns="198180" rIns="122419" bIns="198180" numCol="1" spcCol="1270" anchor="ctr" anchorCtr="0">
          <a:noAutofit/>
        </a:bodyPr>
        <a:lstStyle/>
        <a:p>
          <a:pPr marL="0" lvl="0" indent="0" algn="l" defTabSz="622300">
            <a:lnSpc>
              <a:spcPct val="90000"/>
            </a:lnSpc>
            <a:spcBef>
              <a:spcPct val="0"/>
            </a:spcBef>
            <a:spcAft>
              <a:spcPct val="35000"/>
            </a:spcAft>
            <a:buNone/>
          </a:pPr>
          <a:r>
            <a:rPr lang="en-US" sz="1400" kern="1200"/>
            <a:t>Create a weekly themed campaign specifically for Tuesdays to drive viewership</a:t>
          </a:r>
        </a:p>
      </dsp:txBody>
      <dsp:txXfrm>
        <a:off x="1577340" y="1506"/>
        <a:ext cx="6309360" cy="780238"/>
      </dsp:txXfrm>
    </dsp:sp>
    <dsp:sp modelId="{477DC9C9-12A3-46D4-ABB2-E1F05BDD6D3A}">
      <dsp:nvSpPr>
        <dsp:cNvPr id="0" name=""/>
        <dsp:cNvSpPr/>
      </dsp:nvSpPr>
      <dsp:spPr>
        <a:xfrm>
          <a:off x="0" y="1506"/>
          <a:ext cx="1577340" cy="780238"/>
        </a:xfrm>
        <a:prstGeom prst="rect">
          <a:avLst/>
        </a:prstGeom>
        <a:gradFill rotWithShape="0">
          <a:gsLst>
            <a:gs pos="0">
              <a:schemeClr val="accent3">
                <a:hueOff val="0"/>
                <a:satOff val="0"/>
                <a:lumOff val="0"/>
                <a:alphaOff val="0"/>
                <a:tint val="100000"/>
                <a:shade val="100000"/>
              </a:schemeClr>
            </a:gs>
            <a:gs pos="100000">
              <a:schemeClr val="accent3">
                <a:hueOff val="0"/>
                <a:satOff val="0"/>
                <a:lumOff val="0"/>
                <a:alphaOff val="0"/>
                <a:tint val="50000"/>
                <a:shade val="100000"/>
              </a:schemeClr>
            </a:gs>
          </a:gsLst>
          <a:lin ang="16200000" scaled="0"/>
          <a:tileRect/>
        </a:gradFill>
        <a:ln w="9525" cap="flat" cmpd="sng" algn="ctr">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83468" tIns="77070" rIns="83468" bIns="77070" numCol="1" spcCol="1270" anchor="ctr" anchorCtr="0">
          <a:noAutofit/>
        </a:bodyPr>
        <a:lstStyle/>
        <a:p>
          <a:pPr marL="0" lvl="0" indent="0" algn="ctr" defTabSz="800100">
            <a:lnSpc>
              <a:spcPct val="90000"/>
            </a:lnSpc>
            <a:spcBef>
              <a:spcPct val="0"/>
            </a:spcBef>
            <a:spcAft>
              <a:spcPct val="35000"/>
            </a:spcAft>
            <a:buNone/>
          </a:pPr>
          <a:r>
            <a:rPr lang="en-US" sz="1800" kern="1200"/>
            <a:t>Create</a:t>
          </a:r>
        </a:p>
      </dsp:txBody>
      <dsp:txXfrm>
        <a:off x="0" y="1506"/>
        <a:ext cx="1577340" cy="780238"/>
      </dsp:txXfrm>
    </dsp:sp>
    <dsp:sp modelId="{7B3AB3EB-B7E5-4B79-8E5F-19EF9929E166}">
      <dsp:nvSpPr>
        <dsp:cNvPr id="0" name=""/>
        <dsp:cNvSpPr/>
      </dsp:nvSpPr>
      <dsp:spPr>
        <a:xfrm>
          <a:off x="1577340" y="828558"/>
          <a:ext cx="6309360" cy="780238"/>
        </a:xfrm>
        <a:prstGeom prst="rect">
          <a:avLst/>
        </a:prstGeom>
        <a:solidFill>
          <a:schemeClr val="accent3">
            <a:alpha val="90000"/>
            <a:tint val="40000"/>
            <a:hueOff val="0"/>
            <a:satOff val="0"/>
            <a:lumOff val="0"/>
            <a:alphaOff val="0"/>
          </a:schemeClr>
        </a:solidFill>
        <a:ln w="9525" cap="flat" cmpd="sng" algn="ctr">
          <a:prstDash val="solid"/>
        </a:ln>
        <a:effectLst/>
      </dsp:spPr>
      <dsp:style>
        <a:lnRef idx="1">
          <a:scrgbClr r="0" g="0" b="0"/>
        </a:lnRef>
        <a:fillRef idx="1">
          <a:scrgbClr r="0" g="0" b="0"/>
        </a:fillRef>
        <a:effectRef idx="0">
          <a:scrgbClr r="0" g="0" b="0"/>
        </a:effectRef>
        <a:fontRef idx="minor"/>
      </dsp:style>
      <dsp:txBody>
        <a:bodyPr spcFirstLastPara="0" vert="horz" wrap="square" lIns="122419" tIns="198180" rIns="122419" bIns="198180" numCol="1" spcCol="1270" anchor="ctr" anchorCtr="0">
          <a:noAutofit/>
        </a:bodyPr>
        <a:lstStyle/>
        <a:p>
          <a:pPr marL="0" lvl="0" indent="0" algn="l" defTabSz="622300">
            <a:lnSpc>
              <a:spcPct val="90000"/>
            </a:lnSpc>
            <a:spcBef>
              <a:spcPct val="0"/>
            </a:spcBef>
            <a:spcAft>
              <a:spcPct val="35000"/>
            </a:spcAft>
            <a:buNone/>
          </a:pPr>
          <a:r>
            <a:rPr lang="en-US" sz="1400" kern="1200"/>
            <a:t>Exclusive Content: Schedule a popular weekly show, a "mid-week match" replay, or exclusive behind-the-scenes sports content for Tuesday nights.</a:t>
          </a:r>
        </a:p>
      </dsp:txBody>
      <dsp:txXfrm>
        <a:off x="1577340" y="828558"/>
        <a:ext cx="6309360" cy="780238"/>
      </dsp:txXfrm>
    </dsp:sp>
    <dsp:sp modelId="{6DB19495-AC62-4A2A-909D-9290F1F0FBC5}">
      <dsp:nvSpPr>
        <dsp:cNvPr id="0" name=""/>
        <dsp:cNvSpPr/>
      </dsp:nvSpPr>
      <dsp:spPr>
        <a:xfrm>
          <a:off x="0" y="828558"/>
          <a:ext cx="1577340" cy="780238"/>
        </a:xfrm>
        <a:prstGeom prst="rect">
          <a:avLst/>
        </a:prstGeom>
        <a:gradFill rotWithShape="0">
          <a:gsLst>
            <a:gs pos="0">
              <a:schemeClr val="accent3">
                <a:hueOff val="0"/>
                <a:satOff val="0"/>
                <a:lumOff val="0"/>
                <a:alphaOff val="0"/>
                <a:tint val="100000"/>
                <a:shade val="100000"/>
              </a:schemeClr>
            </a:gs>
            <a:gs pos="100000">
              <a:schemeClr val="accent3">
                <a:hueOff val="0"/>
                <a:satOff val="0"/>
                <a:lumOff val="0"/>
                <a:alphaOff val="0"/>
                <a:tint val="50000"/>
                <a:shade val="100000"/>
              </a:schemeClr>
            </a:gs>
          </a:gsLst>
          <a:lin ang="16200000" scaled="0"/>
          <a:tileRect/>
        </a:gradFill>
        <a:ln w="9525" cap="flat" cmpd="sng" algn="ctr">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83468" tIns="77070" rIns="83468" bIns="77070" numCol="1" spcCol="1270" anchor="ctr" anchorCtr="0">
          <a:noAutofit/>
        </a:bodyPr>
        <a:lstStyle/>
        <a:p>
          <a:pPr marL="0" lvl="0" indent="0" algn="ctr" defTabSz="800100">
            <a:lnSpc>
              <a:spcPct val="90000"/>
            </a:lnSpc>
            <a:spcBef>
              <a:spcPct val="0"/>
            </a:spcBef>
            <a:spcAft>
              <a:spcPct val="35000"/>
            </a:spcAft>
            <a:buNone/>
          </a:pPr>
          <a:r>
            <a:rPr lang="en-US" sz="1800" kern="1200"/>
            <a:t>Content</a:t>
          </a:r>
        </a:p>
      </dsp:txBody>
      <dsp:txXfrm>
        <a:off x="0" y="828558"/>
        <a:ext cx="1577340" cy="780238"/>
      </dsp:txXfrm>
    </dsp:sp>
    <dsp:sp modelId="{9BA1E390-2A5D-47D6-9AF7-342D8E41B59B}">
      <dsp:nvSpPr>
        <dsp:cNvPr id="0" name=""/>
        <dsp:cNvSpPr/>
      </dsp:nvSpPr>
      <dsp:spPr>
        <a:xfrm>
          <a:off x="1577340" y="1655611"/>
          <a:ext cx="6309360" cy="780238"/>
        </a:xfrm>
        <a:prstGeom prst="rect">
          <a:avLst/>
        </a:prstGeom>
        <a:solidFill>
          <a:schemeClr val="accent3">
            <a:alpha val="90000"/>
            <a:tint val="40000"/>
            <a:hueOff val="0"/>
            <a:satOff val="0"/>
            <a:lumOff val="0"/>
            <a:alphaOff val="0"/>
          </a:schemeClr>
        </a:solidFill>
        <a:ln w="9525" cap="flat" cmpd="sng" algn="ctr">
          <a:prstDash val="solid"/>
        </a:ln>
        <a:effectLst/>
      </dsp:spPr>
      <dsp:style>
        <a:lnRef idx="1">
          <a:scrgbClr r="0" g="0" b="0"/>
        </a:lnRef>
        <a:fillRef idx="1">
          <a:scrgbClr r="0" g="0" b="0"/>
        </a:fillRef>
        <a:effectRef idx="0">
          <a:scrgbClr r="0" g="0" b="0"/>
        </a:effectRef>
        <a:fontRef idx="minor"/>
      </dsp:style>
      <dsp:txBody>
        <a:bodyPr spcFirstLastPara="0" vert="horz" wrap="square" lIns="122419" tIns="198180" rIns="122419" bIns="198180" numCol="1" spcCol="1270" anchor="ctr" anchorCtr="0">
          <a:noAutofit/>
        </a:bodyPr>
        <a:lstStyle/>
        <a:p>
          <a:pPr marL="0" lvl="0" indent="0" algn="l" defTabSz="622300">
            <a:lnSpc>
              <a:spcPct val="90000"/>
            </a:lnSpc>
            <a:spcBef>
              <a:spcPct val="0"/>
            </a:spcBef>
            <a:spcAft>
              <a:spcPct val="35000"/>
            </a:spcAft>
            <a:buNone/>
          </a:pPr>
          <a:r>
            <a:rPr lang="en-US" sz="1400" kern="1200"/>
            <a:t>Targeted Push Notifications: Send a "Don't miss out on Tactical Tuesday!" notification to all users on Tuesday afternoon (e.g., 16:00).</a:t>
          </a:r>
        </a:p>
      </dsp:txBody>
      <dsp:txXfrm>
        <a:off x="1577340" y="1655611"/>
        <a:ext cx="6309360" cy="780238"/>
      </dsp:txXfrm>
    </dsp:sp>
    <dsp:sp modelId="{18A94114-7701-4125-B254-A44D55B2BEFE}">
      <dsp:nvSpPr>
        <dsp:cNvPr id="0" name=""/>
        <dsp:cNvSpPr/>
      </dsp:nvSpPr>
      <dsp:spPr>
        <a:xfrm>
          <a:off x="0" y="1655611"/>
          <a:ext cx="1577340" cy="780238"/>
        </a:xfrm>
        <a:prstGeom prst="rect">
          <a:avLst/>
        </a:prstGeom>
        <a:gradFill rotWithShape="0">
          <a:gsLst>
            <a:gs pos="0">
              <a:schemeClr val="accent3">
                <a:hueOff val="0"/>
                <a:satOff val="0"/>
                <a:lumOff val="0"/>
                <a:alphaOff val="0"/>
                <a:tint val="100000"/>
                <a:shade val="100000"/>
              </a:schemeClr>
            </a:gs>
            <a:gs pos="100000">
              <a:schemeClr val="accent3">
                <a:hueOff val="0"/>
                <a:satOff val="0"/>
                <a:lumOff val="0"/>
                <a:alphaOff val="0"/>
                <a:tint val="50000"/>
                <a:shade val="100000"/>
              </a:schemeClr>
            </a:gs>
          </a:gsLst>
          <a:lin ang="16200000" scaled="0"/>
          <a:tileRect/>
        </a:gradFill>
        <a:ln w="9525" cap="flat" cmpd="sng" algn="ctr">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83468" tIns="77070" rIns="83468" bIns="77070" numCol="1" spcCol="1270" anchor="ctr" anchorCtr="0">
          <a:noAutofit/>
        </a:bodyPr>
        <a:lstStyle/>
        <a:p>
          <a:pPr marL="0" lvl="0" indent="0" algn="ctr" defTabSz="800100">
            <a:lnSpc>
              <a:spcPct val="90000"/>
            </a:lnSpc>
            <a:spcBef>
              <a:spcPct val="0"/>
            </a:spcBef>
            <a:spcAft>
              <a:spcPct val="35000"/>
            </a:spcAft>
            <a:buNone/>
          </a:pPr>
          <a:r>
            <a:rPr lang="en-US" sz="1800" kern="1200"/>
            <a:t>Send</a:t>
          </a:r>
        </a:p>
      </dsp:txBody>
      <dsp:txXfrm>
        <a:off x="0" y="1655611"/>
        <a:ext cx="1577340" cy="780238"/>
      </dsp:txXfrm>
    </dsp:sp>
    <dsp:sp modelId="{F244AE28-09BB-40CE-A509-40032BB14465}">
      <dsp:nvSpPr>
        <dsp:cNvPr id="0" name=""/>
        <dsp:cNvSpPr/>
      </dsp:nvSpPr>
      <dsp:spPr>
        <a:xfrm>
          <a:off x="1577340" y="2482663"/>
          <a:ext cx="6309360" cy="780238"/>
        </a:xfrm>
        <a:prstGeom prst="rect">
          <a:avLst/>
        </a:prstGeom>
        <a:solidFill>
          <a:schemeClr val="accent3">
            <a:alpha val="90000"/>
            <a:tint val="40000"/>
            <a:hueOff val="0"/>
            <a:satOff val="0"/>
            <a:lumOff val="0"/>
            <a:alphaOff val="0"/>
          </a:schemeClr>
        </a:solidFill>
        <a:ln w="9525" cap="flat" cmpd="sng" algn="ctr">
          <a:prstDash val="solid"/>
        </a:ln>
        <a:effectLst/>
      </dsp:spPr>
      <dsp:style>
        <a:lnRef idx="1">
          <a:scrgbClr r="0" g="0" b="0"/>
        </a:lnRef>
        <a:fillRef idx="1">
          <a:scrgbClr r="0" g="0" b="0"/>
        </a:fillRef>
        <a:effectRef idx="0">
          <a:scrgbClr r="0" g="0" b="0"/>
        </a:effectRef>
        <a:fontRef idx="minor"/>
      </dsp:style>
      <dsp:txBody>
        <a:bodyPr spcFirstLastPara="0" vert="horz" wrap="square" lIns="122419" tIns="198180" rIns="122419" bIns="198180" numCol="1" spcCol="1270" anchor="ctr" anchorCtr="0">
          <a:noAutofit/>
        </a:bodyPr>
        <a:lstStyle/>
        <a:p>
          <a:pPr marL="0" lvl="0" indent="0" algn="l" defTabSz="622300">
            <a:lnSpc>
              <a:spcPct val="90000"/>
            </a:lnSpc>
            <a:spcBef>
              <a:spcPct val="0"/>
            </a:spcBef>
            <a:spcAft>
              <a:spcPct val="35000"/>
            </a:spcAft>
            <a:buNone/>
          </a:pPr>
          <a:r>
            <a:rPr lang="en-US" sz="1400" kern="1200"/>
            <a:t>Incentives: Offer a small data prize or a "double loyalty points" for subscribers who watch for more than 60 minutes on Tuesday evening.</a:t>
          </a:r>
        </a:p>
      </dsp:txBody>
      <dsp:txXfrm>
        <a:off x="1577340" y="2482663"/>
        <a:ext cx="6309360" cy="780238"/>
      </dsp:txXfrm>
    </dsp:sp>
    <dsp:sp modelId="{E7E6E335-AFC2-4753-A327-5114E69DBFA0}">
      <dsp:nvSpPr>
        <dsp:cNvPr id="0" name=""/>
        <dsp:cNvSpPr/>
      </dsp:nvSpPr>
      <dsp:spPr>
        <a:xfrm>
          <a:off x="0" y="2482663"/>
          <a:ext cx="1577340" cy="780238"/>
        </a:xfrm>
        <a:prstGeom prst="rect">
          <a:avLst/>
        </a:prstGeom>
        <a:gradFill rotWithShape="0">
          <a:gsLst>
            <a:gs pos="0">
              <a:schemeClr val="accent3">
                <a:hueOff val="0"/>
                <a:satOff val="0"/>
                <a:lumOff val="0"/>
                <a:alphaOff val="0"/>
                <a:tint val="100000"/>
                <a:shade val="100000"/>
              </a:schemeClr>
            </a:gs>
            <a:gs pos="100000">
              <a:schemeClr val="accent3">
                <a:hueOff val="0"/>
                <a:satOff val="0"/>
                <a:lumOff val="0"/>
                <a:alphaOff val="0"/>
                <a:tint val="50000"/>
                <a:shade val="100000"/>
              </a:schemeClr>
            </a:gs>
          </a:gsLst>
          <a:lin ang="16200000" scaled="0"/>
          <a:tileRect/>
        </a:gradFill>
        <a:ln w="9525" cap="flat" cmpd="sng" algn="ctr">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83468" tIns="77070" rIns="83468" bIns="77070" numCol="1" spcCol="1270" anchor="ctr" anchorCtr="0">
          <a:noAutofit/>
        </a:bodyPr>
        <a:lstStyle/>
        <a:p>
          <a:pPr marL="0" lvl="0" indent="0" algn="ctr" defTabSz="800100">
            <a:lnSpc>
              <a:spcPct val="90000"/>
            </a:lnSpc>
            <a:spcBef>
              <a:spcPct val="0"/>
            </a:spcBef>
            <a:spcAft>
              <a:spcPct val="35000"/>
            </a:spcAft>
            <a:buNone/>
          </a:pPr>
          <a:r>
            <a:rPr lang="en-US" sz="1800" kern="1200"/>
            <a:t>Offer</a:t>
          </a:r>
        </a:p>
      </dsp:txBody>
      <dsp:txXfrm>
        <a:off x="0" y="2482663"/>
        <a:ext cx="1577340" cy="780238"/>
      </dsp:txXfrm>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slidesgo.com/"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2" name="Google Shape;9;p2"/>
          <p:cNvPicPr/>
          <p:nvPr/>
        </p:nvPicPr>
        <p:blipFill>
          <a:blip r:embed="rId2">
            <a:alphaModFix amt="42000"/>
          </a:blip>
          <a:stretch/>
        </p:blipFill>
        <p:spPr>
          <a:xfrm>
            <a:off x="0" y="0"/>
            <a:ext cx="9143640" cy="5142960"/>
          </a:xfrm>
          <a:prstGeom prst="rect">
            <a:avLst/>
          </a:prstGeom>
          <a:noFill/>
          <a:ln w="0">
            <a:noFill/>
          </a:ln>
        </p:spPr>
      </p:pic>
      <p:sp>
        <p:nvSpPr>
          <p:cNvPr id="3" name="Google Shape;11;p2"/>
          <p:cNvSpPr/>
          <p:nvPr/>
        </p:nvSpPr>
        <p:spPr>
          <a:xfrm rot="7936800">
            <a:off x="7881120" y="-1192320"/>
            <a:ext cx="1702080" cy="3461400"/>
          </a:xfrm>
          <a:custGeom>
            <a:avLst/>
            <a:gdLst>
              <a:gd name="textAreaLeft" fmla="*/ 0 w 1702080"/>
              <a:gd name="textAreaRight" fmla="*/ 1702440 w 1702080"/>
              <a:gd name="textAreaTop" fmla="*/ 0 h 3461400"/>
              <a:gd name="textAreaBottom" fmla="*/ 3461760 h 346140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 name="Google Shape;12;p2"/>
          <p:cNvSpPr/>
          <p:nvPr/>
        </p:nvSpPr>
        <p:spPr>
          <a:xfrm rot="7936800">
            <a:off x="8009280" y="-1422720"/>
            <a:ext cx="1702080" cy="3461400"/>
          </a:xfrm>
          <a:custGeom>
            <a:avLst/>
            <a:gdLst>
              <a:gd name="textAreaLeft" fmla="*/ 0 w 1702080"/>
              <a:gd name="textAreaRight" fmla="*/ 1702440 w 1702080"/>
              <a:gd name="textAreaTop" fmla="*/ 0 h 3461400"/>
              <a:gd name="textAreaBottom" fmla="*/ 3461760 h 346140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 name="Google Shape;13;p2"/>
          <p:cNvSpPr/>
          <p:nvPr/>
        </p:nvSpPr>
        <p:spPr>
          <a:xfrm rot="7936800">
            <a:off x="8175240" y="-1652760"/>
            <a:ext cx="1702080" cy="3461400"/>
          </a:xfrm>
          <a:custGeom>
            <a:avLst/>
            <a:gdLst>
              <a:gd name="textAreaLeft" fmla="*/ 0 w 1702080"/>
              <a:gd name="textAreaRight" fmla="*/ 1702440 w 1702080"/>
              <a:gd name="textAreaTop" fmla="*/ 0 h 3461400"/>
              <a:gd name="textAreaBottom" fmla="*/ 3461760 h 346140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 name="Google Shape;14;p2"/>
          <p:cNvSpPr/>
          <p:nvPr/>
        </p:nvSpPr>
        <p:spPr>
          <a:xfrm rot="724800">
            <a:off x="8134920" y="3819240"/>
            <a:ext cx="1573920" cy="1684800"/>
          </a:xfrm>
          <a:custGeom>
            <a:avLst/>
            <a:gdLst>
              <a:gd name="textAreaLeft" fmla="*/ 0 w 1573920"/>
              <a:gd name="textAreaRight" fmla="*/ 1574280 w 1573920"/>
              <a:gd name="textAreaTop" fmla="*/ 0 h 1684800"/>
              <a:gd name="textAreaBottom" fmla="*/ 1685160 h 1684800"/>
            </a:gdLst>
            <a:ahLst/>
            <a:cxnLst/>
            <a:rect l="textAreaLeft" t="textAreaTop" r="textAreaRight" b="textAreaBottom"/>
            <a:pathLst>
              <a:path w="5233" h="5601">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 name="Google Shape;15;p2"/>
          <p:cNvSpPr/>
          <p:nvPr/>
        </p:nvSpPr>
        <p:spPr>
          <a:xfrm rot="724800">
            <a:off x="8269560" y="3972960"/>
            <a:ext cx="1573920" cy="1684800"/>
          </a:xfrm>
          <a:custGeom>
            <a:avLst/>
            <a:gdLst>
              <a:gd name="textAreaLeft" fmla="*/ 0 w 1573920"/>
              <a:gd name="textAreaRight" fmla="*/ 1574280 w 1573920"/>
              <a:gd name="textAreaTop" fmla="*/ 0 h 1684800"/>
              <a:gd name="textAreaBottom" fmla="*/ 1685160 h 1684800"/>
            </a:gdLst>
            <a:ahLst/>
            <a:cxnLst/>
            <a:rect l="textAreaLeft" t="textAreaTop" r="textAreaRight" b="textAreaBottom"/>
            <a:pathLst>
              <a:path w="5233" h="5601">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 name="Google Shape;16;p2"/>
          <p:cNvSpPr/>
          <p:nvPr/>
        </p:nvSpPr>
        <p:spPr>
          <a:xfrm rot="724800">
            <a:off x="8448480" y="4132800"/>
            <a:ext cx="1573920" cy="1684800"/>
          </a:xfrm>
          <a:custGeom>
            <a:avLst/>
            <a:gdLst>
              <a:gd name="textAreaLeft" fmla="*/ 0 w 1573920"/>
              <a:gd name="textAreaRight" fmla="*/ 1574280 w 1573920"/>
              <a:gd name="textAreaTop" fmla="*/ 0 h 1684800"/>
              <a:gd name="textAreaBottom" fmla="*/ 1685160 h 1684800"/>
            </a:gdLst>
            <a:ahLst/>
            <a:cxnLst/>
            <a:rect l="textAreaLeft" t="textAreaTop" r="textAreaRight" b="textAreaBottom"/>
            <a:pathLst>
              <a:path w="5233" h="5601">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 name="PlaceHolder 1"/>
          <p:cNvSpPr>
            <a:spLocks noGrp="1"/>
          </p:cNvSpPr>
          <p:nvPr>
            <p:ph type="title"/>
          </p:nvPr>
        </p:nvSpPr>
        <p:spPr>
          <a:xfrm>
            <a:off x="4632840" y="724680"/>
            <a:ext cx="3376080" cy="307872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sp>
        <p:nvSpPr>
          <p:cNvPr id="1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11" name="Google Shape;116;p11"/>
          <p:cNvPicPr/>
          <p:nvPr/>
        </p:nvPicPr>
        <p:blipFill>
          <a:blip r:embed="rId2">
            <a:alphaModFix amt="42000"/>
          </a:blip>
          <a:stretch/>
        </p:blipFill>
        <p:spPr>
          <a:xfrm>
            <a:off x="0" y="0"/>
            <a:ext cx="9143640" cy="5142960"/>
          </a:xfrm>
          <a:prstGeom prst="rect">
            <a:avLst/>
          </a:prstGeom>
          <a:noFill/>
          <a:ln w="0">
            <a:noFill/>
          </a:ln>
        </p:spPr>
      </p:pic>
      <p:sp>
        <p:nvSpPr>
          <p:cNvPr id="12" name="Google Shape;117;p11"/>
          <p:cNvSpPr/>
          <p:nvPr/>
        </p:nvSpPr>
        <p:spPr>
          <a:xfrm>
            <a:off x="320760" y="235080"/>
            <a:ext cx="8846640" cy="4930920"/>
          </a:xfrm>
          <a:custGeom>
            <a:avLst/>
            <a:gdLst>
              <a:gd name="textAreaLeft" fmla="*/ 0 w 8846640"/>
              <a:gd name="textAreaRight" fmla="*/ 8847000 w 8846640"/>
              <a:gd name="textAreaTop" fmla="*/ 0 h 4930920"/>
              <a:gd name="textAreaBottom" fmla="*/ 4931280 h 4930920"/>
            </a:gdLst>
            <a:ahLst/>
            <a:cxnLst/>
            <a:rect l="textAreaLeft" t="textAreaTop" r="textAreaRight" b="textAreaBottom"/>
            <a:pathLst>
              <a:path w="353882" h="197250">
                <a:moveTo>
                  <a:pt x="37302" y="0"/>
                </a:moveTo>
                <a:lnTo>
                  <a:pt x="353882" y="20954"/>
                </a:lnTo>
                <a:lnTo>
                  <a:pt x="353328" y="196996"/>
                </a:lnTo>
                <a:lnTo>
                  <a:pt x="22888" y="196996"/>
                </a:lnTo>
                <a:lnTo>
                  <a:pt x="0" y="197250"/>
                </a:lnTo>
                <a:lnTo>
                  <a:pt x="28973" y="6422"/>
                </a:lnTo>
                <a:close/>
              </a:path>
            </a:pathLst>
          </a:custGeom>
          <a:gradFill rotWithShape="0">
            <a:gsLst>
              <a:gs pos="0">
                <a:srgbClr val="FFFFFF"/>
              </a:gs>
              <a:gs pos="100000">
                <a:srgbClr val="EBE0DD"/>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13" name="Google Shape;118;p11"/>
          <p:cNvGrpSpPr/>
          <p:nvPr/>
        </p:nvGrpSpPr>
        <p:grpSpPr>
          <a:xfrm>
            <a:off x="905040" y="-63360"/>
            <a:ext cx="468360" cy="549720"/>
            <a:chOff x="905040" y="-63360"/>
            <a:chExt cx="468360" cy="549720"/>
          </a:xfrm>
        </p:grpSpPr>
        <p:sp>
          <p:nvSpPr>
            <p:cNvPr id="14" name="Google Shape;119;p11"/>
            <p:cNvSpPr/>
            <p:nvPr/>
          </p:nvSpPr>
          <p:spPr>
            <a:xfrm rot="19596600">
              <a:off x="932760" y="165960"/>
              <a:ext cx="412200" cy="225360"/>
            </a:xfrm>
            <a:custGeom>
              <a:avLst/>
              <a:gdLst>
                <a:gd name="textAreaLeft" fmla="*/ 0 w 412200"/>
                <a:gd name="textAreaRight" fmla="*/ 412560 w 412200"/>
                <a:gd name="textAreaTop" fmla="*/ 0 h 225360"/>
                <a:gd name="textAreaBottom" fmla="*/ 225720 h 225360"/>
              </a:gdLst>
              <a:ahLst/>
              <a:cxnLst/>
              <a:rect l="textAreaLeft" t="textAreaTop" r="textAreaRight" b="textAreaBottom"/>
              <a:pathLst>
                <a:path w="9341" h="5111">
                  <a:moveTo>
                    <a:pt x="3631" y="1"/>
                  </a:moveTo>
                  <a:lnTo>
                    <a:pt x="3631" y="1172"/>
                  </a:lnTo>
                  <a:lnTo>
                    <a:pt x="0" y="5110"/>
                  </a:lnTo>
                  <a:lnTo>
                    <a:pt x="9340" y="4686"/>
                  </a:lnTo>
                  <a:lnTo>
                    <a:pt x="4670" y="1172"/>
                  </a:lnTo>
                  <a:lnTo>
                    <a:pt x="4670"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 name="Google Shape;120;p11"/>
            <p:cNvSpPr/>
            <p:nvPr/>
          </p:nvSpPr>
          <p:spPr>
            <a:xfrm>
              <a:off x="1063080" y="-63360"/>
              <a:ext cx="1080" cy="276480"/>
            </a:xfrm>
            <a:custGeom>
              <a:avLst/>
              <a:gdLst>
                <a:gd name="textAreaLeft" fmla="*/ 0 w 1080"/>
                <a:gd name="textAreaRight" fmla="*/ 1440 w 1080"/>
                <a:gd name="textAreaTop" fmla="*/ 0 h 276480"/>
                <a:gd name="textAreaBottom" fmla="*/ 276840 h 276480"/>
              </a:gdLst>
              <a:ahLst/>
              <a:cxnLst/>
              <a:rect l="textAreaLeft" t="textAreaTop" r="textAreaRight" b="textAreaBottom"/>
              <a:pathLst>
                <a:path w="30" h="6267">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a:solidFill>
                <a:srgbClr val="005458"/>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6" name="PlaceHolder 1"/>
          <p:cNvSpPr>
            <a:spLocks noGrp="1"/>
          </p:cNvSpPr>
          <p:nvPr>
            <p:ph type="title"/>
          </p:nvPr>
        </p:nvSpPr>
        <p:spPr>
          <a:xfrm>
            <a:off x="1279080" y="683280"/>
            <a:ext cx="6585120" cy="1289520"/>
          </a:xfrm>
          <a:prstGeom prst="rect">
            <a:avLst/>
          </a:prstGeom>
          <a:noFill/>
          <a:ln w="0">
            <a:noFill/>
          </a:ln>
        </p:spPr>
        <p:txBody>
          <a:bodyPr lIns="91440" tIns="91440" rIns="91440" bIns="91440" anchor="t">
            <a:noAutofit/>
          </a:bodyPr>
          <a:lstStyle/>
          <a:p>
            <a:pPr indent="0" algn="r">
              <a:lnSpc>
                <a:spcPct val="100000"/>
              </a:lnSpc>
              <a:buNone/>
            </a:pPr>
            <a:r>
              <a:rPr lang="fr-FR" sz="7500" b="0" u="none" strike="noStrike">
                <a:solidFill>
                  <a:schemeClr val="dk1"/>
                </a:solidFill>
                <a:effectLst/>
                <a:uFillTx/>
                <a:latin typeface="Archivo Black"/>
                <a:ea typeface="Archivo Black"/>
              </a:rPr>
              <a:t>xx%</a:t>
            </a:r>
            <a:endParaRPr lang="fr-FR" sz="7500" b="0" u="none" strike="noStrike">
              <a:solidFill>
                <a:schemeClr val="dk1"/>
              </a:solidFill>
              <a:effectLst/>
              <a:uFillTx/>
              <a:latin typeface="Arial"/>
            </a:endParaRPr>
          </a:p>
        </p:txBody>
      </p:sp>
      <p:sp>
        <p:nvSpPr>
          <p:cNvPr id="17" name="PlaceHolder 2"/>
          <p:cNvSpPr>
            <a:spLocks noGrp="1"/>
          </p:cNvSpPr>
          <p:nvPr>
            <p:ph type="body"/>
          </p:nvPr>
        </p:nvSpPr>
        <p:spPr>
          <a:xfrm>
            <a:off x="1380600" y="1901520"/>
            <a:ext cx="6382800" cy="4503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pic>
        <p:nvPicPr>
          <p:cNvPr id="18" name="Google Shape;125;p13"/>
          <p:cNvPicPr/>
          <p:nvPr/>
        </p:nvPicPr>
        <p:blipFill>
          <a:blip r:embed="rId2">
            <a:alphaModFix amt="42000"/>
          </a:blip>
          <a:stretch/>
        </p:blipFill>
        <p:spPr>
          <a:xfrm>
            <a:off x="0" y="0"/>
            <a:ext cx="9143640" cy="5142960"/>
          </a:xfrm>
          <a:prstGeom prst="rect">
            <a:avLst/>
          </a:prstGeom>
          <a:noFill/>
          <a:ln w="0">
            <a:noFill/>
          </a:ln>
        </p:spPr>
      </p:pic>
      <p:sp>
        <p:nvSpPr>
          <p:cNvPr id="19" name="PlaceHolder 1"/>
          <p:cNvSpPr>
            <a:spLocks noGrp="1"/>
          </p:cNvSpPr>
          <p:nvPr>
            <p:ph type="title"/>
          </p:nvPr>
        </p:nvSpPr>
        <p:spPr>
          <a:xfrm>
            <a:off x="4637160" y="3079800"/>
            <a:ext cx="933120" cy="864000"/>
          </a:xfrm>
          <a:prstGeom prst="rect">
            <a:avLst/>
          </a:prstGeom>
          <a:noFill/>
          <a:ln w="0">
            <a:noFill/>
          </a:ln>
        </p:spPr>
        <p:txBody>
          <a:bodyPr lIns="91440" tIns="91440" rIns="91440" bIns="91440" anchor="t">
            <a:noAutofit/>
          </a:bodyPr>
          <a:lstStyle/>
          <a:p>
            <a:pPr indent="0" algn="r">
              <a:lnSpc>
                <a:spcPct val="100000"/>
              </a:lnSpc>
              <a:buNone/>
            </a:pPr>
            <a:r>
              <a:rPr lang="fr-FR" sz="4100" b="0" u="none" strike="noStrike">
                <a:solidFill>
                  <a:schemeClr val="lt2"/>
                </a:solidFill>
                <a:effectLst/>
                <a:uFillTx/>
                <a:latin typeface="Archivo Black"/>
                <a:ea typeface="Archivo Black"/>
              </a:rPr>
              <a:t>xx%</a:t>
            </a:r>
            <a:endParaRPr lang="fr-FR" sz="4100" b="0" u="none" strike="noStrike">
              <a:solidFill>
                <a:schemeClr val="dk1"/>
              </a:solidFill>
              <a:effectLst/>
              <a:uFillTx/>
              <a:latin typeface="Arial"/>
            </a:endParaRPr>
          </a:p>
        </p:txBody>
      </p:sp>
      <p:sp>
        <p:nvSpPr>
          <p:cNvPr id="20" name="PlaceHolder 2"/>
          <p:cNvSpPr>
            <a:spLocks noGrp="1"/>
          </p:cNvSpPr>
          <p:nvPr>
            <p:ph type="title"/>
          </p:nvPr>
        </p:nvSpPr>
        <p:spPr>
          <a:xfrm>
            <a:off x="1200240" y="2061720"/>
            <a:ext cx="2275920" cy="544320"/>
          </a:xfrm>
          <a:prstGeom prst="rect">
            <a:avLst/>
          </a:prstGeom>
          <a:noFill/>
          <a:ln w="0">
            <a:noFill/>
          </a:ln>
        </p:spPr>
        <p:txBody>
          <a:bodyPr lIns="91440" tIns="91440" rIns="91440" bIns="91440" anchor="t">
            <a:noAutofit/>
          </a:bodyPr>
          <a:lstStyle/>
          <a:p>
            <a:pPr indent="0">
              <a:buNone/>
            </a:pPr>
            <a:r>
              <a:rPr lang="fr-FR" sz="1400" b="0" u="none" strike="noStrike">
                <a:solidFill>
                  <a:schemeClr val="dk1"/>
                </a:solidFill>
                <a:effectLst/>
                <a:uFillTx/>
                <a:latin typeface="Arial"/>
              </a:rPr>
              <a:t>Click to edit the title text format</a:t>
            </a:r>
          </a:p>
        </p:txBody>
      </p:sp>
      <p:sp>
        <p:nvSpPr>
          <p:cNvPr id="21" name="PlaceHolder 3"/>
          <p:cNvSpPr>
            <a:spLocks noGrp="1"/>
          </p:cNvSpPr>
          <p:nvPr>
            <p:ph type="title"/>
          </p:nvPr>
        </p:nvSpPr>
        <p:spPr>
          <a:xfrm>
            <a:off x="1208520" y="3713400"/>
            <a:ext cx="2275920" cy="544320"/>
          </a:xfrm>
          <a:prstGeom prst="rect">
            <a:avLst/>
          </a:prstGeom>
          <a:noFill/>
          <a:ln w="0">
            <a:noFill/>
          </a:ln>
        </p:spPr>
        <p:txBody>
          <a:bodyPr lIns="91440" tIns="91440" rIns="91440" bIns="91440" anchor="t">
            <a:noAutofit/>
          </a:bodyPr>
          <a:lstStyle/>
          <a:p>
            <a:pPr indent="0">
              <a:buNone/>
            </a:pPr>
            <a:r>
              <a:rPr lang="fr-FR" sz="1400" b="0" u="none" strike="noStrike">
                <a:solidFill>
                  <a:schemeClr val="dk1"/>
                </a:solidFill>
                <a:effectLst/>
                <a:uFillTx/>
                <a:latin typeface="Arial"/>
              </a:rPr>
              <a:t>Click to edit the title text format</a:t>
            </a:r>
          </a:p>
        </p:txBody>
      </p:sp>
      <p:sp>
        <p:nvSpPr>
          <p:cNvPr id="22" name="PlaceHolder 4"/>
          <p:cNvSpPr>
            <a:spLocks noGrp="1"/>
          </p:cNvSpPr>
          <p:nvPr>
            <p:ph type="title"/>
          </p:nvPr>
        </p:nvSpPr>
        <p:spPr>
          <a:xfrm>
            <a:off x="1037520" y="3026880"/>
            <a:ext cx="2446920" cy="765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23" name="PlaceHolder 5"/>
          <p:cNvSpPr>
            <a:spLocks noGrp="1"/>
          </p:cNvSpPr>
          <p:nvPr>
            <p:ph type="title"/>
          </p:nvPr>
        </p:nvSpPr>
        <p:spPr>
          <a:xfrm>
            <a:off x="5657760" y="2061720"/>
            <a:ext cx="2275920" cy="544320"/>
          </a:xfrm>
          <a:prstGeom prst="rect">
            <a:avLst/>
          </a:prstGeom>
          <a:noFill/>
          <a:ln w="0">
            <a:noFill/>
          </a:ln>
        </p:spPr>
        <p:txBody>
          <a:bodyPr lIns="91440" tIns="91440" rIns="91440" bIns="91440" anchor="t">
            <a:noAutofit/>
          </a:bodyPr>
          <a:lstStyle/>
          <a:p>
            <a:pPr indent="0">
              <a:buNone/>
            </a:pPr>
            <a:r>
              <a:rPr lang="fr-FR" sz="1400" b="0" u="none" strike="noStrike">
                <a:solidFill>
                  <a:schemeClr val="dk1"/>
                </a:solidFill>
                <a:effectLst/>
                <a:uFillTx/>
                <a:latin typeface="Arial"/>
              </a:rPr>
              <a:t>Click to edit the title text format</a:t>
            </a:r>
          </a:p>
        </p:txBody>
      </p:sp>
      <p:sp>
        <p:nvSpPr>
          <p:cNvPr id="24" name="PlaceHolder 6"/>
          <p:cNvSpPr>
            <a:spLocks noGrp="1"/>
          </p:cNvSpPr>
          <p:nvPr>
            <p:ph type="title"/>
          </p:nvPr>
        </p:nvSpPr>
        <p:spPr>
          <a:xfrm>
            <a:off x="5679000" y="3713400"/>
            <a:ext cx="2275920" cy="544320"/>
          </a:xfrm>
          <a:prstGeom prst="rect">
            <a:avLst/>
          </a:prstGeom>
          <a:noFill/>
          <a:ln w="0">
            <a:noFill/>
          </a:ln>
        </p:spPr>
        <p:txBody>
          <a:bodyPr lIns="91440" tIns="91440" rIns="91440" bIns="91440" anchor="t">
            <a:noAutofit/>
          </a:bodyPr>
          <a:lstStyle/>
          <a:p>
            <a:pPr indent="0">
              <a:buNone/>
            </a:pPr>
            <a:r>
              <a:rPr lang="fr-FR" sz="1400" b="0" u="none" strike="noStrike">
                <a:solidFill>
                  <a:schemeClr val="dk1"/>
                </a:solidFill>
                <a:effectLst/>
                <a:uFillTx/>
                <a:latin typeface="Arial"/>
              </a:rPr>
              <a:t>Click to edit the title text format</a:t>
            </a:r>
          </a:p>
        </p:txBody>
      </p:sp>
      <p:sp>
        <p:nvSpPr>
          <p:cNvPr id="25" name="PlaceHolder 7"/>
          <p:cNvSpPr>
            <a:spLocks noGrp="1"/>
          </p:cNvSpPr>
          <p:nvPr>
            <p:ph type="title"/>
          </p:nvPr>
        </p:nvSpPr>
        <p:spPr>
          <a:xfrm>
            <a:off x="5660640" y="3336120"/>
            <a:ext cx="2430720" cy="41688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26" name="PlaceHolder 8"/>
          <p:cNvSpPr>
            <a:spLocks noGrp="1"/>
          </p:cNvSpPr>
          <p:nvPr>
            <p:ph type="title"/>
          </p:nvPr>
        </p:nvSpPr>
        <p:spPr>
          <a:xfrm>
            <a:off x="3581280" y="3079800"/>
            <a:ext cx="933120" cy="864000"/>
          </a:xfrm>
          <a:prstGeom prst="rect">
            <a:avLst/>
          </a:prstGeom>
          <a:noFill/>
          <a:ln w="0">
            <a:noFill/>
          </a:ln>
        </p:spPr>
        <p:txBody>
          <a:bodyPr lIns="91440" tIns="91440" rIns="91440" bIns="91440" anchor="t">
            <a:noAutofit/>
          </a:bodyPr>
          <a:lstStyle/>
          <a:p>
            <a:pPr indent="0">
              <a:lnSpc>
                <a:spcPct val="100000"/>
              </a:lnSpc>
              <a:buNone/>
            </a:pPr>
            <a:r>
              <a:rPr lang="fr-FR" sz="4100" b="0" u="none" strike="noStrike">
                <a:solidFill>
                  <a:schemeClr val="lt2"/>
                </a:solidFill>
                <a:effectLst/>
                <a:uFillTx/>
                <a:latin typeface="Archivo Black"/>
                <a:ea typeface="Archivo Black"/>
              </a:rPr>
              <a:t>xx%</a:t>
            </a:r>
            <a:endParaRPr lang="fr-FR" sz="4100" b="0" u="none" strike="noStrike">
              <a:solidFill>
                <a:schemeClr val="dk1"/>
              </a:solidFill>
              <a:effectLst/>
              <a:uFillTx/>
              <a:latin typeface="Arial"/>
            </a:endParaRPr>
          </a:p>
        </p:txBody>
      </p:sp>
      <p:sp>
        <p:nvSpPr>
          <p:cNvPr id="27" name="PlaceHolder 9"/>
          <p:cNvSpPr>
            <a:spLocks noGrp="1"/>
          </p:cNvSpPr>
          <p:nvPr>
            <p:ph type="title"/>
          </p:nvPr>
        </p:nvSpPr>
        <p:spPr>
          <a:xfrm>
            <a:off x="4637160" y="1443600"/>
            <a:ext cx="933120" cy="864000"/>
          </a:xfrm>
          <a:prstGeom prst="rect">
            <a:avLst/>
          </a:prstGeom>
          <a:noFill/>
          <a:ln w="0">
            <a:noFill/>
          </a:ln>
        </p:spPr>
        <p:txBody>
          <a:bodyPr lIns="91440" tIns="91440" rIns="91440" bIns="91440" anchor="t">
            <a:noAutofit/>
          </a:bodyPr>
          <a:lstStyle/>
          <a:p>
            <a:pPr indent="0" algn="r">
              <a:lnSpc>
                <a:spcPct val="100000"/>
              </a:lnSpc>
              <a:buNone/>
            </a:pPr>
            <a:r>
              <a:rPr lang="fr-FR" sz="4100" b="0" u="none" strike="noStrike">
                <a:solidFill>
                  <a:schemeClr val="lt2"/>
                </a:solidFill>
                <a:effectLst/>
                <a:uFillTx/>
                <a:latin typeface="Archivo Black"/>
                <a:ea typeface="Archivo Black"/>
              </a:rPr>
              <a:t>xx%</a:t>
            </a:r>
            <a:endParaRPr lang="fr-FR" sz="4100" b="0" u="none" strike="noStrike">
              <a:solidFill>
                <a:schemeClr val="dk1"/>
              </a:solidFill>
              <a:effectLst/>
              <a:uFillTx/>
              <a:latin typeface="Arial"/>
            </a:endParaRPr>
          </a:p>
        </p:txBody>
      </p:sp>
      <p:sp>
        <p:nvSpPr>
          <p:cNvPr id="28" name="PlaceHolder 10"/>
          <p:cNvSpPr>
            <a:spLocks noGrp="1"/>
          </p:cNvSpPr>
          <p:nvPr>
            <p:ph type="title"/>
          </p:nvPr>
        </p:nvSpPr>
        <p:spPr>
          <a:xfrm>
            <a:off x="3590280" y="1443600"/>
            <a:ext cx="933120" cy="864000"/>
          </a:xfrm>
          <a:prstGeom prst="rect">
            <a:avLst/>
          </a:prstGeom>
          <a:noFill/>
          <a:ln w="0">
            <a:noFill/>
          </a:ln>
        </p:spPr>
        <p:txBody>
          <a:bodyPr lIns="91440" tIns="91440" rIns="91440" bIns="91440" anchor="t">
            <a:noAutofit/>
          </a:bodyPr>
          <a:lstStyle/>
          <a:p>
            <a:pPr indent="0">
              <a:lnSpc>
                <a:spcPct val="100000"/>
              </a:lnSpc>
              <a:buNone/>
            </a:pPr>
            <a:r>
              <a:rPr lang="fr-FR" sz="4100" b="0" u="none" strike="noStrike">
                <a:solidFill>
                  <a:schemeClr val="lt2"/>
                </a:solidFill>
                <a:effectLst/>
                <a:uFillTx/>
                <a:latin typeface="Archivo Black"/>
                <a:ea typeface="Archivo Black"/>
              </a:rPr>
              <a:t>xx%</a:t>
            </a:r>
            <a:endParaRPr lang="fr-FR" sz="4100" b="0" u="none" strike="noStrike">
              <a:solidFill>
                <a:schemeClr val="dk1"/>
              </a:solidFill>
              <a:effectLst/>
              <a:uFillTx/>
              <a:latin typeface="Arial"/>
            </a:endParaRPr>
          </a:p>
        </p:txBody>
      </p:sp>
      <p:sp>
        <p:nvSpPr>
          <p:cNvPr id="29" name="PlaceHolder 11"/>
          <p:cNvSpPr>
            <a:spLocks noGrp="1"/>
          </p:cNvSpPr>
          <p:nvPr>
            <p:ph type="title"/>
          </p:nvPr>
        </p:nvSpPr>
        <p:spPr>
          <a:xfrm>
            <a:off x="720000" y="444960"/>
            <a:ext cx="769608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0" name="PlaceHolder 12"/>
          <p:cNvSpPr>
            <a:spLocks noGrp="1"/>
          </p:cNvSpPr>
          <p:nvPr>
            <p:ph type="title"/>
          </p:nvPr>
        </p:nvSpPr>
        <p:spPr>
          <a:xfrm>
            <a:off x="1045800" y="1380960"/>
            <a:ext cx="2430720" cy="765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31" name="PlaceHolder 13"/>
          <p:cNvSpPr>
            <a:spLocks noGrp="1"/>
          </p:cNvSpPr>
          <p:nvPr>
            <p:ph type="title"/>
          </p:nvPr>
        </p:nvSpPr>
        <p:spPr>
          <a:xfrm>
            <a:off x="5657760" y="1380960"/>
            <a:ext cx="2446920" cy="765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32" name="Google Shape;139;p13"/>
          <p:cNvSpPr/>
          <p:nvPr/>
        </p:nvSpPr>
        <p:spPr>
          <a:xfrm rot="7936800">
            <a:off x="7881120" y="-1192320"/>
            <a:ext cx="1702080" cy="3461400"/>
          </a:xfrm>
          <a:custGeom>
            <a:avLst/>
            <a:gdLst>
              <a:gd name="textAreaLeft" fmla="*/ 0 w 1702080"/>
              <a:gd name="textAreaRight" fmla="*/ 1702440 w 1702080"/>
              <a:gd name="textAreaTop" fmla="*/ 0 h 3461400"/>
              <a:gd name="textAreaBottom" fmla="*/ 3461760 h 346140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 name="Google Shape;140;p13"/>
          <p:cNvSpPr/>
          <p:nvPr/>
        </p:nvSpPr>
        <p:spPr>
          <a:xfrm rot="7936800">
            <a:off x="8009280" y="-1422720"/>
            <a:ext cx="1702080" cy="3461400"/>
          </a:xfrm>
          <a:custGeom>
            <a:avLst/>
            <a:gdLst>
              <a:gd name="textAreaLeft" fmla="*/ 0 w 1702080"/>
              <a:gd name="textAreaRight" fmla="*/ 1702440 w 1702080"/>
              <a:gd name="textAreaTop" fmla="*/ 0 h 3461400"/>
              <a:gd name="textAreaBottom" fmla="*/ 3461760 h 346140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141;p13"/>
          <p:cNvSpPr/>
          <p:nvPr/>
        </p:nvSpPr>
        <p:spPr>
          <a:xfrm rot="7936800">
            <a:off x="8175240" y="-1652760"/>
            <a:ext cx="1702080" cy="3461400"/>
          </a:xfrm>
          <a:custGeom>
            <a:avLst/>
            <a:gdLst>
              <a:gd name="textAreaLeft" fmla="*/ 0 w 1702080"/>
              <a:gd name="textAreaRight" fmla="*/ 1702440 w 1702080"/>
              <a:gd name="textAreaTop" fmla="*/ 0 h 3461400"/>
              <a:gd name="textAreaBottom" fmla="*/ 3461760 h 346140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Google Shape;142;p13"/>
          <p:cNvSpPr/>
          <p:nvPr/>
        </p:nvSpPr>
        <p:spPr>
          <a:xfrm rot="5476800" flipH="1">
            <a:off x="432720" y="3212280"/>
            <a:ext cx="1346760" cy="3341880"/>
          </a:xfrm>
          <a:custGeom>
            <a:avLst/>
            <a:gdLst>
              <a:gd name="textAreaLeft" fmla="*/ -360 w 1346760"/>
              <a:gd name="textAreaRight" fmla="*/ 1346760 w 1346760"/>
              <a:gd name="textAreaTop" fmla="*/ 0 h 3341880"/>
              <a:gd name="textAreaBottom" fmla="*/ 3342240 h 33418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Google Shape;143;p13"/>
          <p:cNvSpPr/>
          <p:nvPr/>
        </p:nvSpPr>
        <p:spPr>
          <a:xfrm rot="5476800" flipH="1">
            <a:off x="174240" y="3302640"/>
            <a:ext cx="1346760" cy="3341880"/>
          </a:xfrm>
          <a:custGeom>
            <a:avLst/>
            <a:gdLst>
              <a:gd name="textAreaLeft" fmla="*/ -360 w 1346760"/>
              <a:gd name="textAreaRight" fmla="*/ 1346760 w 1346760"/>
              <a:gd name="textAreaTop" fmla="*/ 0 h 3341880"/>
              <a:gd name="textAreaBottom" fmla="*/ 3342240 h 33418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 name="Google Shape;144;p13"/>
          <p:cNvSpPr/>
          <p:nvPr/>
        </p:nvSpPr>
        <p:spPr>
          <a:xfrm rot="5476800" flipH="1">
            <a:off x="28080" y="3384360"/>
            <a:ext cx="1346760" cy="3341880"/>
          </a:xfrm>
          <a:custGeom>
            <a:avLst/>
            <a:gdLst>
              <a:gd name="textAreaLeft" fmla="*/ -360 w 1346760"/>
              <a:gd name="textAreaRight" fmla="*/ 1346760 w 1346760"/>
              <a:gd name="textAreaTop" fmla="*/ 0 h 3341880"/>
              <a:gd name="textAreaBottom" fmla="*/ 3342240 h 33418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38" name="Google Shape;146;p14"/>
          <p:cNvPicPr/>
          <p:nvPr/>
        </p:nvPicPr>
        <p:blipFill>
          <a:blip r:embed="rId2">
            <a:alphaModFix amt="42000"/>
          </a:blip>
          <a:stretch/>
        </p:blipFill>
        <p:spPr>
          <a:xfrm>
            <a:off x="0" y="0"/>
            <a:ext cx="9143640" cy="5142960"/>
          </a:xfrm>
          <a:prstGeom prst="rect">
            <a:avLst/>
          </a:prstGeom>
          <a:noFill/>
          <a:ln w="0">
            <a:noFill/>
          </a:ln>
        </p:spPr>
      </p:pic>
      <p:pic>
        <p:nvPicPr>
          <p:cNvPr id="39" name="Google Shape;147;p14"/>
          <p:cNvPicPr/>
          <p:nvPr/>
        </p:nvPicPr>
        <p:blipFill>
          <a:blip r:embed="rId2">
            <a:alphaModFix amt="42000"/>
          </a:blip>
          <a:stretch/>
        </p:blipFill>
        <p:spPr>
          <a:xfrm>
            <a:off x="0" y="0"/>
            <a:ext cx="9143640" cy="5142960"/>
          </a:xfrm>
          <a:prstGeom prst="rect">
            <a:avLst/>
          </a:prstGeom>
          <a:noFill/>
          <a:ln w="0">
            <a:noFill/>
          </a:ln>
        </p:spPr>
      </p:pic>
      <p:sp>
        <p:nvSpPr>
          <p:cNvPr id="40" name="PlaceHolder 1"/>
          <p:cNvSpPr>
            <a:spLocks noGrp="1"/>
          </p:cNvSpPr>
          <p:nvPr>
            <p:ph type="body"/>
          </p:nvPr>
        </p:nvSpPr>
        <p:spPr>
          <a:xfrm>
            <a:off x="734040" y="1310760"/>
            <a:ext cx="4051440" cy="29538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sp>
        <p:nvSpPr>
          <p:cNvPr id="41" name="PlaceHolder 2"/>
          <p:cNvSpPr>
            <a:spLocks noGrp="1"/>
          </p:cNvSpPr>
          <p:nvPr>
            <p:ph type="title"/>
          </p:nvPr>
        </p:nvSpPr>
        <p:spPr>
          <a:xfrm>
            <a:off x="720000" y="444960"/>
            <a:ext cx="446616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42" name="Google Shape;150;p14"/>
          <p:cNvSpPr/>
          <p:nvPr/>
        </p:nvSpPr>
        <p:spPr>
          <a:xfrm>
            <a:off x="-210960" y="-9000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43" name="Google Shape;151;p14"/>
          <p:cNvSpPr/>
          <p:nvPr/>
        </p:nvSpPr>
        <p:spPr>
          <a:xfrm>
            <a:off x="-376200" y="-26784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44" name="Google Shape;152;p14"/>
          <p:cNvSpPr/>
          <p:nvPr/>
        </p:nvSpPr>
        <p:spPr>
          <a:xfrm>
            <a:off x="-560160" y="-45180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45" name="Google Shape;153;p14"/>
          <p:cNvGrpSpPr/>
          <p:nvPr/>
        </p:nvGrpSpPr>
        <p:grpSpPr>
          <a:xfrm>
            <a:off x="583560" y="-63360"/>
            <a:ext cx="8576280" cy="5229360"/>
            <a:chOff x="583560" y="-63360"/>
            <a:chExt cx="8576280" cy="5229360"/>
          </a:xfrm>
        </p:grpSpPr>
        <p:sp>
          <p:nvSpPr>
            <p:cNvPr id="46" name="Google Shape;154;p14"/>
            <p:cNvSpPr/>
            <p:nvPr/>
          </p:nvSpPr>
          <p:spPr>
            <a:xfrm>
              <a:off x="583560" y="414720"/>
              <a:ext cx="8576280" cy="4751280"/>
            </a:xfrm>
            <a:custGeom>
              <a:avLst/>
              <a:gdLst>
                <a:gd name="textAreaLeft" fmla="*/ 0 w 8576280"/>
                <a:gd name="textAreaRight" fmla="*/ 8576640 w 8576280"/>
                <a:gd name="textAreaTop" fmla="*/ 0 h 4751280"/>
                <a:gd name="textAreaBottom" fmla="*/ 4751640 h 4751280"/>
              </a:gdLst>
              <a:ahLst/>
              <a:cxnLst/>
              <a:rect l="textAreaLeft" t="textAreaTop" r="textAreaRight" b="textAreaBottom"/>
              <a:pathLst>
                <a:path w="343070" h="190060">
                  <a:moveTo>
                    <a:pt x="264110" y="0"/>
                  </a:moveTo>
                  <a:lnTo>
                    <a:pt x="146720" y="91571"/>
                  </a:lnTo>
                  <a:lnTo>
                    <a:pt x="0" y="190060"/>
                  </a:lnTo>
                  <a:lnTo>
                    <a:pt x="343070" y="190060"/>
                  </a:lnTo>
                  <a:lnTo>
                    <a:pt x="343044" y="63397"/>
                  </a:lnTo>
                  <a:lnTo>
                    <a:pt x="279845" y="382"/>
                  </a:lnTo>
                  <a:close/>
                </a:path>
              </a:pathLst>
            </a:custGeom>
            <a:gradFill rotWithShape="0">
              <a:gsLst>
                <a:gs pos="0">
                  <a:srgbClr val="FFFFFF"/>
                </a:gs>
                <a:gs pos="100000">
                  <a:srgbClr val="EBE0DD"/>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47" name="Google Shape;155;p14"/>
            <p:cNvGrpSpPr/>
            <p:nvPr/>
          </p:nvGrpSpPr>
          <p:grpSpPr>
            <a:xfrm>
              <a:off x="7180920" y="-63360"/>
              <a:ext cx="412200" cy="500760"/>
              <a:chOff x="7180920" y="-63360"/>
              <a:chExt cx="412200" cy="500760"/>
            </a:xfrm>
          </p:grpSpPr>
          <p:sp>
            <p:nvSpPr>
              <p:cNvPr id="48" name="Google Shape;156;p14"/>
              <p:cNvSpPr/>
              <p:nvPr/>
            </p:nvSpPr>
            <p:spPr>
              <a:xfrm flipH="1">
                <a:off x="7180560" y="212040"/>
                <a:ext cx="412200" cy="225360"/>
              </a:xfrm>
              <a:custGeom>
                <a:avLst/>
                <a:gdLst>
                  <a:gd name="textAreaLeft" fmla="*/ -360 w 412200"/>
                  <a:gd name="textAreaRight" fmla="*/ 412200 w 412200"/>
                  <a:gd name="textAreaTop" fmla="*/ 0 h 225360"/>
                  <a:gd name="textAreaBottom" fmla="*/ 225720 h 225360"/>
                </a:gdLst>
                <a:ahLst/>
                <a:cxnLst/>
                <a:rect l="textAreaLeft" t="textAreaTop" r="textAreaRight" b="textAreaBottom"/>
                <a:pathLst>
                  <a:path w="9341" h="5111">
                    <a:moveTo>
                      <a:pt x="3631" y="1"/>
                    </a:moveTo>
                    <a:lnTo>
                      <a:pt x="3631" y="1172"/>
                    </a:lnTo>
                    <a:lnTo>
                      <a:pt x="0" y="5110"/>
                    </a:lnTo>
                    <a:lnTo>
                      <a:pt x="9340" y="4686"/>
                    </a:lnTo>
                    <a:lnTo>
                      <a:pt x="4670" y="1172"/>
                    </a:lnTo>
                    <a:lnTo>
                      <a:pt x="4670" y="1"/>
                    </a:lnTo>
                    <a:close/>
                  </a:path>
                </a:pathLst>
              </a:custGeom>
              <a:solidFill>
                <a:schemeClr val="accent4"/>
              </a:solidFill>
              <a:ln w="9525">
                <a:solidFill>
                  <a:srgbClr val="005458"/>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 name="Google Shape;157;p14"/>
              <p:cNvSpPr/>
              <p:nvPr/>
            </p:nvSpPr>
            <p:spPr>
              <a:xfrm flipH="1">
                <a:off x="7412760" y="-63360"/>
                <a:ext cx="1080" cy="276480"/>
              </a:xfrm>
              <a:custGeom>
                <a:avLst/>
                <a:gdLst>
                  <a:gd name="textAreaLeft" fmla="*/ -360 w 1080"/>
                  <a:gd name="textAreaRight" fmla="*/ 1080 w 1080"/>
                  <a:gd name="textAreaTop" fmla="*/ 0 h 276480"/>
                  <a:gd name="textAreaBottom" fmla="*/ 276840 h 276480"/>
                </a:gdLst>
                <a:ahLst/>
                <a:cxnLst/>
                <a:rect l="textAreaLeft" t="textAreaTop" r="textAreaRight" b="textAreaBottom"/>
                <a:pathLst>
                  <a:path w="30" h="6267">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a:solidFill>
                  <a:srgbClr val="005458"/>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
    <p:bg>
      <p:bgPr>
        <a:solidFill>
          <a:schemeClr val="lt1"/>
        </a:solidFill>
        <a:effectLst/>
      </p:bgPr>
    </p:bg>
    <p:spTree>
      <p:nvGrpSpPr>
        <p:cNvPr id="1" name=""/>
        <p:cNvGrpSpPr/>
        <p:nvPr/>
      </p:nvGrpSpPr>
      <p:grpSpPr>
        <a:xfrm>
          <a:off x="0" y="0"/>
          <a:ext cx="0" cy="0"/>
          <a:chOff x="0" y="0"/>
          <a:chExt cx="0" cy="0"/>
        </a:xfrm>
      </p:grpSpPr>
      <p:pic>
        <p:nvPicPr>
          <p:cNvPr id="50" name="Google Shape;159;p15"/>
          <p:cNvPicPr/>
          <p:nvPr/>
        </p:nvPicPr>
        <p:blipFill>
          <a:blip r:embed="rId2">
            <a:alphaModFix amt="42000"/>
          </a:blip>
          <a:stretch/>
        </p:blipFill>
        <p:spPr>
          <a:xfrm>
            <a:off x="0" y="0"/>
            <a:ext cx="9143640" cy="5142960"/>
          </a:xfrm>
          <a:prstGeom prst="rect">
            <a:avLst/>
          </a:prstGeom>
          <a:noFill/>
          <a:ln w="0">
            <a:noFill/>
          </a:ln>
        </p:spPr>
      </p:pic>
      <p:sp>
        <p:nvSpPr>
          <p:cNvPr id="51" name="PlaceHolder 1"/>
          <p:cNvSpPr>
            <a:spLocks noGrp="1"/>
          </p:cNvSpPr>
          <p:nvPr>
            <p:ph type="title"/>
          </p:nvPr>
        </p:nvSpPr>
        <p:spPr>
          <a:xfrm>
            <a:off x="720000" y="444960"/>
            <a:ext cx="775188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52" name="PlaceHolder 2"/>
          <p:cNvSpPr>
            <a:spLocks noGrp="1"/>
          </p:cNvSpPr>
          <p:nvPr>
            <p:ph type="title"/>
          </p:nvPr>
        </p:nvSpPr>
        <p:spPr>
          <a:xfrm>
            <a:off x="833400" y="2645640"/>
            <a:ext cx="2199240" cy="468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53" name="PlaceHolder 3"/>
          <p:cNvSpPr>
            <a:spLocks noGrp="1"/>
          </p:cNvSpPr>
          <p:nvPr>
            <p:ph type="title"/>
          </p:nvPr>
        </p:nvSpPr>
        <p:spPr>
          <a:xfrm>
            <a:off x="3472200" y="2645640"/>
            <a:ext cx="2199240" cy="468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54" name="PlaceHolder 4"/>
          <p:cNvSpPr>
            <a:spLocks noGrp="1"/>
          </p:cNvSpPr>
          <p:nvPr>
            <p:ph type="title"/>
          </p:nvPr>
        </p:nvSpPr>
        <p:spPr>
          <a:xfrm>
            <a:off x="6111000" y="2645640"/>
            <a:ext cx="2199240" cy="468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55" name="Google Shape;167;p15"/>
          <p:cNvSpPr/>
          <p:nvPr/>
        </p:nvSpPr>
        <p:spPr>
          <a:xfrm rot="1577400" flipH="1">
            <a:off x="7668360" y="3463920"/>
            <a:ext cx="2293200" cy="2349360"/>
          </a:xfrm>
          <a:custGeom>
            <a:avLst/>
            <a:gdLst>
              <a:gd name="textAreaLeft" fmla="*/ 360 w 2293200"/>
              <a:gd name="textAreaRight" fmla="*/ 229392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Google Shape;168;p15"/>
          <p:cNvSpPr/>
          <p:nvPr/>
        </p:nvSpPr>
        <p:spPr>
          <a:xfrm rot="1577400" flipH="1">
            <a:off x="7799760" y="3629520"/>
            <a:ext cx="2293200" cy="2349360"/>
          </a:xfrm>
          <a:custGeom>
            <a:avLst/>
            <a:gdLst>
              <a:gd name="textAreaLeft" fmla="*/ 360 w 2293200"/>
              <a:gd name="textAreaRight" fmla="*/ 229392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Google Shape;169;p15"/>
          <p:cNvSpPr/>
          <p:nvPr/>
        </p:nvSpPr>
        <p:spPr>
          <a:xfrm rot="1577400" flipH="1">
            <a:off x="7945920" y="3813480"/>
            <a:ext cx="2293200" cy="2349360"/>
          </a:xfrm>
          <a:custGeom>
            <a:avLst/>
            <a:gdLst>
              <a:gd name="textAreaLeft" fmla="*/ 360 w 2293200"/>
              <a:gd name="textAreaRight" fmla="*/ 229392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 name="Google Shape;170;p15"/>
          <p:cNvSpPr/>
          <p:nvPr/>
        </p:nvSpPr>
        <p:spPr>
          <a:xfrm rot="12377400" flipH="1">
            <a:off x="-540000" y="-797040"/>
            <a:ext cx="2293200" cy="2349360"/>
          </a:xfrm>
          <a:custGeom>
            <a:avLst/>
            <a:gdLst>
              <a:gd name="textAreaLeft" fmla="*/ 360 w 2293200"/>
              <a:gd name="textAreaRight" fmla="*/ 229392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 name="Google Shape;171;p15"/>
          <p:cNvSpPr/>
          <p:nvPr/>
        </p:nvSpPr>
        <p:spPr>
          <a:xfrm rot="12377400" flipH="1">
            <a:off x="-671400" y="-962280"/>
            <a:ext cx="2293200" cy="2349360"/>
          </a:xfrm>
          <a:custGeom>
            <a:avLst/>
            <a:gdLst>
              <a:gd name="textAreaLeft" fmla="*/ 360 w 2293200"/>
              <a:gd name="textAreaRight" fmla="*/ 229392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 name="Google Shape;172;p15"/>
          <p:cNvSpPr/>
          <p:nvPr/>
        </p:nvSpPr>
        <p:spPr>
          <a:xfrm rot="12377400" flipH="1">
            <a:off x="-817200" y="-1146240"/>
            <a:ext cx="2293200" cy="2349360"/>
          </a:xfrm>
          <a:custGeom>
            <a:avLst/>
            <a:gdLst>
              <a:gd name="textAreaLeft" fmla="*/ 360 w 2293200"/>
              <a:gd name="textAreaRight" fmla="*/ 229392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 name="Google Shape;173;p15"/>
          <p:cNvSpPr/>
          <p:nvPr/>
        </p:nvSpPr>
        <p:spPr>
          <a:xfrm rot="1978200" flipH="1">
            <a:off x="8267400" y="-291960"/>
            <a:ext cx="1372680" cy="1059120"/>
          </a:xfrm>
          <a:custGeom>
            <a:avLst/>
            <a:gdLst>
              <a:gd name="textAreaLeft" fmla="*/ -360 w 1372680"/>
              <a:gd name="textAreaRight" fmla="*/ 137268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 name="Google Shape;174;p15"/>
          <p:cNvSpPr/>
          <p:nvPr/>
        </p:nvSpPr>
        <p:spPr>
          <a:xfrm rot="1978200" flipH="1">
            <a:off x="8381880" y="-459720"/>
            <a:ext cx="1372680" cy="1059120"/>
          </a:xfrm>
          <a:custGeom>
            <a:avLst/>
            <a:gdLst>
              <a:gd name="textAreaLeft" fmla="*/ -360 w 1372680"/>
              <a:gd name="textAreaRight" fmla="*/ 137268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Google Shape;175;p15"/>
          <p:cNvSpPr/>
          <p:nvPr/>
        </p:nvSpPr>
        <p:spPr>
          <a:xfrm rot="1978200" flipH="1">
            <a:off x="8521920" y="-599400"/>
            <a:ext cx="1372680" cy="1059120"/>
          </a:xfrm>
          <a:custGeom>
            <a:avLst/>
            <a:gdLst>
              <a:gd name="textAreaLeft" fmla="*/ -360 w 1372680"/>
              <a:gd name="textAreaRight" fmla="*/ 137268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 name="Google Shape;176;p15"/>
          <p:cNvSpPr/>
          <p:nvPr/>
        </p:nvSpPr>
        <p:spPr>
          <a:xfrm rot="12778200" flipH="1">
            <a:off x="-154440" y="4284360"/>
            <a:ext cx="1372680" cy="1059120"/>
          </a:xfrm>
          <a:custGeom>
            <a:avLst/>
            <a:gdLst>
              <a:gd name="textAreaLeft" fmla="*/ -360 w 1372680"/>
              <a:gd name="textAreaRight" fmla="*/ 137268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 name="Google Shape;177;p15"/>
          <p:cNvSpPr/>
          <p:nvPr/>
        </p:nvSpPr>
        <p:spPr>
          <a:xfrm rot="12778200" flipH="1">
            <a:off x="-268920" y="4451760"/>
            <a:ext cx="1372680" cy="1059120"/>
          </a:xfrm>
          <a:custGeom>
            <a:avLst/>
            <a:gdLst>
              <a:gd name="textAreaLeft" fmla="*/ -360 w 1372680"/>
              <a:gd name="textAreaRight" fmla="*/ 137268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178;p15"/>
          <p:cNvSpPr/>
          <p:nvPr/>
        </p:nvSpPr>
        <p:spPr>
          <a:xfrm rot="12778200" flipH="1">
            <a:off x="-408600" y="4591440"/>
            <a:ext cx="1372680" cy="1059120"/>
          </a:xfrm>
          <a:custGeom>
            <a:avLst/>
            <a:gdLst>
              <a:gd name="textAreaLeft" fmla="*/ -360 w 1372680"/>
              <a:gd name="textAreaRight" fmla="*/ 137268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pic>
        <p:nvPicPr>
          <p:cNvPr id="67" name="Google Shape;180;p16"/>
          <p:cNvPicPr/>
          <p:nvPr/>
        </p:nvPicPr>
        <p:blipFill>
          <a:blip r:embed="rId2">
            <a:alphaModFix amt="42000"/>
          </a:blip>
          <a:stretch/>
        </p:blipFill>
        <p:spPr>
          <a:xfrm>
            <a:off x="0" y="0"/>
            <a:ext cx="9143640" cy="5142960"/>
          </a:xfrm>
          <a:prstGeom prst="rect">
            <a:avLst/>
          </a:prstGeom>
          <a:noFill/>
          <a:ln w="0">
            <a:noFill/>
          </a:ln>
        </p:spPr>
      </p:pic>
      <p:sp>
        <p:nvSpPr>
          <p:cNvPr id="68" name="PlaceHolder 1"/>
          <p:cNvSpPr>
            <a:spLocks noGrp="1"/>
          </p:cNvSpPr>
          <p:nvPr>
            <p:ph type="title"/>
          </p:nvPr>
        </p:nvSpPr>
        <p:spPr>
          <a:xfrm>
            <a:off x="720000" y="444960"/>
            <a:ext cx="769608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69" name="PlaceHolder 2"/>
          <p:cNvSpPr>
            <a:spLocks noGrp="1"/>
          </p:cNvSpPr>
          <p:nvPr>
            <p:ph type="title"/>
          </p:nvPr>
        </p:nvSpPr>
        <p:spPr>
          <a:xfrm>
            <a:off x="2146320" y="3058200"/>
            <a:ext cx="2189880" cy="57744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70" name="PlaceHolder 3"/>
          <p:cNvSpPr>
            <a:spLocks noGrp="1"/>
          </p:cNvSpPr>
          <p:nvPr>
            <p:ph type="title"/>
          </p:nvPr>
        </p:nvSpPr>
        <p:spPr>
          <a:xfrm>
            <a:off x="5369400" y="3053880"/>
            <a:ext cx="2189880" cy="57744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71" name="PlaceHolder 4"/>
          <p:cNvSpPr>
            <a:spLocks noGrp="1"/>
          </p:cNvSpPr>
          <p:nvPr>
            <p:ph type="title"/>
          </p:nvPr>
        </p:nvSpPr>
        <p:spPr>
          <a:xfrm>
            <a:off x="5369040" y="1430640"/>
            <a:ext cx="2189880" cy="57744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72" name="PlaceHolder 5"/>
          <p:cNvSpPr>
            <a:spLocks noGrp="1"/>
          </p:cNvSpPr>
          <p:nvPr>
            <p:ph type="title"/>
          </p:nvPr>
        </p:nvSpPr>
        <p:spPr>
          <a:xfrm>
            <a:off x="2146320" y="1430640"/>
            <a:ext cx="2189880" cy="57744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73" name="Google Shape;190;p16"/>
          <p:cNvSpPr/>
          <p:nvPr/>
        </p:nvSpPr>
        <p:spPr>
          <a:xfrm rot="20022600">
            <a:off x="-770760" y="346392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 name="Google Shape;191;p16"/>
          <p:cNvSpPr/>
          <p:nvPr/>
        </p:nvSpPr>
        <p:spPr>
          <a:xfrm rot="20022600">
            <a:off x="-902160" y="362952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 name="Google Shape;192;p16"/>
          <p:cNvSpPr/>
          <p:nvPr/>
        </p:nvSpPr>
        <p:spPr>
          <a:xfrm rot="20022600">
            <a:off x="-1048320" y="381348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 name="Google Shape;193;p16"/>
          <p:cNvSpPr/>
          <p:nvPr/>
        </p:nvSpPr>
        <p:spPr>
          <a:xfrm rot="9222600">
            <a:off x="7437960" y="-79704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 name="Google Shape;194;p16"/>
          <p:cNvSpPr/>
          <p:nvPr/>
        </p:nvSpPr>
        <p:spPr>
          <a:xfrm rot="9222600">
            <a:off x="7569360" y="-96228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 name="Google Shape;195;p16"/>
          <p:cNvSpPr/>
          <p:nvPr/>
        </p:nvSpPr>
        <p:spPr>
          <a:xfrm rot="9222600">
            <a:off x="7715160" y="-114624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 name="Google Shape;196;p16"/>
          <p:cNvSpPr/>
          <p:nvPr/>
        </p:nvSpPr>
        <p:spPr>
          <a:xfrm rot="19621800">
            <a:off x="-449280" y="-29196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 name="Google Shape;197;p16"/>
          <p:cNvSpPr/>
          <p:nvPr/>
        </p:nvSpPr>
        <p:spPr>
          <a:xfrm rot="19621800">
            <a:off x="-563760" y="-45972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 name="Google Shape;198;p16"/>
          <p:cNvSpPr/>
          <p:nvPr/>
        </p:nvSpPr>
        <p:spPr>
          <a:xfrm rot="19621800">
            <a:off x="-703440" y="-59940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Google Shape;199;p16"/>
          <p:cNvSpPr/>
          <p:nvPr/>
        </p:nvSpPr>
        <p:spPr>
          <a:xfrm rot="8821800">
            <a:off x="7973640" y="428436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200;p16"/>
          <p:cNvSpPr/>
          <p:nvPr/>
        </p:nvSpPr>
        <p:spPr>
          <a:xfrm rot="8821800">
            <a:off x="8088120" y="445176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 name="Google Shape;201;p16"/>
          <p:cNvSpPr/>
          <p:nvPr/>
        </p:nvSpPr>
        <p:spPr>
          <a:xfrm rot="8821800">
            <a:off x="8227800" y="459144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pic>
        <p:nvPicPr>
          <p:cNvPr id="85" name="Google Shape;203;p17"/>
          <p:cNvPicPr/>
          <p:nvPr/>
        </p:nvPicPr>
        <p:blipFill>
          <a:blip r:embed="rId2">
            <a:alphaModFix amt="42000"/>
          </a:blip>
          <a:stretch/>
        </p:blipFill>
        <p:spPr>
          <a:xfrm>
            <a:off x="0" y="0"/>
            <a:ext cx="9143640" cy="5142960"/>
          </a:xfrm>
          <a:prstGeom prst="rect">
            <a:avLst/>
          </a:prstGeom>
          <a:noFill/>
          <a:ln w="0">
            <a:noFill/>
          </a:ln>
        </p:spPr>
      </p:pic>
      <p:sp>
        <p:nvSpPr>
          <p:cNvPr id="86" name="PlaceHolder 1"/>
          <p:cNvSpPr>
            <a:spLocks noGrp="1"/>
          </p:cNvSpPr>
          <p:nvPr>
            <p:ph type="title"/>
          </p:nvPr>
        </p:nvSpPr>
        <p:spPr>
          <a:xfrm>
            <a:off x="720000" y="444960"/>
            <a:ext cx="769608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87" name="PlaceHolder 2"/>
          <p:cNvSpPr>
            <a:spLocks noGrp="1"/>
          </p:cNvSpPr>
          <p:nvPr>
            <p:ph type="title"/>
          </p:nvPr>
        </p:nvSpPr>
        <p:spPr>
          <a:xfrm>
            <a:off x="960120" y="3589560"/>
            <a:ext cx="1946160" cy="468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88" name="PlaceHolder 3"/>
          <p:cNvSpPr>
            <a:spLocks noGrp="1"/>
          </p:cNvSpPr>
          <p:nvPr>
            <p:ph type="title"/>
          </p:nvPr>
        </p:nvSpPr>
        <p:spPr>
          <a:xfrm>
            <a:off x="3598920" y="3589560"/>
            <a:ext cx="1946160" cy="468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89" name="PlaceHolder 4"/>
          <p:cNvSpPr>
            <a:spLocks noGrp="1"/>
          </p:cNvSpPr>
          <p:nvPr>
            <p:ph type="title"/>
          </p:nvPr>
        </p:nvSpPr>
        <p:spPr>
          <a:xfrm>
            <a:off x="6237720" y="3589560"/>
            <a:ext cx="1946160" cy="468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90" name="PlaceHolder 5"/>
          <p:cNvSpPr>
            <a:spLocks noGrp="1"/>
          </p:cNvSpPr>
          <p:nvPr>
            <p:ph type="title"/>
          </p:nvPr>
        </p:nvSpPr>
        <p:spPr>
          <a:xfrm>
            <a:off x="960120" y="1805040"/>
            <a:ext cx="1946160" cy="468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91" name="PlaceHolder 6"/>
          <p:cNvSpPr>
            <a:spLocks noGrp="1"/>
          </p:cNvSpPr>
          <p:nvPr>
            <p:ph type="title"/>
          </p:nvPr>
        </p:nvSpPr>
        <p:spPr>
          <a:xfrm>
            <a:off x="3598920" y="1805040"/>
            <a:ext cx="1946160" cy="468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92" name="PlaceHolder 7"/>
          <p:cNvSpPr>
            <a:spLocks noGrp="1"/>
          </p:cNvSpPr>
          <p:nvPr>
            <p:ph type="title"/>
          </p:nvPr>
        </p:nvSpPr>
        <p:spPr>
          <a:xfrm>
            <a:off x="6237720" y="1805040"/>
            <a:ext cx="1946160" cy="468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93" name="Google Shape;217;p17"/>
          <p:cNvSpPr/>
          <p:nvPr/>
        </p:nvSpPr>
        <p:spPr>
          <a:xfrm>
            <a:off x="-421200" y="-166320"/>
            <a:ext cx="1894320" cy="1722600"/>
          </a:xfrm>
          <a:custGeom>
            <a:avLst/>
            <a:gdLst>
              <a:gd name="textAreaLeft" fmla="*/ 0 w 1894320"/>
              <a:gd name="textAreaRight" fmla="*/ 1894680 w 1894320"/>
              <a:gd name="textAreaTop" fmla="*/ 0 h 1722600"/>
              <a:gd name="textAreaBottom" fmla="*/ 1722960 h 1722600"/>
            </a:gdLst>
            <a:ahLst/>
            <a:cxnLst/>
            <a:rect l="textAreaLeft" t="textAreaTop" r="textAreaRight" b="textAreaBottom"/>
            <a:pathLst>
              <a:path w="75786" h="68919">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2857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94" name="Google Shape;218;p17"/>
          <p:cNvSpPr/>
          <p:nvPr/>
        </p:nvSpPr>
        <p:spPr>
          <a:xfrm>
            <a:off x="-612000" y="-323640"/>
            <a:ext cx="1894320" cy="1722600"/>
          </a:xfrm>
          <a:custGeom>
            <a:avLst/>
            <a:gdLst>
              <a:gd name="textAreaLeft" fmla="*/ 0 w 1894320"/>
              <a:gd name="textAreaRight" fmla="*/ 1894680 w 1894320"/>
              <a:gd name="textAreaTop" fmla="*/ 0 h 1722600"/>
              <a:gd name="textAreaBottom" fmla="*/ 1722960 h 1722600"/>
            </a:gdLst>
            <a:ahLst/>
            <a:cxnLst/>
            <a:rect l="textAreaLeft" t="textAreaTop" r="textAreaRight" b="textAreaBottom"/>
            <a:pathLst>
              <a:path w="75786" h="68919">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19050">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95" name="Google Shape;219;p17"/>
          <p:cNvSpPr/>
          <p:nvPr/>
        </p:nvSpPr>
        <p:spPr>
          <a:xfrm>
            <a:off x="-799200" y="-426960"/>
            <a:ext cx="1894320" cy="1722600"/>
          </a:xfrm>
          <a:custGeom>
            <a:avLst/>
            <a:gdLst>
              <a:gd name="textAreaLeft" fmla="*/ 0 w 1894320"/>
              <a:gd name="textAreaRight" fmla="*/ 1894680 w 1894320"/>
              <a:gd name="textAreaTop" fmla="*/ 0 h 1722600"/>
              <a:gd name="textAreaBottom" fmla="*/ 1722960 h 1722600"/>
            </a:gdLst>
            <a:ahLst/>
            <a:cxnLst/>
            <a:rect l="textAreaLeft" t="textAreaTop" r="textAreaRight" b="textAreaBottom"/>
            <a:pathLst>
              <a:path w="75786" h="68919">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952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96" name="Google Shape;220;p17"/>
          <p:cNvSpPr/>
          <p:nvPr/>
        </p:nvSpPr>
        <p:spPr>
          <a:xfrm flipH="1">
            <a:off x="7517160" y="-198360"/>
            <a:ext cx="1894320" cy="1722600"/>
          </a:xfrm>
          <a:custGeom>
            <a:avLst/>
            <a:gdLst>
              <a:gd name="textAreaLeft" fmla="*/ 360 w 1894320"/>
              <a:gd name="textAreaRight" fmla="*/ 1895040 w 1894320"/>
              <a:gd name="textAreaTop" fmla="*/ 0 h 1722600"/>
              <a:gd name="textAreaBottom" fmla="*/ 1722960 h 1722600"/>
            </a:gdLst>
            <a:ahLst/>
            <a:cxnLst/>
            <a:rect l="textAreaLeft" t="textAreaTop" r="textAreaRight" b="textAreaBottom"/>
            <a:pathLst>
              <a:path w="75786" h="68919">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2857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97" name="Google Shape;221;p17"/>
          <p:cNvSpPr/>
          <p:nvPr/>
        </p:nvSpPr>
        <p:spPr>
          <a:xfrm flipH="1">
            <a:off x="7745760" y="-350640"/>
            <a:ext cx="1894320" cy="1722600"/>
          </a:xfrm>
          <a:custGeom>
            <a:avLst/>
            <a:gdLst>
              <a:gd name="textAreaLeft" fmla="*/ 360 w 1894320"/>
              <a:gd name="textAreaRight" fmla="*/ 1895040 w 1894320"/>
              <a:gd name="textAreaTop" fmla="*/ 0 h 1722600"/>
              <a:gd name="textAreaBottom" fmla="*/ 1722960 h 1722600"/>
            </a:gdLst>
            <a:ahLst/>
            <a:cxnLst/>
            <a:rect l="textAreaLeft" t="textAreaTop" r="textAreaRight" b="textAreaBottom"/>
            <a:pathLst>
              <a:path w="75786" h="68919">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19050">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98" name="Google Shape;222;p17"/>
          <p:cNvSpPr/>
          <p:nvPr/>
        </p:nvSpPr>
        <p:spPr>
          <a:xfrm flipH="1">
            <a:off x="7926840" y="-426960"/>
            <a:ext cx="1894320" cy="1722600"/>
          </a:xfrm>
          <a:custGeom>
            <a:avLst/>
            <a:gdLst>
              <a:gd name="textAreaLeft" fmla="*/ 360 w 1894320"/>
              <a:gd name="textAreaRight" fmla="*/ 1895040 w 1894320"/>
              <a:gd name="textAreaTop" fmla="*/ 0 h 1722600"/>
              <a:gd name="textAreaBottom" fmla="*/ 1722960 h 1722600"/>
            </a:gdLst>
            <a:ahLst/>
            <a:cxnLst/>
            <a:rect l="textAreaLeft" t="textAreaTop" r="textAreaRight" b="textAreaBottom"/>
            <a:pathLst>
              <a:path w="75786" h="68919">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952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99" name="Google Shape;223;p17"/>
          <p:cNvSpPr/>
          <p:nvPr/>
        </p:nvSpPr>
        <p:spPr>
          <a:xfrm rot="12778200" flipH="1">
            <a:off x="-329760" y="4353120"/>
            <a:ext cx="1372680" cy="1059120"/>
          </a:xfrm>
          <a:custGeom>
            <a:avLst/>
            <a:gdLst>
              <a:gd name="textAreaLeft" fmla="*/ -360 w 1372680"/>
              <a:gd name="textAreaRight" fmla="*/ 137268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 name="Google Shape;224;p17"/>
          <p:cNvSpPr/>
          <p:nvPr/>
        </p:nvSpPr>
        <p:spPr>
          <a:xfrm rot="12778200" flipH="1">
            <a:off x="-444240" y="4520520"/>
            <a:ext cx="1372680" cy="1059120"/>
          </a:xfrm>
          <a:custGeom>
            <a:avLst/>
            <a:gdLst>
              <a:gd name="textAreaLeft" fmla="*/ -360 w 1372680"/>
              <a:gd name="textAreaRight" fmla="*/ 137268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 name="Google Shape;225;p17"/>
          <p:cNvSpPr/>
          <p:nvPr/>
        </p:nvSpPr>
        <p:spPr>
          <a:xfrm rot="12778200" flipH="1">
            <a:off x="-584280" y="4660560"/>
            <a:ext cx="1372680" cy="1059120"/>
          </a:xfrm>
          <a:custGeom>
            <a:avLst/>
            <a:gdLst>
              <a:gd name="textAreaLeft" fmla="*/ -360 w 1372680"/>
              <a:gd name="textAreaRight" fmla="*/ 137268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2">
    <p:bg>
      <p:bgPr>
        <a:solidFill>
          <a:schemeClr val="lt1"/>
        </a:solidFill>
        <a:effectLst/>
      </p:bgPr>
    </p:bg>
    <p:spTree>
      <p:nvGrpSpPr>
        <p:cNvPr id="1" name=""/>
        <p:cNvGrpSpPr/>
        <p:nvPr/>
      </p:nvGrpSpPr>
      <p:grpSpPr>
        <a:xfrm>
          <a:off x="0" y="0"/>
          <a:ext cx="0" cy="0"/>
          <a:chOff x="0" y="0"/>
          <a:chExt cx="0" cy="0"/>
        </a:xfrm>
      </p:grpSpPr>
      <p:pic>
        <p:nvPicPr>
          <p:cNvPr id="102" name="Google Shape;227;p18"/>
          <p:cNvPicPr/>
          <p:nvPr/>
        </p:nvPicPr>
        <p:blipFill>
          <a:blip r:embed="rId2">
            <a:alphaModFix amt="42000"/>
          </a:blip>
          <a:stretch/>
        </p:blipFill>
        <p:spPr>
          <a:xfrm>
            <a:off x="0" y="0"/>
            <a:ext cx="9143640" cy="5142960"/>
          </a:xfrm>
          <a:prstGeom prst="rect">
            <a:avLst/>
          </a:prstGeom>
          <a:noFill/>
          <a:ln w="0">
            <a:noFill/>
          </a:ln>
        </p:spPr>
      </p:pic>
      <p:sp>
        <p:nvSpPr>
          <p:cNvPr id="103" name="PlaceHolder 1"/>
          <p:cNvSpPr>
            <a:spLocks noGrp="1"/>
          </p:cNvSpPr>
          <p:nvPr>
            <p:ph type="title"/>
          </p:nvPr>
        </p:nvSpPr>
        <p:spPr>
          <a:xfrm>
            <a:off x="3055680" y="2546640"/>
            <a:ext cx="3034800" cy="44784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grpSp>
        <p:nvGrpSpPr>
          <p:cNvPr id="104" name="Google Shape;230;p18"/>
          <p:cNvGrpSpPr/>
          <p:nvPr/>
        </p:nvGrpSpPr>
        <p:grpSpPr>
          <a:xfrm>
            <a:off x="126360" y="537840"/>
            <a:ext cx="2043720" cy="3324600"/>
            <a:chOff x="126360" y="537840"/>
            <a:chExt cx="2043720" cy="3324600"/>
          </a:xfrm>
        </p:grpSpPr>
        <p:sp>
          <p:nvSpPr>
            <p:cNvPr id="105" name="Google Shape;231;p18"/>
            <p:cNvSpPr/>
            <p:nvPr/>
          </p:nvSpPr>
          <p:spPr>
            <a:xfrm>
              <a:off x="158760" y="574200"/>
              <a:ext cx="2000160" cy="3231720"/>
            </a:xfrm>
            <a:custGeom>
              <a:avLst/>
              <a:gdLst>
                <a:gd name="textAreaLeft" fmla="*/ 0 w 2000160"/>
                <a:gd name="textAreaRight" fmla="*/ 2000520 w 2000160"/>
                <a:gd name="textAreaTop" fmla="*/ 0 h 3231720"/>
                <a:gd name="textAreaBottom" fmla="*/ 3232080 h 3231720"/>
              </a:gdLst>
              <a:ahLst/>
              <a:cxnLst/>
              <a:rect l="textAreaLeft" t="textAreaTop" r="textAreaRight" b="textAreaBottom"/>
              <a:pathLst>
                <a:path w="26835" h="46950">
                  <a:moveTo>
                    <a:pt x="1" y="0"/>
                  </a:moveTo>
                  <a:lnTo>
                    <a:pt x="1" y="46949"/>
                  </a:lnTo>
                  <a:lnTo>
                    <a:pt x="26835" y="46949"/>
                  </a:lnTo>
                  <a:lnTo>
                    <a:pt x="26835" y="0"/>
                  </a:lnTo>
                  <a:close/>
                </a:path>
              </a:pathLst>
            </a:custGeom>
            <a:solidFill>
              <a:srgbClr val="FFFFFF">
                <a:alpha val="6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232;p18"/>
            <p:cNvSpPr/>
            <p:nvPr/>
          </p:nvSpPr>
          <p:spPr>
            <a:xfrm>
              <a:off x="126360" y="537840"/>
              <a:ext cx="2043720" cy="3324600"/>
            </a:xfrm>
            <a:custGeom>
              <a:avLst/>
              <a:gdLst>
                <a:gd name="textAreaLeft" fmla="*/ 0 w 2043720"/>
                <a:gd name="textAreaRight" fmla="*/ 2044080 w 2043720"/>
                <a:gd name="textAreaTop" fmla="*/ 0 h 3324600"/>
                <a:gd name="textAreaBottom" fmla="*/ 3324960 h 3324600"/>
              </a:gdLst>
              <a:ahLst/>
              <a:cxnLst/>
              <a:rect l="textAreaLeft" t="textAreaTop" r="textAreaRight" b="textAreaBottom"/>
              <a:pathLst>
                <a:path w="27421" h="48297">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7" name="Google Shape;233;p18"/>
          <p:cNvGrpSpPr/>
          <p:nvPr/>
        </p:nvGrpSpPr>
        <p:grpSpPr>
          <a:xfrm>
            <a:off x="6930000" y="537840"/>
            <a:ext cx="2043720" cy="3324600"/>
            <a:chOff x="6930000" y="537840"/>
            <a:chExt cx="2043720" cy="3324600"/>
          </a:xfrm>
        </p:grpSpPr>
        <p:sp>
          <p:nvSpPr>
            <p:cNvPr id="108" name="Google Shape;234;p18"/>
            <p:cNvSpPr/>
            <p:nvPr/>
          </p:nvSpPr>
          <p:spPr>
            <a:xfrm>
              <a:off x="6962760" y="574200"/>
              <a:ext cx="2000160" cy="3231720"/>
            </a:xfrm>
            <a:custGeom>
              <a:avLst/>
              <a:gdLst>
                <a:gd name="textAreaLeft" fmla="*/ 0 w 2000160"/>
                <a:gd name="textAreaRight" fmla="*/ 2000520 w 2000160"/>
                <a:gd name="textAreaTop" fmla="*/ 0 h 3231720"/>
                <a:gd name="textAreaBottom" fmla="*/ 3232080 h 3231720"/>
              </a:gdLst>
              <a:ahLst/>
              <a:cxnLst/>
              <a:rect l="textAreaLeft" t="textAreaTop" r="textAreaRight" b="textAreaBottom"/>
              <a:pathLst>
                <a:path w="26835" h="46950">
                  <a:moveTo>
                    <a:pt x="1" y="0"/>
                  </a:moveTo>
                  <a:lnTo>
                    <a:pt x="1" y="46949"/>
                  </a:lnTo>
                  <a:lnTo>
                    <a:pt x="26835" y="46949"/>
                  </a:lnTo>
                  <a:lnTo>
                    <a:pt x="26835" y="0"/>
                  </a:lnTo>
                  <a:close/>
                </a:path>
              </a:pathLst>
            </a:custGeom>
            <a:solidFill>
              <a:srgbClr val="FFFFFF">
                <a:alpha val="6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 name="Google Shape;235;p18"/>
            <p:cNvSpPr/>
            <p:nvPr/>
          </p:nvSpPr>
          <p:spPr>
            <a:xfrm>
              <a:off x="6930000" y="537840"/>
              <a:ext cx="2043720" cy="3324600"/>
            </a:xfrm>
            <a:custGeom>
              <a:avLst/>
              <a:gdLst>
                <a:gd name="textAreaLeft" fmla="*/ 0 w 2043720"/>
                <a:gd name="textAreaRight" fmla="*/ 2044080 w 2043720"/>
                <a:gd name="textAreaTop" fmla="*/ 0 h 3324600"/>
                <a:gd name="textAreaBottom" fmla="*/ 3324960 h 3324600"/>
              </a:gdLst>
              <a:ahLst/>
              <a:cxnLst/>
              <a:rect l="textAreaLeft" t="textAreaTop" r="textAreaRight" b="textAreaBottom"/>
              <a:pathLst>
                <a:path w="27421" h="48297">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0" name="Google Shape;236;p18"/>
          <p:cNvSpPr/>
          <p:nvPr/>
        </p:nvSpPr>
        <p:spPr>
          <a:xfrm>
            <a:off x="-52200" y="243720"/>
            <a:ext cx="9250200" cy="4974480"/>
          </a:xfrm>
          <a:custGeom>
            <a:avLst/>
            <a:gdLst>
              <a:gd name="textAreaLeft" fmla="*/ 0 w 9250200"/>
              <a:gd name="textAreaRight" fmla="*/ 9250560 w 9250200"/>
              <a:gd name="textAreaTop" fmla="*/ 0 h 4974480"/>
              <a:gd name="textAreaBottom" fmla="*/ 4974840 h 4974480"/>
            </a:gdLst>
            <a:ahLst/>
            <a:cxnLst/>
            <a:rect l="textAreaLeft" t="textAreaTop" r="textAreaRight" b="textAreaBottom"/>
            <a:pathLst>
              <a:path w="370027" h="199000">
                <a:moveTo>
                  <a:pt x="327362" y="0"/>
                </a:moveTo>
                <a:lnTo>
                  <a:pt x="0" y="40245"/>
                </a:lnTo>
                <a:lnTo>
                  <a:pt x="1017" y="198936"/>
                </a:lnTo>
                <a:lnTo>
                  <a:pt x="346121" y="199000"/>
                </a:lnTo>
                <a:lnTo>
                  <a:pt x="370027" y="199000"/>
                </a:lnTo>
                <a:lnTo>
                  <a:pt x="340364" y="8996"/>
                </a:lnTo>
                <a:close/>
              </a:path>
            </a:pathLst>
          </a:custGeom>
          <a:gradFill rotWithShape="0">
            <a:gsLst>
              <a:gs pos="0">
                <a:srgbClr val="FFFFFF"/>
              </a:gs>
              <a:gs pos="100000">
                <a:srgbClr val="EBE0DD">
                  <a:alpha val="0"/>
                </a:srgbClr>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11" name="Google Shape;237;p18"/>
          <p:cNvSpPr/>
          <p:nvPr/>
        </p:nvSpPr>
        <p:spPr>
          <a:xfrm flipH="1">
            <a:off x="8422200" y="-63360"/>
            <a:ext cx="1080" cy="276480"/>
          </a:xfrm>
          <a:custGeom>
            <a:avLst/>
            <a:gdLst>
              <a:gd name="textAreaLeft" fmla="*/ -360 w 1080"/>
              <a:gd name="textAreaRight" fmla="*/ 1080 w 1080"/>
              <a:gd name="textAreaTop" fmla="*/ 0 h 276480"/>
              <a:gd name="textAreaBottom" fmla="*/ 276840 h 276480"/>
            </a:gdLst>
            <a:ahLst/>
            <a:cxnLst/>
            <a:rect l="textAreaLeft" t="textAreaTop" r="textAreaRight" b="textAreaBottom"/>
            <a:pathLst>
              <a:path w="30" h="6267">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a:solidFill>
              <a:srgbClr val="005458"/>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 name="Google Shape;238;p18"/>
          <p:cNvSpPr/>
          <p:nvPr/>
        </p:nvSpPr>
        <p:spPr>
          <a:xfrm rot="2003400" flipH="1">
            <a:off x="8142120" y="165960"/>
            <a:ext cx="412200" cy="225720"/>
          </a:xfrm>
          <a:custGeom>
            <a:avLst/>
            <a:gdLst>
              <a:gd name="textAreaLeft" fmla="*/ -360 w 412200"/>
              <a:gd name="textAreaRight" fmla="*/ 412200 w 412200"/>
              <a:gd name="textAreaTop" fmla="*/ 0 h 225720"/>
              <a:gd name="textAreaBottom" fmla="*/ 226080 h 225720"/>
            </a:gdLst>
            <a:ahLst/>
            <a:cxnLst/>
            <a:rect l="textAreaLeft" t="textAreaTop" r="textAreaRight" b="textAreaBottom"/>
            <a:pathLst>
              <a:path w="9341" h="5111">
                <a:moveTo>
                  <a:pt x="3631" y="1"/>
                </a:moveTo>
                <a:lnTo>
                  <a:pt x="3631" y="1172"/>
                </a:lnTo>
                <a:lnTo>
                  <a:pt x="0" y="5110"/>
                </a:lnTo>
                <a:lnTo>
                  <a:pt x="9340" y="4686"/>
                </a:lnTo>
                <a:lnTo>
                  <a:pt x="4670" y="1172"/>
                </a:lnTo>
                <a:lnTo>
                  <a:pt x="4670"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3">
    <p:bg>
      <p:bgPr>
        <a:solidFill>
          <a:schemeClr val="lt1"/>
        </a:solidFill>
        <a:effectLst/>
      </p:bgPr>
    </p:bg>
    <p:spTree>
      <p:nvGrpSpPr>
        <p:cNvPr id="1" name=""/>
        <p:cNvGrpSpPr/>
        <p:nvPr/>
      </p:nvGrpSpPr>
      <p:grpSpPr>
        <a:xfrm>
          <a:off x="0" y="0"/>
          <a:ext cx="0" cy="0"/>
          <a:chOff x="0" y="0"/>
          <a:chExt cx="0" cy="0"/>
        </a:xfrm>
      </p:grpSpPr>
      <p:pic>
        <p:nvPicPr>
          <p:cNvPr id="113" name="Google Shape;240;p19"/>
          <p:cNvPicPr/>
          <p:nvPr/>
        </p:nvPicPr>
        <p:blipFill>
          <a:blip r:embed="rId2">
            <a:alphaModFix amt="42000"/>
          </a:blip>
          <a:stretch/>
        </p:blipFill>
        <p:spPr>
          <a:xfrm>
            <a:off x="0" y="0"/>
            <a:ext cx="9143640" cy="5142960"/>
          </a:xfrm>
          <a:prstGeom prst="rect">
            <a:avLst/>
          </a:prstGeom>
          <a:noFill/>
          <a:ln w="0">
            <a:noFill/>
          </a:ln>
        </p:spPr>
      </p:pic>
      <p:sp>
        <p:nvSpPr>
          <p:cNvPr id="114" name="PlaceHolder 1"/>
          <p:cNvSpPr>
            <a:spLocks noGrp="1"/>
          </p:cNvSpPr>
          <p:nvPr>
            <p:ph type="title"/>
          </p:nvPr>
        </p:nvSpPr>
        <p:spPr>
          <a:xfrm>
            <a:off x="720000" y="444960"/>
            <a:ext cx="769608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15" name="Google Shape;242;p19"/>
          <p:cNvSpPr/>
          <p:nvPr/>
        </p:nvSpPr>
        <p:spPr>
          <a:xfrm rot="1577400" flipH="1">
            <a:off x="7739280" y="3573360"/>
            <a:ext cx="2293200" cy="2349360"/>
          </a:xfrm>
          <a:custGeom>
            <a:avLst/>
            <a:gdLst>
              <a:gd name="textAreaLeft" fmla="*/ 360 w 2293200"/>
              <a:gd name="textAreaRight" fmla="*/ 229392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 name="Google Shape;243;p19"/>
          <p:cNvSpPr/>
          <p:nvPr/>
        </p:nvSpPr>
        <p:spPr>
          <a:xfrm rot="1577400" flipH="1">
            <a:off x="7870680" y="3738960"/>
            <a:ext cx="2293200" cy="2349360"/>
          </a:xfrm>
          <a:custGeom>
            <a:avLst/>
            <a:gdLst>
              <a:gd name="textAreaLeft" fmla="*/ 360 w 2293200"/>
              <a:gd name="textAreaRight" fmla="*/ 229392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Google Shape;244;p19"/>
          <p:cNvSpPr/>
          <p:nvPr/>
        </p:nvSpPr>
        <p:spPr>
          <a:xfrm rot="1577400" flipH="1">
            <a:off x="8016480" y="3922920"/>
            <a:ext cx="2293200" cy="2349360"/>
          </a:xfrm>
          <a:custGeom>
            <a:avLst/>
            <a:gdLst>
              <a:gd name="textAreaLeft" fmla="*/ 360 w 2293200"/>
              <a:gd name="textAreaRight" fmla="*/ 229392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 name="Google Shape;245;p19"/>
          <p:cNvSpPr/>
          <p:nvPr/>
        </p:nvSpPr>
        <p:spPr>
          <a:xfrm rot="12377400" flipH="1">
            <a:off x="-771840" y="-855000"/>
            <a:ext cx="2293200" cy="2349360"/>
          </a:xfrm>
          <a:custGeom>
            <a:avLst/>
            <a:gdLst>
              <a:gd name="textAreaLeft" fmla="*/ 360 w 2293200"/>
              <a:gd name="textAreaRight" fmla="*/ 229392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 name="Google Shape;246;p19"/>
          <p:cNvSpPr/>
          <p:nvPr/>
        </p:nvSpPr>
        <p:spPr>
          <a:xfrm rot="12377400" flipH="1">
            <a:off x="-902880" y="-1020240"/>
            <a:ext cx="2293200" cy="2349360"/>
          </a:xfrm>
          <a:custGeom>
            <a:avLst/>
            <a:gdLst>
              <a:gd name="textAreaLeft" fmla="*/ 360 w 2293200"/>
              <a:gd name="textAreaRight" fmla="*/ 229392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247;p19"/>
          <p:cNvSpPr/>
          <p:nvPr/>
        </p:nvSpPr>
        <p:spPr>
          <a:xfrm rot="12377400" flipH="1">
            <a:off x="-1049040" y="-1204200"/>
            <a:ext cx="2293200" cy="2349360"/>
          </a:xfrm>
          <a:custGeom>
            <a:avLst/>
            <a:gdLst>
              <a:gd name="textAreaLeft" fmla="*/ 360 w 2293200"/>
              <a:gd name="textAreaRight" fmla="*/ 229392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pic>
        <p:nvPicPr>
          <p:cNvPr id="121" name="Google Shape;249;p20"/>
          <p:cNvPicPr/>
          <p:nvPr/>
        </p:nvPicPr>
        <p:blipFill>
          <a:blip r:embed="rId2">
            <a:alphaModFix amt="42000"/>
          </a:blip>
          <a:stretch/>
        </p:blipFill>
        <p:spPr>
          <a:xfrm>
            <a:off x="0" y="0"/>
            <a:ext cx="9143640" cy="5142960"/>
          </a:xfrm>
          <a:prstGeom prst="rect">
            <a:avLst/>
          </a:prstGeom>
          <a:noFill/>
          <a:ln w="0">
            <a:noFill/>
          </a:ln>
        </p:spPr>
      </p:pic>
      <p:sp>
        <p:nvSpPr>
          <p:cNvPr id="122" name="Google Shape;250;p20"/>
          <p:cNvSpPr/>
          <p:nvPr/>
        </p:nvSpPr>
        <p:spPr>
          <a:xfrm>
            <a:off x="-52200" y="243720"/>
            <a:ext cx="9250200" cy="4974480"/>
          </a:xfrm>
          <a:custGeom>
            <a:avLst/>
            <a:gdLst>
              <a:gd name="textAreaLeft" fmla="*/ 0 w 9250200"/>
              <a:gd name="textAreaRight" fmla="*/ 9250560 w 9250200"/>
              <a:gd name="textAreaTop" fmla="*/ 0 h 4974480"/>
              <a:gd name="textAreaBottom" fmla="*/ 4974840 h 4974480"/>
            </a:gdLst>
            <a:ahLst/>
            <a:cxnLst/>
            <a:rect l="textAreaLeft" t="textAreaTop" r="textAreaRight" b="textAreaBottom"/>
            <a:pathLst>
              <a:path w="370027" h="199000">
                <a:moveTo>
                  <a:pt x="327362" y="0"/>
                </a:moveTo>
                <a:lnTo>
                  <a:pt x="0" y="40245"/>
                </a:lnTo>
                <a:lnTo>
                  <a:pt x="1017" y="198936"/>
                </a:lnTo>
                <a:lnTo>
                  <a:pt x="346121" y="199000"/>
                </a:lnTo>
                <a:lnTo>
                  <a:pt x="370027" y="199000"/>
                </a:lnTo>
                <a:lnTo>
                  <a:pt x="340364" y="8996"/>
                </a:lnTo>
                <a:close/>
              </a:path>
            </a:pathLst>
          </a:custGeom>
          <a:gradFill rotWithShape="0">
            <a:gsLst>
              <a:gs pos="0">
                <a:srgbClr val="FFFFFF"/>
              </a:gs>
              <a:gs pos="100000">
                <a:srgbClr val="EBE0DD">
                  <a:alpha val="0"/>
                </a:srgbClr>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123" name="Google Shape;251;p20"/>
          <p:cNvGrpSpPr/>
          <p:nvPr/>
        </p:nvGrpSpPr>
        <p:grpSpPr>
          <a:xfrm>
            <a:off x="8114400" y="-63360"/>
            <a:ext cx="468360" cy="550080"/>
            <a:chOff x="8114400" y="-63360"/>
            <a:chExt cx="468360" cy="550080"/>
          </a:xfrm>
        </p:grpSpPr>
        <p:sp>
          <p:nvSpPr>
            <p:cNvPr id="124" name="Google Shape;252;p20"/>
            <p:cNvSpPr/>
            <p:nvPr/>
          </p:nvSpPr>
          <p:spPr>
            <a:xfrm flipH="1">
              <a:off x="8422200" y="-63360"/>
              <a:ext cx="1080" cy="276480"/>
            </a:xfrm>
            <a:custGeom>
              <a:avLst/>
              <a:gdLst>
                <a:gd name="textAreaLeft" fmla="*/ -360 w 1080"/>
                <a:gd name="textAreaRight" fmla="*/ 1080 w 1080"/>
                <a:gd name="textAreaTop" fmla="*/ 0 h 276480"/>
                <a:gd name="textAreaBottom" fmla="*/ 276840 h 276480"/>
              </a:gdLst>
              <a:ahLst/>
              <a:cxnLst/>
              <a:rect l="textAreaLeft" t="textAreaTop" r="textAreaRight" b="textAreaBottom"/>
              <a:pathLst>
                <a:path w="30" h="6267">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a:solidFill>
                <a:srgbClr val="005458"/>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 name="Google Shape;253;p20"/>
            <p:cNvSpPr/>
            <p:nvPr/>
          </p:nvSpPr>
          <p:spPr>
            <a:xfrm rot="2003400" flipH="1">
              <a:off x="8142120" y="165960"/>
              <a:ext cx="412200" cy="225720"/>
            </a:xfrm>
            <a:custGeom>
              <a:avLst/>
              <a:gdLst>
                <a:gd name="textAreaLeft" fmla="*/ -360 w 412200"/>
                <a:gd name="textAreaRight" fmla="*/ 412200 w 412200"/>
                <a:gd name="textAreaTop" fmla="*/ 0 h 225720"/>
                <a:gd name="textAreaBottom" fmla="*/ 226080 h 225720"/>
              </a:gdLst>
              <a:ahLst/>
              <a:cxnLst/>
              <a:rect l="textAreaLeft" t="textAreaTop" r="textAreaRight" b="textAreaBottom"/>
              <a:pathLst>
                <a:path w="9341" h="5111">
                  <a:moveTo>
                    <a:pt x="3631" y="1"/>
                  </a:moveTo>
                  <a:lnTo>
                    <a:pt x="3631" y="1172"/>
                  </a:lnTo>
                  <a:lnTo>
                    <a:pt x="0" y="5110"/>
                  </a:lnTo>
                  <a:lnTo>
                    <a:pt x="9340" y="4686"/>
                  </a:lnTo>
                  <a:lnTo>
                    <a:pt x="4670" y="1172"/>
                  </a:lnTo>
                  <a:lnTo>
                    <a:pt x="4670"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6" name="PlaceHolder 1"/>
          <p:cNvSpPr>
            <a:spLocks noGrp="1"/>
          </p:cNvSpPr>
          <p:nvPr>
            <p:ph type="title"/>
          </p:nvPr>
        </p:nvSpPr>
        <p:spPr>
          <a:xfrm>
            <a:off x="2035080" y="756360"/>
            <a:ext cx="5073120" cy="678240"/>
          </a:xfrm>
          <a:prstGeom prst="rect">
            <a:avLst/>
          </a:prstGeom>
          <a:noFill/>
          <a:ln w="0">
            <a:noFill/>
          </a:ln>
        </p:spPr>
        <p:txBody>
          <a:bodyPr lIns="91440" tIns="91440" rIns="91440" bIns="91440" anchor="t">
            <a:noAutofit/>
          </a:bodyPr>
          <a:lstStyle/>
          <a:p>
            <a:pPr indent="0" algn="ctr">
              <a:lnSpc>
                <a:spcPct val="100000"/>
              </a:lnSpc>
              <a:buNone/>
            </a:pPr>
            <a:r>
              <a:rPr lang="fr-FR" sz="4300" b="0" u="none" strike="noStrike">
                <a:solidFill>
                  <a:schemeClr val="dk1"/>
                </a:solidFill>
                <a:effectLst/>
                <a:uFillTx/>
                <a:latin typeface="Archivo Black"/>
                <a:ea typeface="Archivo Black"/>
              </a:rPr>
              <a:t>xx%</a:t>
            </a:r>
            <a:endParaRPr lang="fr-FR" sz="4300" b="0" u="none" strike="noStrike">
              <a:solidFill>
                <a:schemeClr val="dk1"/>
              </a:solidFill>
              <a:effectLst/>
              <a:uFillTx/>
              <a:latin typeface="Arial"/>
            </a:endParaRPr>
          </a:p>
        </p:txBody>
      </p:sp>
      <p:sp>
        <p:nvSpPr>
          <p:cNvPr id="127" name="PlaceHolder 2"/>
          <p:cNvSpPr>
            <a:spLocks noGrp="1"/>
          </p:cNvSpPr>
          <p:nvPr>
            <p:ph type="title"/>
          </p:nvPr>
        </p:nvSpPr>
        <p:spPr>
          <a:xfrm>
            <a:off x="2035080" y="2027880"/>
            <a:ext cx="5073120" cy="678240"/>
          </a:xfrm>
          <a:prstGeom prst="rect">
            <a:avLst/>
          </a:prstGeom>
          <a:noFill/>
          <a:ln w="0">
            <a:noFill/>
          </a:ln>
        </p:spPr>
        <p:txBody>
          <a:bodyPr lIns="91440" tIns="91440" rIns="91440" bIns="91440" anchor="t">
            <a:noAutofit/>
          </a:bodyPr>
          <a:lstStyle/>
          <a:p>
            <a:pPr indent="0" algn="ctr">
              <a:lnSpc>
                <a:spcPct val="100000"/>
              </a:lnSpc>
              <a:buNone/>
            </a:pPr>
            <a:r>
              <a:rPr lang="fr-FR" sz="4300" b="0" u="none" strike="noStrike">
                <a:solidFill>
                  <a:schemeClr val="dk1"/>
                </a:solidFill>
                <a:effectLst/>
                <a:uFillTx/>
                <a:latin typeface="Archivo Black"/>
                <a:ea typeface="Archivo Black"/>
              </a:rPr>
              <a:t>xx%</a:t>
            </a:r>
            <a:endParaRPr lang="fr-FR" sz="4300" b="0" u="none" strike="noStrike">
              <a:solidFill>
                <a:schemeClr val="dk1"/>
              </a:solidFill>
              <a:effectLst/>
              <a:uFillTx/>
              <a:latin typeface="Arial"/>
            </a:endParaRPr>
          </a:p>
        </p:txBody>
      </p:sp>
      <p:sp>
        <p:nvSpPr>
          <p:cNvPr id="128" name="PlaceHolder 3"/>
          <p:cNvSpPr>
            <a:spLocks noGrp="1"/>
          </p:cNvSpPr>
          <p:nvPr>
            <p:ph type="title"/>
          </p:nvPr>
        </p:nvSpPr>
        <p:spPr>
          <a:xfrm>
            <a:off x="2035080" y="3299760"/>
            <a:ext cx="5073120" cy="678240"/>
          </a:xfrm>
          <a:prstGeom prst="rect">
            <a:avLst/>
          </a:prstGeom>
          <a:noFill/>
          <a:ln w="0">
            <a:noFill/>
          </a:ln>
        </p:spPr>
        <p:txBody>
          <a:bodyPr lIns="91440" tIns="91440" rIns="91440" bIns="91440" anchor="t">
            <a:noAutofit/>
          </a:bodyPr>
          <a:lstStyle/>
          <a:p>
            <a:pPr indent="0" algn="ctr">
              <a:lnSpc>
                <a:spcPct val="100000"/>
              </a:lnSpc>
              <a:buNone/>
            </a:pPr>
            <a:r>
              <a:rPr lang="fr-FR" sz="4300" b="0" u="none" strike="noStrike">
                <a:solidFill>
                  <a:schemeClr val="dk1"/>
                </a:solidFill>
                <a:effectLst/>
                <a:uFillTx/>
                <a:latin typeface="Archivo Black"/>
                <a:ea typeface="Archivo Black"/>
              </a:rPr>
              <a:t>xx%</a:t>
            </a:r>
            <a:endParaRPr lang="fr-FR" sz="4300" b="0" u="none" strike="noStrike">
              <a:solidFill>
                <a:schemeClr val="dk1"/>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pic>
        <p:nvPicPr>
          <p:cNvPr id="129" name="Google Shape;19;p3"/>
          <p:cNvPicPr/>
          <p:nvPr/>
        </p:nvPicPr>
        <p:blipFill>
          <a:blip r:embed="rId2">
            <a:alphaModFix amt="42000"/>
          </a:blip>
          <a:stretch/>
        </p:blipFill>
        <p:spPr>
          <a:xfrm>
            <a:off x="0" y="0"/>
            <a:ext cx="9143640" cy="5142960"/>
          </a:xfrm>
          <a:prstGeom prst="rect">
            <a:avLst/>
          </a:prstGeom>
          <a:noFill/>
          <a:ln w="0">
            <a:noFill/>
          </a:ln>
        </p:spPr>
      </p:pic>
      <p:sp>
        <p:nvSpPr>
          <p:cNvPr id="130" name="PlaceHolder 1"/>
          <p:cNvSpPr>
            <a:spLocks noGrp="1"/>
          </p:cNvSpPr>
          <p:nvPr>
            <p:ph type="title"/>
          </p:nvPr>
        </p:nvSpPr>
        <p:spPr>
          <a:xfrm>
            <a:off x="1058400" y="2105640"/>
            <a:ext cx="3983760" cy="11462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31" name="PlaceHolder 2"/>
          <p:cNvSpPr>
            <a:spLocks noGrp="1"/>
          </p:cNvSpPr>
          <p:nvPr>
            <p:ph type="title"/>
          </p:nvPr>
        </p:nvSpPr>
        <p:spPr>
          <a:xfrm>
            <a:off x="3818160" y="1110240"/>
            <a:ext cx="1224000" cy="841320"/>
          </a:xfrm>
          <a:prstGeom prst="rect">
            <a:avLst/>
          </a:prstGeom>
          <a:noFill/>
          <a:ln w="0">
            <a:noFill/>
          </a:ln>
        </p:spPr>
        <p:txBody>
          <a:bodyPr lIns="91440" tIns="91440" rIns="91440" bIns="91440" anchor="t">
            <a:noAutofit/>
          </a:bodyPr>
          <a:lstStyle/>
          <a:p>
            <a:pPr indent="0" algn="r">
              <a:lnSpc>
                <a:spcPct val="100000"/>
              </a:lnSpc>
              <a:buNone/>
            </a:pPr>
            <a:r>
              <a:rPr lang="fr-FR" sz="5500" b="0" u="none" strike="noStrike">
                <a:solidFill>
                  <a:schemeClr val="lt2"/>
                </a:solidFill>
                <a:effectLst/>
                <a:uFillTx/>
                <a:latin typeface="Archivo Black"/>
                <a:ea typeface="Archivo Black"/>
              </a:rPr>
              <a:t>xx%</a:t>
            </a:r>
            <a:endParaRPr lang="fr-FR" sz="5500" b="0" u="none" strike="noStrike">
              <a:solidFill>
                <a:schemeClr val="dk1"/>
              </a:solidFill>
              <a:effectLst/>
              <a:uFillTx/>
              <a:latin typeface="Arial"/>
            </a:endParaRPr>
          </a:p>
        </p:txBody>
      </p:sp>
      <p:grpSp>
        <p:nvGrpSpPr>
          <p:cNvPr id="132" name="Google Shape;23;p3"/>
          <p:cNvGrpSpPr/>
          <p:nvPr/>
        </p:nvGrpSpPr>
        <p:grpSpPr>
          <a:xfrm>
            <a:off x="5461920" y="522360"/>
            <a:ext cx="2250360" cy="3660840"/>
            <a:chOff x="5461920" y="522360"/>
            <a:chExt cx="2250360" cy="3660840"/>
          </a:xfrm>
        </p:grpSpPr>
        <p:sp>
          <p:nvSpPr>
            <p:cNvPr id="133" name="Google Shape;24;p3"/>
            <p:cNvSpPr/>
            <p:nvPr/>
          </p:nvSpPr>
          <p:spPr>
            <a:xfrm>
              <a:off x="5497920" y="562320"/>
              <a:ext cx="2202480" cy="3558600"/>
            </a:xfrm>
            <a:custGeom>
              <a:avLst/>
              <a:gdLst>
                <a:gd name="textAreaLeft" fmla="*/ 0 w 2202480"/>
                <a:gd name="textAreaRight" fmla="*/ 2202840 w 2202480"/>
                <a:gd name="textAreaTop" fmla="*/ 0 h 3558600"/>
                <a:gd name="textAreaBottom" fmla="*/ 3558960 h 3558600"/>
              </a:gdLst>
              <a:ahLst/>
              <a:cxnLst/>
              <a:rect l="textAreaLeft" t="textAreaTop" r="textAreaRight" b="textAreaBottom"/>
              <a:pathLst>
                <a:path w="26835" h="46950">
                  <a:moveTo>
                    <a:pt x="1" y="0"/>
                  </a:moveTo>
                  <a:lnTo>
                    <a:pt x="1" y="46949"/>
                  </a:lnTo>
                  <a:lnTo>
                    <a:pt x="26835" y="46949"/>
                  </a:lnTo>
                  <a:lnTo>
                    <a:pt x="26835" y="0"/>
                  </a:lnTo>
                  <a:close/>
                </a:path>
              </a:pathLst>
            </a:custGeom>
            <a:solidFill>
              <a:srgbClr val="FFFFFF">
                <a:alpha val="6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 name="Google Shape;25;p3"/>
            <p:cNvSpPr/>
            <p:nvPr/>
          </p:nvSpPr>
          <p:spPr>
            <a:xfrm>
              <a:off x="5461920" y="522360"/>
              <a:ext cx="2250360" cy="3660840"/>
            </a:xfrm>
            <a:custGeom>
              <a:avLst/>
              <a:gdLst>
                <a:gd name="textAreaLeft" fmla="*/ 0 w 2250360"/>
                <a:gd name="textAreaRight" fmla="*/ 2250720 w 2250360"/>
                <a:gd name="textAreaTop" fmla="*/ 0 h 3660840"/>
                <a:gd name="textAreaBottom" fmla="*/ 3661200 h 3660840"/>
              </a:gdLst>
              <a:ahLst/>
              <a:cxnLst/>
              <a:rect l="textAreaLeft" t="textAreaTop" r="textAreaRight" b="textAreaBottom"/>
              <a:pathLst>
                <a:path w="27421" h="48297">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35" name="Google Shape;26;p3"/>
          <p:cNvSpPr/>
          <p:nvPr/>
        </p:nvSpPr>
        <p:spPr>
          <a:xfrm rot="7777800">
            <a:off x="-1118880" y="-1152360"/>
            <a:ext cx="3040920" cy="2822040"/>
          </a:xfrm>
          <a:custGeom>
            <a:avLst/>
            <a:gdLst>
              <a:gd name="textAreaLeft" fmla="*/ 0 w 3040920"/>
              <a:gd name="textAreaRight" fmla="*/ 3041280 w 3040920"/>
              <a:gd name="textAreaTop" fmla="*/ 0 h 2822040"/>
              <a:gd name="textAreaBottom" fmla="*/ 2822400 h 2822040"/>
            </a:gdLst>
            <a:ahLst/>
            <a:cxnLst/>
            <a:rect l="textAreaLeft" t="textAreaTop" r="textAreaRight" b="textAreaBottom"/>
            <a:pathLst>
              <a:path w="5827" h="5408">
                <a:moveTo>
                  <a:pt x="1699" y="0"/>
                </a:moveTo>
                <a:cubicBezTo>
                  <a:pt x="1610" y="0"/>
                  <a:pt x="1521" y="14"/>
                  <a:pt x="1435" y="45"/>
                </a:cubicBezTo>
                <a:cubicBezTo>
                  <a:pt x="952" y="235"/>
                  <a:pt x="732" y="923"/>
                  <a:pt x="1025" y="1348"/>
                </a:cubicBezTo>
                <a:cubicBezTo>
                  <a:pt x="983" y="1341"/>
                  <a:pt x="941" y="1337"/>
                  <a:pt x="899" y="1337"/>
                </a:cubicBezTo>
                <a:cubicBezTo>
                  <a:pt x="502" y="1337"/>
                  <a:pt x="125" y="1639"/>
                  <a:pt x="59" y="2036"/>
                </a:cubicBezTo>
                <a:cubicBezTo>
                  <a:pt x="0" y="2475"/>
                  <a:pt x="337" y="2943"/>
                  <a:pt x="776" y="2987"/>
                </a:cubicBezTo>
                <a:lnTo>
                  <a:pt x="923" y="3002"/>
                </a:lnTo>
                <a:cubicBezTo>
                  <a:pt x="1042" y="2987"/>
                  <a:pt x="1162" y="2980"/>
                  <a:pt x="1282" y="2980"/>
                </a:cubicBezTo>
                <a:cubicBezTo>
                  <a:pt x="2336" y="2980"/>
                  <a:pt x="3373" y="3544"/>
                  <a:pt x="3938" y="4451"/>
                </a:cubicBezTo>
                <a:cubicBezTo>
                  <a:pt x="4070" y="4671"/>
                  <a:pt x="4173" y="4905"/>
                  <a:pt x="4363" y="5110"/>
                </a:cubicBezTo>
                <a:cubicBezTo>
                  <a:pt x="4507" y="5278"/>
                  <a:pt x="4711" y="5407"/>
                  <a:pt x="4917" y="5407"/>
                </a:cubicBezTo>
                <a:cubicBezTo>
                  <a:pt x="4962" y="5407"/>
                  <a:pt x="5007" y="5401"/>
                  <a:pt x="5051" y="5388"/>
                </a:cubicBezTo>
                <a:cubicBezTo>
                  <a:pt x="5313" y="5330"/>
                  <a:pt x="5488" y="4997"/>
                  <a:pt x="5332" y="4792"/>
                </a:cubicBezTo>
                <a:lnTo>
                  <a:pt x="5332" y="4792"/>
                </a:lnTo>
                <a:cubicBezTo>
                  <a:pt x="5370" y="4839"/>
                  <a:pt x="5430" y="4861"/>
                  <a:pt x="5494" y="4861"/>
                </a:cubicBezTo>
                <a:cubicBezTo>
                  <a:pt x="5583" y="4861"/>
                  <a:pt x="5680" y="4819"/>
                  <a:pt x="5739" y="4744"/>
                </a:cubicBezTo>
                <a:cubicBezTo>
                  <a:pt x="5827" y="4627"/>
                  <a:pt x="5798" y="4437"/>
                  <a:pt x="5754" y="4290"/>
                </a:cubicBezTo>
                <a:cubicBezTo>
                  <a:pt x="5695" y="4144"/>
                  <a:pt x="5593" y="4012"/>
                  <a:pt x="5505" y="3895"/>
                </a:cubicBezTo>
                <a:cubicBezTo>
                  <a:pt x="5241" y="3412"/>
                  <a:pt x="5212" y="2797"/>
                  <a:pt x="5475" y="2314"/>
                </a:cubicBezTo>
                <a:cubicBezTo>
                  <a:pt x="5593" y="2124"/>
                  <a:pt x="5710" y="1948"/>
                  <a:pt x="5695" y="1743"/>
                </a:cubicBezTo>
                <a:cubicBezTo>
                  <a:pt x="5680" y="1509"/>
                  <a:pt x="5475" y="1348"/>
                  <a:pt x="5256" y="1289"/>
                </a:cubicBezTo>
                <a:cubicBezTo>
                  <a:pt x="5177" y="1268"/>
                  <a:pt x="5096" y="1260"/>
                  <a:pt x="5015" y="1260"/>
                </a:cubicBezTo>
                <a:cubicBezTo>
                  <a:pt x="4870" y="1260"/>
                  <a:pt x="4723" y="1285"/>
                  <a:pt x="4582" y="1304"/>
                </a:cubicBezTo>
                <a:cubicBezTo>
                  <a:pt x="4802" y="1055"/>
                  <a:pt x="4729" y="601"/>
                  <a:pt x="4465" y="352"/>
                </a:cubicBezTo>
                <a:cubicBezTo>
                  <a:pt x="4280" y="196"/>
                  <a:pt x="4049" y="118"/>
                  <a:pt x="3811" y="118"/>
                </a:cubicBezTo>
                <a:cubicBezTo>
                  <a:pt x="3693" y="118"/>
                  <a:pt x="3572" y="137"/>
                  <a:pt x="3455" y="176"/>
                </a:cubicBezTo>
                <a:cubicBezTo>
                  <a:pt x="3119" y="279"/>
                  <a:pt x="2840" y="499"/>
                  <a:pt x="2577" y="762"/>
                </a:cubicBezTo>
                <a:cubicBezTo>
                  <a:pt x="2541" y="326"/>
                  <a:pt x="2123" y="0"/>
                  <a:pt x="1699" y="0"/>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 name="Google Shape;27;p3"/>
          <p:cNvSpPr/>
          <p:nvPr/>
        </p:nvSpPr>
        <p:spPr>
          <a:xfrm rot="7777800">
            <a:off x="-1624680" y="-1530000"/>
            <a:ext cx="3040920" cy="2822040"/>
          </a:xfrm>
          <a:custGeom>
            <a:avLst/>
            <a:gdLst>
              <a:gd name="textAreaLeft" fmla="*/ 0 w 3040920"/>
              <a:gd name="textAreaRight" fmla="*/ 3041280 w 3040920"/>
              <a:gd name="textAreaTop" fmla="*/ 0 h 2822040"/>
              <a:gd name="textAreaBottom" fmla="*/ 2822400 h 2822040"/>
            </a:gdLst>
            <a:ahLst/>
            <a:cxnLst/>
            <a:rect l="textAreaLeft" t="textAreaTop" r="textAreaRight" b="textAreaBottom"/>
            <a:pathLst>
              <a:path w="5827" h="5408">
                <a:moveTo>
                  <a:pt x="1699" y="0"/>
                </a:moveTo>
                <a:cubicBezTo>
                  <a:pt x="1610" y="0"/>
                  <a:pt x="1521" y="14"/>
                  <a:pt x="1435" y="45"/>
                </a:cubicBezTo>
                <a:cubicBezTo>
                  <a:pt x="952" y="235"/>
                  <a:pt x="732" y="923"/>
                  <a:pt x="1025" y="1348"/>
                </a:cubicBezTo>
                <a:cubicBezTo>
                  <a:pt x="983" y="1341"/>
                  <a:pt x="941" y="1337"/>
                  <a:pt x="899" y="1337"/>
                </a:cubicBezTo>
                <a:cubicBezTo>
                  <a:pt x="502" y="1337"/>
                  <a:pt x="125" y="1639"/>
                  <a:pt x="59" y="2036"/>
                </a:cubicBezTo>
                <a:cubicBezTo>
                  <a:pt x="0" y="2475"/>
                  <a:pt x="337" y="2943"/>
                  <a:pt x="776" y="2987"/>
                </a:cubicBezTo>
                <a:lnTo>
                  <a:pt x="923" y="3002"/>
                </a:lnTo>
                <a:cubicBezTo>
                  <a:pt x="1042" y="2987"/>
                  <a:pt x="1162" y="2980"/>
                  <a:pt x="1282" y="2980"/>
                </a:cubicBezTo>
                <a:cubicBezTo>
                  <a:pt x="2336" y="2980"/>
                  <a:pt x="3373" y="3544"/>
                  <a:pt x="3938" y="4451"/>
                </a:cubicBezTo>
                <a:cubicBezTo>
                  <a:pt x="4070" y="4671"/>
                  <a:pt x="4173" y="4905"/>
                  <a:pt x="4363" y="5110"/>
                </a:cubicBezTo>
                <a:cubicBezTo>
                  <a:pt x="4507" y="5278"/>
                  <a:pt x="4711" y="5407"/>
                  <a:pt x="4917" y="5407"/>
                </a:cubicBezTo>
                <a:cubicBezTo>
                  <a:pt x="4962" y="5407"/>
                  <a:pt x="5007" y="5401"/>
                  <a:pt x="5051" y="5388"/>
                </a:cubicBezTo>
                <a:cubicBezTo>
                  <a:pt x="5313" y="5330"/>
                  <a:pt x="5488" y="4997"/>
                  <a:pt x="5332" y="4792"/>
                </a:cubicBezTo>
                <a:lnTo>
                  <a:pt x="5332" y="4792"/>
                </a:lnTo>
                <a:cubicBezTo>
                  <a:pt x="5370" y="4839"/>
                  <a:pt x="5430" y="4861"/>
                  <a:pt x="5494" y="4861"/>
                </a:cubicBezTo>
                <a:cubicBezTo>
                  <a:pt x="5583" y="4861"/>
                  <a:pt x="5680" y="4819"/>
                  <a:pt x="5739" y="4744"/>
                </a:cubicBezTo>
                <a:cubicBezTo>
                  <a:pt x="5827" y="4627"/>
                  <a:pt x="5798" y="4437"/>
                  <a:pt x="5754" y="4290"/>
                </a:cubicBezTo>
                <a:cubicBezTo>
                  <a:pt x="5695" y="4144"/>
                  <a:pt x="5593" y="4012"/>
                  <a:pt x="5505" y="3895"/>
                </a:cubicBezTo>
                <a:cubicBezTo>
                  <a:pt x="5241" y="3412"/>
                  <a:pt x="5212" y="2797"/>
                  <a:pt x="5475" y="2314"/>
                </a:cubicBezTo>
                <a:cubicBezTo>
                  <a:pt x="5593" y="2124"/>
                  <a:pt x="5710" y="1948"/>
                  <a:pt x="5695" y="1743"/>
                </a:cubicBezTo>
                <a:cubicBezTo>
                  <a:pt x="5680" y="1509"/>
                  <a:pt x="5475" y="1348"/>
                  <a:pt x="5256" y="1289"/>
                </a:cubicBezTo>
                <a:cubicBezTo>
                  <a:pt x="5177" y="1268"/>
                  <a:pt x="5096" y="1260"/>
                  <a:pt x="5015" y="1260"/>
                </a:cubicBezTo>
                <a:cubicBezTo>
                  <a:pt x="4870" y="1260"/>
                  <a:pt x="4723" y="1285"/>
                  <a:pt x="4582" y="1304"/>
                </a:cubicBezTo>
                <a:cubicBezTo>
                  <a:pt x="4802" y="1055"/>
                  <a:pt x="4729" y="601"/>
                  <a:pt x="4465" y="352"/>
                </a:cubicBezTo>
                <a:cubicBezTo>
                  <a:pt x="4280" y="196"/>
                  <a:pt x="4049" y="118"/>
                  <a:pt x="3811" y="118"/>
                </a:cubicBezTo>
                <a:cubicBezTo>
                  <a:pt x="3693" y="118"/>
                  <a:pt x="3572" y="137"/>
                  <a:pt x="3455" y="176"/>
                </a:cubicBezTo>
                <a:cubicBezTo>
                  <a:pt x="3119" y="279"/>
                  <a:pt x="2840" y="499"/>
                  <a:pt x="2577" y="762"/>
                </a:cubicBezTo>
                <a:cubicBezTo>
                  <a:pt x="2541" y="326"/>
                  <a:pt x="2123" y="0"/>
                  <a:pt x="1699" y="0"/>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 name="Google Shape;28;p3"/>
          <p:cNvSpPr/>
          <p:nvPr/>
        </p:nvSpPr>
        <p:spPr>
          <a:xfrm rot="7777800">
            <a:off x="-2073240" y="-1830960"/>
            <a:ext cx="3040920" cy="2822040"/>
          </a:xfrm>
          <a:custGeom>
            <a:avLst/>
            <a:gdLst>
              <a:gd name="textAreaLeft" fmla="*/ 0 w 3040920"/>
              <a:gd name="textAreaRight" fmla="*/ 3041280 w 3040920"/>
              <a:gd name="textAreaTop" fmla="*/ 0 h 2822040"/>
              <a:gd name="textAreaBottom" fmla="*/ 2822400 h 2822040"/>
            </a:gdLst>
            <a:ahLst/>
            <a:cxnLst/>
            <a:rect l="textAreaLeft" t="textAreaTop" r="textAreaRight" b="textAreaBottom"/>
            <a:pathLst>
              <a:path w="5827" h="5408">
                <a:moveTo>
                  <a:pt x="1699" y="0"/>
                </a:moveTo>
                <a:cubicBezTo>
                  <a:pt x="1610" y="0"/>
                  <a:pt x="1521" y="14"/>
                  <a:pt x="1435" y="45"/>
                </a:cubicBezTo>
                <a:cubicBezTo>
                  <a:pt x="952" y="235"/>
                  <a:pt x="732" y="923"/>
                  <a:pt x="1025" y="1348"/>
                </a:cubicBezTo>
                <a:cubicBezTo>
                  <a:pt x="983" y="1341"/>
                  <a:pt x="941" y="1337"/>
                  <a:pt x="899" y="1337"/>
                </a:cubicBezTo>
                <a:cubicBezTo>
                  <a:pt x="502" y="1337"/>
                  <a:pt x="125" y="1639"/>
                  <a:pt x="59" y="2036"/>
                </a:cubicBezTo>
                <a:cubicBezTo>
                  <a:pt x="0" y="2475"/>
                  <a:pt x="337" y="2943"/>
                  <a:pt x="776" y="2987"/>
                </a:cubicBezTo>
                <a:lnTo>
                  <a:pt x="923" y="3002"/>
                </a:lnTo>
                <a:cubicBezTo>
                  <a:pt x="1042" y="2987"/>
                  <a:pt x="1162" y="2980"/>
                  <a:pt x="1282" y="2980"/>
                </a:cubicBezTo>
                <a:cubicBezTo>
                  <a:pt x="2336" y="2980"/>
                  <a:pt x="3373" y="3544"/>
                  <a:pt x="3938" y="4451"/>
                </a:cubicBezTo>
                <a:cubicBezTo>
                  <a:pt x="4070" y="4671"/>
                  <a:pt x="4173" y="4905"/>
                  <a:pt x="4363" y="5110"/>
                </a:cubicBezTo>
                <a:cubicBezTo>
                  <a:pt x="4507" y="5278"/>
                  <a:pt x="4711" y="5407"/>
                  <a:pt x="4917" y="5407"/>
                </a:cubicBezTo>
                <a:cubicBezTo>
                  <a:pt x="4962" y="5407"/>
                  <a:pt x="5007" y="5401"/>
                  <a:pt x="5051" y="5388"/>
                </a:cubicBezTo>
                <a:cubicBezTo>
                  <a:pt x="5313" y="5330"/>
                  <a:pt x="5488" y="4997"/>
                  <a:pt x="5332" y="4792"/>
                </a:cubicBezTo>
                <a:lnTo>
                  <a:pt x="5332" y="4792"/>
                </a:lnTo>
                <a:cubicBezTo>
                  <a:pt x="5370" y="4839"/>
                  <a:pt x="5430" y="4861"/>
                  <a:pt x="5494" y="4861"/>
                </a:cubicBezTo>
                <a:cubicBezTo>
                  <a:pt x="5583" y="4861"/>
                  <a:pt x="5680" y="4819"/>
                  <a:pt x="5739" y="4744"/>
                </a:cubicBezTo>
                <a:cubicBezTo>
                  <a:pt x="5827" y="4627"/>
                  <a:pt x="5798" y="4437"/>
                  <a:pt x="5754" y="4290"/>
                </a:cubicBezTo>
                <a:cubicBezTo>
                  <a:pt x="5695" y="4144"/>
                  <a:pt x="5593" y="4012"/>
                  <a:pt x="5505" y="3895"/>
                </a:cubicBezTo>
                <a:cubicBezTo>
                  <a:pt x="5241" y="3412"/>
                  <a:pt x="5212" y="2797"/>
                  <a:pt x="5475" y="2314"/>
                </a:cubicBezTo>
                <a:cubicBezTo>
                  <a:pt x="5593" y="2124"/>
                  <a:pt x="5710" y="1948"/>
                  <a:pt x="5695" y="1743"/>
                </a:cubicBezTo>
                <a:cubicBezTo>
                  <a:pt x="5680" y="1509"/>
                  <a:pt x="5475" y="1348"/>
                  <a:pt x="5256" y="1289"/>
                </a:cubicBezTo>
                <a:cubicBezTo>
                  <a:pt x="5177" y="1268"/>
                  <a:pt x="5096" y="1260"/>
                  <a:pt x="5015" y="1260"/>
                </a:cubicBezTo>
                <a:cubicBezTo>
                  <a:pt x="4870" y="1260"/>
                  <a:pt x="4723" y="1285"/>
                  <a:pt x="4582" y="1304"/>
                </a:cubicBezTo>
                <a:cubicBezTo>
                  <a:pt x="4802" y="1055"/>
                  <a:pt x="4729" y="601"/>
                  <a:pt x="4465" y="352"/>
                </a:cubicBezTo>
                <a:cubicBezTo>
                  <a:pt x="4280" y="196"/>
                  <a:pt x="4049" y="118"/>
                  <a:pt x="3811" y="118"/>
                </a:cubicBezTo>
                <a:cubicBezTo>
                  <a:pt x="3693" y="118"/>
                  <a:pt x="3572" y="137"/>
                  <a:pt x="3455" y="176"/>
                </a:cubicBezTo>
                <a:cubicBezTo>
                  <a:pt x="3119" y="279"/>
                  <a:pt x="2840" y="499"/>
                  <a:pt x="2577" y="762"/>
                </a:cubicBezTo>
                <a:cubicBezTo>
                  <a:pt x="2541" y="326"/>
                  <a:pt x="2123" y="0"/>
                  <a:pt x="1699" y="0"/>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 name="Google Shape;29;p3"/>
          <p:cNvSpPr/>
          <p:nvPr/>
        </p:nvSpPr>
        <p:spPr>
          <a:xfrm rot="20022600">
            <a:off x="-385560" y="3687120"/>
            <a:ext cx="1989000" cy="2037960"/>
          </a:xfrm>
          <a:custGeom>
            <a:avLst/>
            <a:gdLst>
              <a:gd name="textAreaLeft" fmla="*/ 0 w 1989000"/>
              <a:gd name="textAreaRight" fmla="*/ 1989360 w 1989000"/>
              <a:gd name="textAreaTop" fmla="*/ 0 h 2037960"/>
              <a:gd name="textAreaBottom" fmla="*/ 2038320 h 20379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 name="Google Shape;30;p3"/>
          <p:cNvSpPr/>
          <p:nvPr/>
        </p:nvSpPr>
        <p:spPr>
          <a:xfrm rot="20022600">
            <a:off x="-499680" y="3830400"/>
            <a:ext cx="1989000" cy="2037960"/>
          </a:xfrm>
          <a:custGeom>
            <a:avLst/>
            <a:gdLst>
              <a:gd name="textAreaLeft" fmla="*/ 0 w 1989000"/>
              <a:gd name="textAreaRight" fmla="*/ 1989360 w 1989000"/>
              <a:gd name="textAreaTop" fmla="*/ 0 h 2037960"/>
              <a:gd name="textAreaBottom" fmla="*/ 2038320 h 20379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 name="Google Shape;31;p3"/>
          <p:cNvSpPr/>
          <p:nvPr/>
        </p:nvSpPr>
        <p:spPr>
          <a:xfrm rot="20022600">
            <a:off x="-626040" y="3989880"/>
            <a:ext cx="1989000" cy="2037960"/>
          </a:xfrm>
          <a:custGeom>
            <a:avLst/>
            <a:gdLst>
              <a:gd name="textAreaLeft" fmla="*/ 0 w 1989000"/>
              <a:gd name="textAreaRight" fmla="*/ 1989360 w 1989000"/>
              <a:gd name="textAreaTop" fmla="*/ 0 h 2037960"/>
              <a:gd name="textAreaBottom" fmla="*/ 2038320 h 20379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pic>
        <p:nvPicPr>
          <p:cNvPr id="141" name="Google Shape;261;p21"/>
          <p:cNvPicPr/>
          <p:nvPr/>
        </p:nvPicPr>
        <p:blipFill>
          <a:blip r:embed="rId2">
            <a:alphaModFix amt="42000"/>
          </a:blip>
          <a:stretch/>
        </p:blipFill>
        <p:spPr>
          <a:xfrm>
            <a:off x="0" y="0"/>
            <a:ext cx="9143640" cy="5142960"/>
          </a:xfrm>
          <a:prstGeom prst="rect">
            <a:avLst/>
          </a:prstGeom>
          <a:noFill/>
          <a:ln w="0">
            <a:noFill/>
          </a:ln>
        </p:spPr>
      </p:pic>
      <p:sp>
        <p:nvSpPr>
          <p:cNvPr id="142" name="Google Shape;262;p21"/>
          <p:cNvSpPr/>
          <p:nvPr/>
        </p:nvSpPr>
        <p:spPr>
          <a:xfrm>
            <a:off x="0" y="336240"/>
            <a:ext cx="9174960" cy="4836960"/>
          </a:xfrm>
          <a:custGeom>
            <a:avLst/>
            <a:gdLst>
              <a:gd name="textAreaLeft" fmla="*/ 0 w 9174960"/>
              <a:gd name="textAreaRight" fmla="*/ 9175320 w 9174960"/>
              <a:gd name="textAreaTop" fmla="*/ 0 h 4836960"/>
              <a:gd name="textAreaBottom" fmla="*/ 4837320 h 4836960"/>
            </a:gdLst>
            <a:ahLst/>
            <a:cxnLst/>
            <a:rect l="textAreaLeft" t="textAreaTop" r="textAreaRight" b="textAreaBottom"/>
            <a:pathLst>
              <a:path w="367011" h="193499">
                <a:moveTo>
                  <a:pt x="252657" y="1791"/>
                </a:moveTo>
                <a:lnTo>
                  <a:pt x="0" y="191975"/>
                </a:lnTo>
                <a:lnTo>
                  <a:pt x="75799" y="192240"/>
                </a:lnTo>
                <a:lnTo>
                  <a:pt x="367011" y="193499"/>
                </a:lnTo>
                <a:lnTo>
                  <a:pt x="367011" y="84670"/>
                </a:lnTo>
                <a:lnTo>
                  <a:pt x="262125" y="0"/>
                </a:lnTo>
                <a:close/>
              </a:path>
            </a:pathLst>
          </a:custGeom>
          <a:gradFill rotWithShape="0">
            <a:gsLst>
              <a:gs pos="0">
                <a:srgbClr val="FFFFFF"/>
              </a:gs>
              <a:gs pos="100000">
                <a:srgbClr val="EBE0DD"/>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143" name="Google Shape;264;p21"/>
          <p:cNvGrpSpPr/>
          <p:nvPr/>
        </p:nvGrpSpPr>
        <p:grpSpPr>
          <a:xfrm>
            <a:off x="6255720" y="-63360"/>
            <a:ext cx="412200" cy="500760"/>
            <a:chOff x="6255720" y="-63360"/>
            <a:chExt cx="412200" cy="500760"/>
          </a:xfrm>
        </p:grpSpPr>
        <p:sp>
          <p:nvSpPr>
            <p:cNvPr id="144" name="Google Shape;265;p21"/>
            <p:cNvSpPr/>
            <p:nvPr/>
          </p:nvSpPr>
          <p:spPr>
            <a:xfrm flipH="1">
              <a:off x="6255360" y="212040"/>
              <a:ext cx="412200" cy="225360"/>
            </a:xfrm>
            <a:custGeom>
              <a:avLst/>
              <a:gdLst>
                <a:gd name="textAreaLeft" fmla="*/ -360 w 412200"/>
                <a:gd name="textAreaRight" fmla="*/ 412200 w 412200"/>
                <a:gd name="textAreaTop" fmla="*/ 0 h 225360"/>
                <a:gd name="textAreaBottom" fmla="*/ 225720 h 225360"/>
              </a:gdLst>
              <a:ahLst/>
              <a:cxnLst/>
              <a:rect l="textAreaLeft" t="textAreaTop" r="textAreaRight" b="textAreaBottom"/>
              <a:pathLst>
                <a:path w="9341" h="5111">
                  <a:moveTo>
                    <a:pt x="3631" y="1"/>
                  </a:moveTo>
                  <a:lnTo>
                    <a:pt x="3631" y="1172"/>
                  </a:lnTo>
                  <a:lnTo>
                    <a:pt x="0" y="5110"/>
                  </a:lnTo>
                  <a:lnTo>
                    <a:pt x="9340" y="4686"/>
                  </a:lnTo>
                  <a:lnTo>
                    <a:pt x="4670" y="1172"/>
                  </a:lnTo>
                  <a:lnTo>
                    <a:pt x="4670"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 name="Google Shape;266;p21"/>
            <p:cNvSpPr/>
            <p:nvPr/>
          </p:nvSpPr>
          <p:spPr>
            <a:xfrm flipH="1">
              <a:off x="6487560" y="-63360"/>
              <a:ext cx="1080" cy="276480"/>
            </a:xfrm>
            <a:custGeom>
              <a:avLst/>
              <a:gdLst>
                <a:gd name="textAreaLeft" fmla="*/ -360 w 1080"/>
                <a:gd name="textAreaRight" fmla="*/ 1080 w 1080"/>
                <a:gd name="textAreaTop" fmla="*/ 0 h 276480"/>
                <a:gd name="textAreaBottom" fmla="*/ 276840 h 276480"/>
              </a:gdLst>
              <a:ahLst/>
              <a:cxnLst/>
              <a:rect l="textAreaLeft" t="textAreaTop" r="textAreaRight" b="textAreaBottom"/>
              <a:pathLst>
                <a:path w="30" h="6267">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6" name="Google Shape;267;p21"/>
          <p:cNvSpPr/>
          <p:nvPr/>
        </p:nvSpPr>
        <p:spPr>
          <a:xfrm>
            <a:off x="-67320" y="-2808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47" name="Google Shape;268;p21"/>
          <p:cNvSpPr/>
          <p:nvPr/>
        </p:nvSpPr>
        <p:spPr>
          <a:xfrm>
            <a:off x="-232200" y="-20592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48" name="Google Shape;269;p21"/>
          <p:cNvSpPr/>
          <p:nvPr/>
        </p:nvSpPr>
        <p:spPr>
          <a:xfrm>
            <a:off x="-416520" y="-38988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49" name="Google Shape;270;p21"/>
          <p:cNvSpPr/>
          <p:nvPr/>
        </p:nvSpPr>
        <p:spPr>
          <a:xfrm rot="10800000">
            <a:off x="6898680" y="320292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50" name="Google Shape;271;p21"/>
          <p:cNvSpPr/>
          <p:nvPr/>
        </p:nvSpPr>
        <p:spPr>
          <a:xfrm rot="10800000">
            <a:off x="7063920" y="338076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51" name="Google Shape;272;p21"/>
          <p:cNvSpPr/>
          <p:nvPr/>
        </p:nvSpPr>
        <p:spPr>
          <a:xfrm rot="10800000">
            <a:off x="7248240" y="356472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52" name="PlaceHolder 1"/>
          <p:cNvSpPr>
            <a:spLocks noGrp="1"/>
          </p:cNvSpPr>
          <p:nvPr>
            <p:ph type="title"/>
          </p:nvPr>
        </p:nvSpPr>
        <p:spPr>
          <a:xfrm>
            <a:off x="721440" y="1243440"/>
            <a:ext cx="4219560" cy="1567800"/>
          </a:xfrm>
          <a:prstGeom prst="rect">
            <a:avLst/>
          </a:prstGeom>
          <a:noFill/>
          <a:ln w="0">
            <a:noFill/>
          </a:ln>
        </p:spPr>
        <p:txBody>
          <a:bodyPr lIns="91440" tIns="91440" rIns="91440" bIns="91440" anchor="ctr">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7_1">
    <p:bg>
      <p:bgPr>
        <a:solidFill>
          <a:schemeClr val="lt1"/>
        </a:solidFill>
        <a:effectLst/>
      </p:bgPr>
    </p:bg>
    <p:spTree>
      <p:nvGrpSpPr>
        <p:cNvPr id="1" name=""/>
        <p:cNvGrpSpPr/>
        <p:nvPr/>
      </p:nvGrpSpPr>
      <p:grpSpPr>
        <a:xfrm>
          <a:off x="0" y="0"/>
          <a:ext cx="0" cy="0"/>
          <a:chOff x="0" y="0"/>
          <a:chExt cx="0" cy="0"/>
        </a:xfrm>
      </p:grpSpPr>
      <p:pic>
        <p:nvPicPr>
          <p:cNvPr id="153" name="Google Shape;275;p22"/>
          <p:cNvPicPr/>
          <p:nvPr/>
        </p:nvPicPr>
        <p:blipFill>
          <a:blip r:embed="rId2">
            <a:alphaModFix amt="42000"/>
          </a:blip>
          <a:stretch/>
        </p:blipFill>
        <p:spPr>
          <a:xfrm>
            <a:off x="0" y="0"/>
            <a:ext cx="9143640" cy="5142960"/>
          </a:xfrm>
          <a:prstGeom prst="rect">
            <a:avLst/>
          </a:prstGeom>
          <a:noFill/>
          <a:ln w="0">
            <a:noFill/>
          </a:ln>
        </p:spPr>
      </p:pic>
      <p:grpSp>
        <p:nvGrpSpPr>
          <p:cNvPr id="154" name="Google Shape;276;p22"/>
          <p:cNvGrpSpPr/>
          <p:nvPr/>
        </p:nvGrpSpPr>
        <p:grpSpPr>
          <a:xfrm>
            <a:off x="-45360" y="-67680"/>
            <a:ext cx="9349200" cy="5279040"/>
            <a:chOff x="-45360" y="-67680"/>
            <a:chExt cx="9349200" cy="5279040"/>
          </a:xfrm>
        </p:grpSpPr>
        <p:sp>
          <p:nvSpPr>
            <p:cNvPr id="155" name="Google Shape;277;p22"/>
            <p:cNvSpPr/>
            <p:nvPr/>
          </p:nvSpPr>
          <p:spPr>
            <a:xfrm flipH="1">
              <a:off x="-45360" y="410400"/>
              <a:ext cx="9349200" cy="4800960"/>
            </a:xfrm>
            <a:custGeom>
              <a:avLst/>
              <a:gdLst>
                <a:gd name="textAreaLeft" fmla="*/ 360 w 9349200"/>
                <a:gd name="textAreaRight" fmla="*/ 9349920 w 9349200"/>
                <a:gd name="textAreaTop" fmla="*/ 0 h 4800960"/>
                <a:gd name="textAreaBottom" fmla="*/ 4801320 h 4800960"/>
              </a:gdLst>
              <a:ahLst/>
              <a:cxnLst/>
              <a:rect l="textAreaLeft" t="textAreaTop" r="textAreaRight" b="textAreaBottom"/>
              <a:pathLst>
                <a:path w="373988" h="192051">
                  <a:moveTo>
                    <a:pt x="264110" y="0"/>
                  </a:moveTo>
                  <a:lnTo>
                    <a:pt x="146720" y="91571"/>
                  </a:lnTo>
                  <a:lnTo>
                    <a:pt x="0" y="190060"/>
                  </a:lnTo>
                  <a:lnTo>
                    <a:pt x="373486" y="192051"/>
                  </a:lnTo>
                  <a:lnTo>
                    <a:pt x="373988" y="94834"/>
                  </a:lnTo>
                  <a:lnTo>
                    <a:pt x="279845" y="382"/>
                  </a:lnTo>
                  <a:close/>
                </a:path>
              </a:pathLst>
            </a:custGeom>
            <a:gradFill rotWithShape="0">
              <a:gsLst>
                <a:gs pos="0">
                  <a:srgbClr val="FFFFFF"/>
                </a:gs>
                <a:gs pos="100000">
                  <a:srgbClr val="EBE0DD"/>
                </a:gs>
              </a:gsLst>
              <a:lin ang="5394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156" name="Google Shape;278;p22"/>
            <p:cNvGrpSpPr/>
            <p:nvPr/>
          </p:nvGrpSpPr>
          <p:grpSpPr>
            <a:xfrm>
              <a:off x="2293920" y="-67680"/>
              <a:ext cx="412200" cy="500760"/>
              <a:chOff x="2293920" y="-67680"/>
              <a:chExt cx="412200" cy="500760"/>
            </a:xfrm>
          </p:grpSpPr>
          <p:sp>
            <p:nvSpPr>
              <p:cNvPr id="157" name="Google Shape;279;p22"/>
              <p:cNvSpPr/>
              <p:nvPr/>
            </p:nvSpPr>
            <p:spPr>
              <a:xfrm>
                <a:off x="2293920" y="207720"/>
                <a:ext cx="412200" cy="225360"/>
              </a:xfrm>
              <a:custGeom>
                <a:avLst/>
                <a:gdLst>
                  <a:gd name="textAreaLeft" fmla="*/ 0 w 412200"/>
                  <a:gd name="textAreaRight" fmla="*/ 412560 w 412200"/>
                  <a:gd name="textAreaTop" fmla="*/ 0 h 225360"/>
                  <a:gd name="textAreaBottom" fmla="*/ 225720 h 225360"/>
                </a:gdLst>
                <a:ahLst/>
                <a:cxnLst/>
                <a:rect l="textAreaLeft" t="textAreaTop" r="textAreaRight" b="textAreaBottom"/>
                <a:pathLst>
                  <a:path w="9341" h="5111">
                    <a:moveTo>
                      <a:pt x="3631" y="1"/>
                    </a:moveTo>
                    <a:lnTo>
                      <a:pt x="3631" y="1172"/>
                    </a:lnTo>
                    <a:lnTo>
                      <a:pt x="0" y="5110"/>
                    </a:lnTo>
                    <a:lnTo>
                      <a:pt x="9340" y="4686"/>
                    </a:lnTo>
                    <a:lnTo>
                      <a:pt x="4670" y="1172"/>
                    </a:lnTo>
                    <a:lnTo>
                      <a:pt x="4670" y="1"/>
                    </a:lnTo>
                    <a:close/>
                  </a:path>
                </a:pathLst>
              </a:custGeom>
              <a:solidFill>
                <a:schemeClr val="accent4"/>
              </a:solidFill>
              <a:ln w="9525">
                <a:solidFill>
                  <a:srgbClr val="005458"/>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 name="Google Shape;280;p22"/>
              <p:cNvSpPr/>
              <p:nvPr/>
            </p:nvSpPr>
            <p:spPr>
              <a:xfrm>
                <a:off x="2472840" y="-67680"/>
                <a:ext cx="1080" cy="276480"/>
              </a:xfrm>
              <a:custGeom>
                <a:avLst/>
                <a:gdLst>
                  <a:gd name="textAreaLeft" fmla="*/ 0 w 1080"/>
                  <a:gd name="textAreaRight" fmla="*/ 1440 w 1080"/>
                  <a:gd name="textAreaTop" fmla="*/ 0 h 276480"/>
                  <a:gd name="textAreaBottom" fmla="*/ 276840 h 276480"/>
                </a:gdLst>
                <a:ahLst/>
                <a:cxnLst/>
                <a:rect l="textAreaLeft" t="textAreaTop" r="textAreaRight" b="textAreaBottom"/>
                <a:pathLst>
                  <a:path w="30" h="6267">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a:solidFill>
                  <a:srgbClr val="005458"/>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59" name="PlaceHolder 1"/>
          <p:cNvSpPr>
            <a:spLocks noGrp="1"/>
          </p:cNvSpPr>
          <p:nvPr>
            <p:ph type="title"/>
          </p:nvPr>
        </p:nvSpPr>
        <p:spPr>
          <a:xfrm>
            <a:off x="5324040" y="1845000"/>
            <a:ext cx="3092400" cy="5756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160" name="Google Shape;283;p22"/>
          <p:cNvGrpSpPr/>
          <p:nvPr/>
        </p:nvGrpSpPr>
        <p:grpSpPr>
          <a:xfrm>
            <a:off x="-1915560" y="-1293840"/>
            <a:ext cx="12841560" cy="8702640"/>
            <a:chOff x="-1915560" y="-1293840"/>
            <a:chExt cx="12841560" cy="8702640"/>
          </a:xfrm>
        </p:grpSpPr>
        <p:sp>
          <p:nvSpPr>
            <p:cNvPr id="161" name="Google Shape;284;p22"/>
            <p:cNvSpPr/>
            <p:nvPr/>
          </p:nvSpPr>
          <p:spPr>
            <a:xfrm rot="16276200" flipH="1">
              <a:off x="6540480" y="-1671840"/>
              <a:ext cx="1735560" cy="4306680"/>
            </a:xfrm>
            <a:custGeom>
              <a:avLst/>
              <a:gdLst>
                <a:gd name="textAreaLeft" fmla="*/ -360 w 1735560"/>
                <a:gd name="textAreaRight" fmla="*/ 1735560 w 1735560"/>
                <a:gd name="textAreaTop" fmla="*/ 0 h 4306680"/>
                <a:gd name="textAreaBottom" fmla="*/ 4307040 h 43066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 name="Google Shape;285;p22"/>
            <p:cNvSpPr/>
            <p:nvPr/>
          </p:nvSpPr>
          <p:spPr>
            <a:xfrm rot="16276200" flipH="1">
              <a:off x="6873120" y="-1870200"/>
              <a:ext cx="1735560" cy="4306680"/>
            </a:xfrm>
            <a:custGeom>
              <a:avLst/>
              <a:gdLst>
                <a:gd name="textAreaLeft" fmla="*/ -360 w 1735560"/>
                <a:gd name="textAreaRight" fmla="*/ 1735560 w 1735560"/>
                <a:gd name="textAreaTop" fmla="*/ 0 h 4306680"/>
                <a:gd name="textAreaBottom" fmla="*/ 4307040 h 43066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286;p22"/>
            <p:cNvSpPr/>
            <p:nvPr/>
          </p:nvSpPr>
          <p:spPr>
            <a:xfrm rot="16276200" flipH="1">
              <a:off x="7160040" y="-2025360"/>
              <a:ext cx="1735560" cy="4306680"/>
            </a:xfrm>
            <a:custGeom>
              <a:avLst/>
              <a:gdLst>
                <a:gd name="textAreaLeft" fmla="*/ -360 w 1735560"/>
                <a:gd name="textAreaRight" fmla="*/ 1735560 w 1735560"/>
                <a:gd name="textAreaTop" fmla="*/ 0 h 4306680"/>
                <a:gd name="textAreaBottom" fmla="*/ 4307040 h 43066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 name="Google Shape;287;p22"/>
            <p:cNvSpPr/>
            <p:nvPr/>
          </p:nvSpPr>
          <p:spPr>
            <a:xfrm rot="7936800">
              <a:off x="-335160" y="3103560"/>
              <a:ext cx="1812960" cy="3686760"/>
            </a:xfrm>
            <a:custGeom>
              <a:avLst/>
              <a:gdLst>
                <a:gd name="textAreaLeft" fmla="*/ 0 w 1812960"/>
                <a:gd name="textAreaRight" fmla="*/ 1813320 w 1812960"/>
                <a:gd name="textAreaTop" fmla="*/ 0 h 3686760"/>
                <a:gd name="textAreaBottom" fmla="*/ 3687120 h 36867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 name="Google Shape;288;p22"/>
            <p:cNvSpPr/>
            <p:nvPr/>
          </p:nvSpPr>
          <p:spPr>
            <a:xfrm rot="7936800">
              <a:off x="-198720" y="2858400"/>
              <a:ext cx="1812960" cy="3686760"/>
            </a:xfrm>
            <a:custGeom>
              <a:avLst/>
              <a:gdLst>
                <a:gd name="textAreaLeft" fmla="*/ 0 w 1812960"/>
                <a:gd name="textAreaRight" fmla="*/ 1813320 w 1812960"/>
                <a:gd name="textAreaTop" fmla="*/ 0 h 3686760"/>
                <a:gd name="textAreaBottom" fmla="*/ 3687120 h 36867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 name="Google Shape;289;p22"/>
            <p:cNvSpPr/>
            <p:nvPr/>
          </p:nvSpPr>
          <p:spPr>
            <a:xfrm rot="7936800">
              <a:off x="-22320" y="2613240"/>
              <a:ext cx="1812960" cy="3686760"/>
            </a:xfrm>
            <a:custGeom>
              <a:avLst/>
              <a:gdLst>
                <a:gd name="textAreaLeft" fmla="*/ 0 w 1812960"/>
                <a:gd name="textAreaRight" fmla="*/ 1813320 w 1812960"/>
                <a:gd name="textAreaTop" fmla="*/ 0 h 3686760"/>
                <a:gd name="textAreaBottom" fmla="*/ 3687120 h 36867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 name="Google Shape;290;p22"/>
            <p:cNvSpPr/>
            <p:nvPr/>
          </p:nvSpPr>
          <p:spPr>
            <a:xfrm rot="16276200" flipH="1">
              <a:off x="7504200" y="-2269440"/>
              <a:ext cx="1735560" cy="4306680"/>
            </a:xfrm>
            <a:custGeom>
              <a:avLst/>
              <a:gdLst>
                <a:gd name="textAreaLeft" fmla="*/ -360 w 1735560"/>
                <a:gd name="textAreaRight" fmla="*/ 1735560 w 1735560"/>
                <a:gd name="textAreaTop" fmla="*/ 0 h 4306680"/>
                <a:gd name="textAreaBottom" fmla="*/ 4307040 h 43066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 name="Google Shape;291;p22"/>
            <p:cNvSpPr/>
            <p:nvPr/>
          </p:nvSpPr>
          <p:spPr>
            <a:xfrm rot="16276200" flipH="1">
              <a:off x="7885800" y="-2531160"/>
              <a:ext cx="1735560" cy="4306680"/>
            </a:xfrm>
            <a:custGeom>
              <a:avLst/>
              <a:gdLst>
                <a:gd name="textAreaLeft" fmla="*/ -360 w 1735560"/>
                <a:gd name="textAreaRight" fmla="*/ 1735560 w 1735560"/>
                <a:gd name="textAreaTop" fmla="*/ 0 h 4306680"/>
                <a:gd name="textAreaBottom" fmla="*/ 4307040 h 43066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 name="Google Shape;292;p22"/>
            <p:cNvSpPr/>
            <p:nvPr/>
          </p:nvSpPr>
          <p:spPr>
            <a:xfrm rot="7936800">
              <a:off x="-597960" y="3391560"/>
              <a:ext cx="1812960" cy="3686760"/>
            </a:xfrm>
            <a:custGeom>
              <a:avLst/>
              <a:gdLst>
                <a:gd name="textAreaLeft" fmla="*/ 0 w 1812960"/>
                <a:gd name="textAreaRight" fmla="*/ 1813320 w 1812960"/>
                <a:gd name="textAreaTop" fmla="*/ 0 h 3686760"/>
                <a:gd name="textAreaBottom" fmla="*/ 3687120 h 36867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 name="Google Shape;293;p22"/>
            <p:cNvSpPr/>
            <p:nvPr/>
          </p:nvSpPr>
          <p:spPr>
            <a:xfrm rot="7936800">
              <a:off x="-848160" y="3654360"/>
              <a:ext cx="1812960" cy="3686760"/>
            </a:xfrm>
            <a:custGeom>
              <a:avLst/>
              <a:gdLst>
                <a:gd name="textAreaLeft" fmla="*/ 0 w 1812960"/>
                <a:gd name="textAreaRight" fmla="*/ 1813320 w 1812960"/>
                <a:gd name="textAreaTop" fmla="*/ 0 h 3686760"/>
                <a:gd name="textAreaBottom" fmla="*/ 3687120 h 36867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 name="Google Shape;294;p22"/>
            <p:cNvSpPr/>
            <p:nvPr/>
          </p:nvSpPr>
          <p:spPr>
            <a:xfrm rot="19621800">
              <a:off x="-435600" y="-224640"/>
              <a:ext cx="1614240" cy="1245600"/>
            </a:xfrm>
            <a:custGeom>
              <a:avLst/>
              <a:gdLst>
                <a:gd name="textAreaLeft" fmla="*/ 0 w 1614240"/>
                <a:gd name="textAreaRight" fmla="*/ 1614600 w 1614240"/>
                <a:gd name="textAreaTop" fmla="*/ 0 h 1245600"/>
                <a:gd name="textAreaBottom" fmla="*/ 1245960 h 124560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 name="Google Shape;295;p22"/>
            <p:cNvSpPr/>
            <p:nvPr/>
          </p:nvSpPr>
          <p:spPr>
            <a:xfrm rot="19621800">
              <a:off x="-570240" y="-421560"/>
              <a:ext cx="1614240" cy="1245600"/>
            </a:xfrm>
            <a:custGeom>
              <a:avLst/>
              <a:gdLst>
                <a:gd name="textAreaLeft" fmla="*/ 0 w 1614240"/>
                <a:gd name="textAreaRight" fmla="*/ 1614600 w 1614240"/>
                <a:gd name="textAreaTop" fmla="*/ 0 h 1245600"/>
                <a:gd name="textAreaBottom" fmla="*/ 1245960 h 124560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 name="Google Shape;296;p22"/>
            <p:cNvSpPr/>
            <p:nvPr/>
          </p:nvSpPr>
          <p:spPr>
            <a:xfrm rot="19621800">
              <a:off x="-734760" y="-586080"/>
              <a:ext cx="1614240" cy="1245600"/>
            </a:xfrm>
            <a:custGeom>
              <a:avLst/>
              <a:gdLst>
                <a:gd name="textAreaLeft" fmla="*/ 0 w 1614240"/>
                <a:gd name="textAreaRight" fmla="*/ 1614600 w 1614240"/>
                <a:gd name="textAreaTop" fmla="*/ 0 h 1245600"/>
                <a:gd name="textAreaBottom" fmla="*/ 1245960 h 124560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7_1_1">
    <p:bg>
      <p:bgPr>
        <a:solidFill>
          <a:schemeClr val="lt1"/>
        </a:solidFill>
        <a:effectLst/>
      </p:bgPr>
    </p:bg>
    <p:spTree>
      <p:nvGrpSpPr>
        <p:cNvPr id="1" name=""/>
        <p:cNvGrpSpPr/>
        <p:nvPr/>
      </p:nvGrpSpPr>
      <p:grpSpPr>
        <a:xfrm>
          <a:off x="0" y="0"/>
          <a:ext cx="0" cy="0"/>
          <a:chOff x="0" y="0"/>
          <a:chExt cx="0" cy="0"/>
        </a:xfrm>
      </p:grpSpPr>
      <p:pic>
        <p:nvPicPr>
          <p:cNvPr id="174" name="Google Shape;298;p23"/>
          <p:cNvPicPr/>
          <p:nvPr/>
        </p:nvPicPr>
        <p:blipFill>
          <a:blip r:embed="rId2">
            <a:alphaModFix amt="42000"/>
          </a:blip>
          <a:stretch/>
        </p:blipFill>
        <p:spPr>
          <a:xfrm>
            <a:off x="0" y="0"/>
            <a:ext cx="9143640" cy="5142960"/>
          </a:xfrm>
          <a:prstGeom prst="rect">
            <a:avLst/>
          </a:prstGeom>
          <a:noFill/>
          <a:ln w="0">
            <a:noFill/>
          </a:ln>
        </p:spPr>
      </p:pic>
      <p:grpSp>
        <p:nvGrpSpPr>
          <p:cNvPr id="175" name="Google Shape;299;p23"/>
          <p:cNvGrpSpPr/>
          <p:nvPr/>
        </p:nvGrpSpPr>
        <p:grpSpPr>
          <a:xfrm>
            <a:off x="-45360" y="-136080"/>
            <a:ext cx="9349200" cy="5279400"/>
            <a:chOff x="-45360" y="-136080"/>
            <a:chExt cx="9349200" cy="5279400"/>
          </a:xfrm>
        </p:grpSpPr>
        <p:sp>
          <p:nvSpPr>
            <p:cNvPr id="176" name="Google Shape;300;p23"/>
            <p:cNvSpPr/>
            <p:nvPr/>
          </p:nvSpPr>
          <p:spPr>
            <a:xfrm>
              <a:off x="-45360" y="342360"/>
              <a:ext cx="9349200" cy="4800960"/>
            </a:xfrm>
            <a:custGeom>
              <a:avLst/>
              <a:gdLst>
                <a:gd name="textAreaLeft" fmla="*/ 0 w 9349200"/>
                <a:gd name="textAreaRight" fmla="*/ 9349560 w 9349200"/>
                <a:gd name="textAreaTop" fmla="*/ 0 h 4800960"/>
                <a:gd name="textAreaBottom" fmla="*/ 4801320 h 4800960"/>
              </a:gdLst>
              <a:ahLst/>
              <a:cxnLst/>
              <a:rect l="textAreaLeft" t="textAreaTop" r="textAreaRight" b="textAreaBottom"/>
              <a:pathLst>
                <a:path w="373988" h="192051">
                  <a:moveTo>
                    <a:pt x="264110" y="0"/>
                  </a:moveTo>
                  <a:lnTo>
                    <a:pt x="146720" y="91571"/>
                  </a:lnTo>
                  <a:lnTo>
                    <a:pt x="0" y="190060"/>
                  </a:lnTo>
                  <a:lnTo>
                    <a:pt x="373486" y="192051"/>
                  </a:lnTo>
                  <a:lnTo>
                    <a:pt x="373988" y="94834"/>
                  </a:lnTo>
                  <a:lnTo>
                    <a:pt x="279845" y="382"/>
                  </a:lnTo>
                  <a:close/>
                </a:path>
              </a:pathLst>
            </a:custGeom>
            <a:gradFill rotWithShape="0">
              <a:gsLst>
                <a:gs pos="0">
                  <a:srgbClr val="FFFFFF"/>
                </a:gs>
                <a:gs pos="100000">
                  <a:srgbClr val="EBE0DD"/>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177" name="Google Shape;301;p23"/>
            <p:cNvGrpSpPr/>
            <p:nvPr/>
          </p:nvGrpSpPr>
          <p:grpSpPr>
            <a:xfrm>
              <a:off x="6552000" y="-136080"/>
              <a:ext cx="412200" cy="500760"/>
              <a:chOff x="6552000" y="-136080"/>
              <a:chExt cx="412200" cy="500760"/>
            </a:xfrm>
          </p:grpSpPr>
          <p:sp>
            <p:nvSpPr>
              <p:cNvPr id="178" name="Google Shape;302;p23"/>
              <p:cNvSpPr/>
              <p:nvPr/>
            </p:nvSpPr>
            <p:spPr>
              <a:xfrm flipH="1">
                <a:off x="6551640" y="139320"/>
                <a:ext cx="412200" cy="225360"/>
              </a:xfrm>
              <a:custGeom>
                <a:avLst/>
                <a:gdLst>
                  <a:gd name="textAreaLeft" fmla="*/ -360 w 412200"/>
                  <a:gd name="textAreaRight" fmla="*/ 412200 w 412200"/>
                  <a:gd name="textAreaTop" fmla="*/ 0 h 225360"/>
                  <a:gd name="textAreaBottom" fmla="*/ 225720 h 225360"/>
                </a:gdLst>
                <a:ahLst/>
                <a:cxnLst/>
                <a:rect l="textAreaLeft" t="textAreaTop" r="textAreaRight" b="textAreaBottom"/>
                <a:pathLst>
                  <a:path w="9341" h="5111">
                    <a:moveTo>
                      <a:pt x="3631" y="1"/>
                    </a:moveTo>
                    <a:lnTo>
                      <a:pt x="3631" y="1172"/>
                    </a:lnTo>
                    <a:lnTo>
                      <a:pt x="0" y="5110"/>
                    </a:lnTo>
                    <a:lnTo>
                      <a:pt x="9340" y="4686"/>
                    </a:lnTo>
                    <a:lnTo>
                      <a:pt x="4670" y="1172"/>
                    </a:lnTo>
                    <a:lnTo>
                      <a:pt x="4670" y="1"/>
                    </a:lnTo>
                    <a:close/>
                  </a:path>
                </a:pathLst>
              </a:custGeom>
              <a:solidFill>
                <a:schemeClr val="accent4"/>
              </a:solidFill>
              <a:ln w="9525">
                <a:solidFill>
                  <a:srgbClr val="005458"/>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303;p23"/>
              <p:cNvSpPr/>
              <p:nvPr/>
            </p:nvSpPr>
            <p:spPr>
              <a:xfrm flipH="1">
                <a:off x="6783840" y="-136080"/>
                <a:ext cx="1080" cy="276480"/>
              </a:xfrm>
              <a:custGeom>
                <a:avLst/>
                <a:gdLst>
                  <a:gd name="textAreaLeft" fmla="*/ -360 w 1080"/>
                  <a:gd name="textAreaRight" fmla="*/ 1080 w 1080"/>
                  <a:gd name="textAreaTop" fmla="*/ 0 h 276480"/>
                  <a:gd name="textAreaBottom" fmla="*/ 276840 h 276480"/>
                </a:gdLst>
                <a:ahLst/>
                <a:cxnLst/>
                <a:rect l="textAreaLeft" t="textAreaTop" r="textAreaRight" b="textAreaBottom"/>
                <a:pathLst>
                  <a:path w="30" h="6267">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a:solidFill>
                  <a:srgbClr val="005458"/>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80" name="PlaceHolder 1"/>
          <p:cNvSpPr>
            <a:spLocks noGrp="1"/>
          </p:cNvSpPr>
          <p:nvPr>
            <p:ph type="title"/>
          </p:nvPr>
        </p:nvSpPr>
        <p:spPr>
          <a:xfrm>
            <a:off x="1325520" y="1825560"/>
            <a:ext cx="2596680" cy="61956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181" name="Google Shape;306;p23"/>
          <p:cNvGrpSpPr/>
          <p:nvPr/>
        </p:nvGrpSpPr>
        <p:grpSpPr>
          <a:xfrm>
            <a:off x="-1915560" y="-1293840"/>
            <a:ext cx="12841200" cy="8702640"/>
            <a:chOff x="-1915560" y="-1293840"/>
            <a:chExt cx="12841200" cy="8702640"/>
          </a:xfrm>
        </p:grpSpPr>
        <p:sp>
          <p:nvSpPr>
            <p:cNvPr id="182" name="Google Shape;307;p23"/>
            <p:cNvSpPr/>
            <p:nvPr/>
          </p:nvSpPr>
          <p:spPr>
            <a:xfrm rot="5323800">
              <a:off x="734040" y="-1671840"/>
              <a:ext cx="1735560" cy="4306680"/>
            </a:xfrm>
            <a:custGeom>
              <a:avLst/>
              <a:gdLst>
                <a:gd name="textAreaLeft" fmla="*/ 0 w 1735560"/>
                <a:gd name="textAreaRight" fmla="*/ 1735920 w 1735560"/>
                <a:gd name="textAreaTop" fmla="*/ 0 h 4306680"/>
                <a:gd name="textAreaBottom" fmla="*/ 4307040 h 43066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308;p23"/>
            <p:cNvSpPr/>
            <p:nvPr/>
          </p:nvSpPr>
          <p:spPr>
            <a:xfrm rot="5323800">
              <a:off x="401400" y="-1870200"/>
              <a:ext cx="1735560" cy="4306680"/>
            </a:xfrm>
            <a:custGeom>
              <a:avLst/>
              <a:gdLst>
                <a:gd name="textAreaLeft" fmla="*/ 0 w 1735560"/>
                <a:gd name="textAreaRight" fmla="*/ 1735920 w 1735560"/>
                <a:gd name="textAreaTop" fmla="*/ 0 h 4306680"/>
                <a:gd name="textAreaBottom" fmla="*/ 4307040 h 43066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 name="Google Shape;309;p23"/>
            <p:cNvSpPr/>
            <p:nvPr/>
          </p:nvSpPr>
          <p:spPr>
            <a:xfrm rot="5323800">
              <a:off x="114480" y="-2025360"/>
              <a:ext cx="1735560" cy="4306680"/>
            </a:xfrm>
            <a:custGeom>
              <a:avLst/>
              <a:gdLst>
                <a:gd name="textAreaLeft" fmla="*/ 0 w 1735560"/>
                <a:gd name="textAreaRight" fmla="*/ 1735920 w 1735560"/>
                <a:gd name="textAreaTop" fmla="*/ 0 h 4306680"/>
                <a:gd name="textAreaBottom" fmla="*/ 4307040 h 43066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310;p23"/>
            <p:cNvSpPr/>
            <p:nvPr/>
          </p:nvSpPr>
          <p:spPr>
            <a:xfrm rot="13663200" flipH="1">
              <a:off x="7531920" y="3103560"/>
              <a:ext cx="1812960" cy="3686760"/>
            </a:xfrm>
            <a:custGeom>
              <a:avLst/>
              <a:gdLst>
                <a:gd name="textAreaLeft" fmla="*/ 360 w 1812960"/>
                <a:gd name="textAreaRight" fmla="*/ 1813680 w 1812960"/>
                <a:gd name="textAreaTop" fmla="*/ 0 h 3686760"/>
                <a:gd name="textAreaBottom" fmla="*/ 3687120 h 36867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 name="Google Shape;311;p23"/>
            <p:cNvSpPr/>
            <p:nvPr/>
          </p:nvSpPr>
          <p:spPr>
            <a:xfrm rot="13663200" flipH="1">
              <a:off x="7395480" y="2858400"/>
              <a:ext cx="1812960" cy="3686760"/>
            </a:xfrm>
            <a:custGeom>
              <a:avLst/>
              <a:gdLst>
                <a:gd name="textAreaLeft" fmla="*/ 360 w 1812960"/>
                <a:gd name="textAreaRight" fmla="*/ 1813680 w 1812960"/>
                <a:gd name="textAreaTop" fmla="*/ 0 h 3686760"/>
                <a:gd name="textAreaBottom" fmla="*/ 3687120 h 36867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 name="Google Shape;312;p23"/>
            <p:cNvSpPr/>
            <p:nvPr/>
          </p:nvSpPr>
          <p:spPr>
            <a:xfrm rot="13663200" flipH="1">
              <a:off x="7218720" y="2613240"/>
              <a:ext cx="1812960" cy="3686760"/>
            </a:xfrm>
            <a:custGeom>
              <a:avLst/>
              <a:gdLst>
                <a:gd name="textAreaLeft" fmla="*/ 360 w 1812960"/>
                <a:gd name="textAreaRight" fmla="*/ 1813680 w 1812960"/>
                <a:gd name="textAreaTop" fmla="*/ 0 h 3686760"/>
                <a:gd name="textAreaBottom" fmla="*/ 3687120 h 36867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 name="Google Shape;313;p23"/>
            <p:cNvSpPr/>
            <p:nvPr/>
          </p:nvSpPr>
          <p:spPr>
            <a:xfrm rot="5323800">
              <a:off x="-229320" y="-2269440"/>
              <a:ext cx="1735560" cy="4306680"/>
            </a:xfrm>
            <a:custGeom>
              <a:avLst/>
              <a:gdLst>
                <a:gd name="textAreaLeft" fmla="*/ 0 w 1735560"/>
                <a:gd name="textAreaRight" fmla="*/ 1735920 w 1735560"/>
                <a:gd name="textAreaTop" fmla="*/ 0 h 4306680"/>
                <a:gd name="textAreaBottom" fmla="*/ 4307040 h 43066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9" name="Google Shape;314;p23"/>
            <p:cNvSpPr/>
            <p:nvPr/>
          </p:nvSpPr>
          <p:spPr>
            <a:xfrm rot="5323800">
              <a:off x="-610920" y="-2531160"/>
              <a:ext cx="1735560" cy="4306680"/>
            </a:xfrm>
            <a:custGeom>
              <a:avLst/>
              <a:gdLst>
                <a:gd name="textAreaLeft" fmla="*/ 0 w 1735560"/>
                <a:gd name="textAreaRight" fmla="*/ 1735920 w 1735560"/>
                <a:gd name="textAreaTop" fmla="*/ 0 h 4306680"/>
                <a:gd name="textAreaBottom" fmla="*/ 4307040 h 43066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 name="Google Shape;315;p23"/>
            <p:cNvSpPr/>
            <p:nvPr/>
          </p:nvSpPr>
          <p:spPr>
            <a:xfrm rot="13663200" flipH="1">
              <a:off x="7794720" y="3391560"/>
              <a:ext cx="1812960" cy="3686760"/>
            </a:xfrm>
            <a:custGeom>
              <a:avLst/>
              <a:gdLst>
                <a:gd name="textAreaLeft" fmla="*/ 360 w 1812960"/>
                <a:gd name="textAreaRight" fmla="*/ 1813680 w 1812960"/>
                <a:gd name="textAreaTop" fmla="*/ 0 h 3686760"/>
                <a:gd name="textAreaBottom" fmla="*/ 3687120 h 36867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 name="Google Shape;316;p23"/>
            <p:cNvSpPr/>
            <p:nvPr/>
          </p:nvSpPr>
          <p:spPr>
            <a:xfrm rot="13663200" flipH="1">
              <a:off x="8044920" y="3654360"/>
              <a:ext cx="1812960" cy="3686760"/>
            </a:xfrm>
            <a:custGeom>
              <a:avLst/>
              <a:gdLst>
                <a:gd name="textAreaLeft" fmla="*/ 360 w 1812960"/>
                <a:gd name="textAreaRight" fmla="*/ 1813680 w 1812960"/>
                <a:gd name="textAreaTop" fmla="*/ 0 h 3686760"/>
                <a:gd name="textAreaBottom" fmla="*/ 3687120 h 36867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 name="Google Shape;317;p23"/>
            <p:cNvSpPr/>
            <p:nvPr/>
          </p:nvSpPr>
          <p:spPr>
            <a:xfrm rot="1978200" flipH="1">
              <a:off x="7830720" y="-224640"/>
              <a:ext cx="1614240" cy="1245600"/>
            </a:xfrm>
            <a:custGeom>
              <a:avLst/>
              <a:gdLst>
                <a:gd name="textAreaLeft" fmla="*/ 360 w 1614240"/>
                <a:gd name="textAreaRight" fmla="*/ 1614960 w 1614240"/>
                <a:gd name="textAreaTop" fmla="*/ 0 h 1245600"/>
                <a:gd name="textAreaBottom" fmla="*/ 1245960 h 124560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 name="Google Shape;318;p23"/>
            <p:cNvSpPr/>
            <p:nvPr/>
          </p:nvSpPr>
          <p:spPr>
            <a:xfrm rot="1978200" flipH="1">
              <a:off x="7965000" y="-421560"/>
              <a:ext cx="1614240" cy="1245600"/>
            </a:xfrm>
            <a:custGeom>
              <a:avLst/>
              <a:gdLst>
                <a:gd name="textAreaLeft" fmla="*/ 360 w 1614240"/>
                <a:gd name="textAreaRight" fmla="*/ 1614960 w 1614240"/>
                <a:gd name="textAreaTop" fmla="*/ 0 h 1245600"/>
                <a:gd name="textAreaBottom" fmla="*/ 1245960 h 124560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 name="Google Shape;319;p23"/>
            <p:cNvSpPr/>
            <p:nvPr/>
          </p:nvSpPr>
          <p:spPr>
            <a:xfrm rot="1978200" flipH="1">
              <a:off x="8129520" y="-586080"/>
              <a:ext cx="1614240" cy="1245600"/>
            </a:xfrm>
            <a:custGeom>
              <a:avLst/>
              <a:gdLst>
                <a:gd name="textAreaLeft" fmla="*/ 360 w 1614240"/>
                <a:gd name="textAreaRight" fmla="*/ 1614960 w 1614240"/>
                <a:gd name="textAreaTop" fmla="*/ 0 h 1245600"/>
                <a:gd name="textAreaBottom" fmla="*/ 1245960 h 124560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pic>
        <p:nvPicPr>
          <p:cNvPr id="195" name="Google Shape;321;p24"/>
          <p:cNvPicPr/>
          <p:nvPr/>
        </p:nvPicPr>
        <p:blipFill>
          <a:blip r:embed="rId2">
            <a:alphaModFix amt="42000"/>
          </a:blip>
          <a:stretch/>
        </p:blipFill>
        <p:spPr>
          <a:xfrm>
            <a:off x="0" y="0"/>
            <a:ext cx="9143640" cy="5142960"/>
          </a:xfrm>
          <a:prstGeom prst="rect">
            <a:avLst/>
          </a:prstGeom>
          <a:noFill/>
          <a:ln w="0">
            <a:noFill/>
          </a:ln>
        </p:spPr>
      </p:pic>
      <p:sp>
        <p:nvSpPr>
          <p:cNvPr id="196" name="PlaceHolder 1"/>
          <p:cNvSpPr>
            <a:spLocks noGrp="1"/>
          </p:cNvSpPr>
          <p:nvPr>
            <p:ph type="title"/>
          </p:nvPr>
        </p:nvSpPr>
        <p:spPr>
          <a:xfrm>
            <a:off x="720000" y="444960"/>
            <a:ext cx="77522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97" name="PlaceHolder 2"/>
          <p:cNvSpPr>
            <a:spLocks noGrp="1"/>
          </p:cNvSpPr>
          <p:nvPr>
            <p:ph type="title"/>
          </p:nvPr>
        </p:nvSpPr>
        <p:spPr>
          <a:xfrm>
            <a:off x="747720" y="2097000"/>
            <a:ext cx="2043000" cy="57744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198" name="Google Shape;325;p24"/>
          <p:cNvSpPr/>
          <p:nvPr/>
        </p:nvSpPr>
        <p:spPr>
          <a:xfrm rot="7936800">
            <a:off x="7881120" y="-1192320"/>
            <a:ext cx="1702080" cy="3461400"/>
          </a:xfrm>
          <a:custGeom>
            <a:avLst/>
            <a:gdLst>
              <a:gd name="textAreaLeft" fmla="*/ 0 w 1702080"/>
              <a:gd name="textAreaRight" fmla="*/ 1702440 w 1702080"/>
              <a:gd name="textAreaTop" fmla="*/ 0 h 3461400"/>
              <a:gd name="textAreaBottom" fmla="*/ 3461760 h 346140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 name="Google Shape;326;p24"/>
          <p:cNvSpPr/>
          <p:nvPr/>
        </p:nvSpPr>
        <p:spPr>
          <a:xfrm rot="7936800">
            <a:off x="8009280" y="-1422720"/>
            <a:ext cx="1702080" cy="3461400"/>
          </a:xfrm>
          <a:custGeom>
            <a:avLst/>
            <a:gdLst>
              <a:gd name="textAreaLeft" fmla="*/ 0 w 1702080"/>
              <a:gd name="textAreaRight" fmla="*/ 1702440 w 1702080"/>
              <a:gd name="textAreaTop" fmla="*/ 0 h 3461400"/>
              <a:gd name="textAreaBottom" fmla="*/ 3461760 h 346140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 name="Google Shape;327;p24"/>
          <p:cNvSpPr/>
          <p:nvPr/>
        </p:nvSpPr>
        <p:spPr>
          <a:xfrm rot="7936800">
            <a:off x="8175240" y="-1652760"/>
            <a:ext cx="1702080" cy="3461400"/>
          </a:xfrm>
          <a:custGeom>
            <a:avLst/>
            <a:gdLst>
              <a:gd name="textAreaLeft" fmla="*/ 0 w 1702080"/>
              <a:gd name="textAreaRight" fmla="*/ 1702440 w 1702080"/>
              <a:gd name="textAreaTop" fmla="*/ 0 h 3461400"/>
              <a:gd name="textAreaBottom" fmla="*/ 3461760 h 346140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 name="Google Shape;328;p24"/>
          <p:cNvSpPr/>
          <p:nvPr/>
        </p:nvSpPr>
        <p:spPr>
          <a:xfrm rot="6124800">
            <a:off x="-467280" y="4103640"/>
            <a:ext cx="1573920" cy="1684800"/>
          </a:xfrm>
          <a:custGeom>
            <a:avLst/>
            <a:gdLst>
              <a:gd name="textAreaLeft" fmla="*/ 0 w 1573920"/>
              <a:gd name="textAreaRight" fmla="*/ 1574280 w 1573920"/>
              <a:gd name="textAreaTop" fmla="*/ 0 h 1684800"/>
              <a:gd name="textAreaBottom" fmla="*/ 1685160 h 1684800"/>
            </a:gdLst>
            <a:ahLst/>
            <a:cxnLst/>
            <a:rect l="textAreaLeft" t="textAreaTop" r="textAreaRight" b="textAreaBottom"/>
            <a:pathLst>
              <a:path w="5233" h="5601">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 name="Google Shape;329;p24"/>
          <p:cNvSpPr/>
          <p:nvPr/>
        </p:nvSpPr>
        <p:spPr>
          <a:xfrm rot="6124800">
            <a:off x="-620640" y="4237920"/>
            <a:ext cx="1573920" cy="1684800"/>
          </a:xfrm>
          <a:custGeom>
            <a:avLst/>
            <a:gdLst>
              <a:gd name="textAreaLeft" fmla="*/ 0 w 1573920"/>
              <a:gd name="textAreaRight" fmla="*/ 1574280 w 1573920"/>
              <a:gd name="textAreaTop" fmla="*/ 0 h 1684800"/>
              <a:gd name="textAreaBottom" fmla="*/ 1685160 h 1684800"/>
            </a:gdLst>
            <a:ahLst/>
            <a:cxnLst/>
            <a:rect l="textAreaLeft" t="textAreaTop" r="textAreaRight" b="textAreaBottom"/>
            <a:pathLst>
              <a:path w="5233" h="5601">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 name="Google Shape;330;p24"/>
          <p:cNvSpPr/>
          <p:nvPr/>
        </p:nvSpPr>
        <p:spPr>
          <a:xfrm rot="6124800">
            <a:off x="-780840" y="4417200"/>
            <a:ext cx="1573920" cy="1684800"/>
          </a:xfrm>
          <a:custGeom>
            <a:avLst/>
            <a:gdLst>
              <a:gd name="textAreaLeft" fmla="*/ 0 w 1573920"/>
              <a:gd name="textAreaRight" fmla="*/ 1574280 w 1573920"/>
              <a:gd name="textAreaTop" fmla="*/ 0 h 1684800"/>
              <a:gd name="textAreaBottom" fmla="*/ 1685160 h 1684800"/>
            </a:gdLst>
            <a:ahLst/>
            <a:cxnLst/>
            <a:rect l="textAreaLeft" t="textAreaTop" r="textAreaRight" b="textAreaBottom"/>
            <a:pathLst>
              <a:path w="5233" h="5601">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8_1">
    <p:bg>
      <p:bgPr>
        <a:solidFill>
          <a:schemeClr val="lt1"/>
        </a:solidFill>
        <a:effectLst/>
      </p:bgPr>
    </p:bg>
    <p:spTree>
      <p:nvGrpSpPr>
        <p:cNvPr id="1" name=""/>
        <p:cNvGrpSpPr/>
        <p:nvPr/>
      </p:nvGrpSpPr>
      <p:grpSpPr>
        <a:xfrm>
          <a:off x="0" y="0"/>
          <a:ext cx="0" cy="0"/>
          <a:chOff x="0" y="0"/>
          <a:chExt cx="0" cy="0"/>
        </a:xfrm>
      </p:grpSpPr>
      <p:pic>
        <p:nvPicPr>
          <p:cNvPr id="204" name="Google Shape;332;p25"/>
          <p:cNvPicPr/>
          <p:nvPr/>
        </p:nvPicPr>
        <p:blipFill>
          <a:blip r:embed="rId2">
            <a:alphaModFix amt="42000"/>
          </a:blip>
          <a:stretch/>
        </p:blipFill>
        <p:spPr>
          <a:xfrm>
            <a:off x="0" y="0"/>
            <a:ext cx="9143640" cy="5142960"/>
          </a:xfrm>
          <a:prstGeom prst="rect">
            <a:avLst/>
          </a:prstGeom>
          <a:noFill/>
          <a:ln w="0">
            <a:noFill/>
          </a:ln>
        </p:spPr>
      </p:pic>
      <p:sp>
        <p:nvSpPr>
          <p:cNvPr id="205" name="PlaceHolder 1"/>
          <p:cNvSpPr>
            <a:spLocks noGrp="1"/>
          </p:cNvSpPr>
          <p:nvPr>
            <p:ph type="title"/>
          </p:nvPr>
        </p:nvSpPr>
        <p:spPr>
          <a:xfrm>
            <a:off x="720000" y="444960"/>
            <a:ext cx="77522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06" name="PlaceHolder 2"/>
          <p:cNvSpPr>
            <a:spLocks noGrp="1"/>
          </p:cNvSpPr>
          <p:nvPr>
            <p:ph type="title"/>
          </p:nvPr>
        </p:nvSpPr>
        <p:spPr>
          <a:xfrm>
            <a:off x="747720" y="1904040"/>
            <a:ext cx="2043000" cy="57744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207" name="PlaceHolder 3"/>
          <p:cNvSpPr>
            <a:spLocks noGrp="1"/>
          </p:cNvSpPr>
          <p:nvPr>
            <p:ph type="title"/>
          </p:nvPr>
        </p:nvSpPr>
        <p:spPr>
          <a:xfrm>
            <a:off x="5120640" y="1904040"/>
            <a:ext cx="2043000" cy="57744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208" name="Google Shape;338;p25"/>
          <p:cNvSpPr/>
          <p:nvPr/>
        </p:nvSpPr>
        <p:spPr>
          <a:xfrm>
            <a:off x="-210960" y="-9000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09" name="Google Shape;339;p25"/>
          <p:cNvSpPr/>
          <p:nvPr/>
        </p:nvSpPr>
        <p:spPr>
          <a:xfrm>
            <a:off x="-376200" y="-26784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10" name="Google Shape;340;p25"/>
          <p:cNvSpPr/>
          <p:nvPr/>
        </p:nvSpPr>
        <p:spPr>
          <a:xfrm>
            <a:off x="-560160" y="-45180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11" name="Google Shape;341;p25"/>
          <p:cNvSpPr/>
          <p:nvPr/>
        </p:nvSpPr>
        <p:spPr>
          <a:xfrm rot="10800000">
            <a:off x="6568200" y="307764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12" name="Google Shape;342;p25"/>
          <p:cNvSpPr/>
          <p:nvPr/>
        </p:nvSpPr>
        <p:spPr>
          <a:xfrm rot="10800000">
            <a:off x="6733440" y="325548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13" name="Google Shape;343;p25"/>
          <p:cNvSpPr/>
          <p:nvPr/>
        </p:nvSpPr>
        <p:spPr>
          <a:xfrm rot="10800000">
            <a:off x="6917400" y="343944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pic>
        <p:nvPicPr>
          <p:cNvPr id="214" name="Google Shape;345;p26"/>
          <p:cNvPicPr/>
          <p:nvPr/>
        </p:nvPicPr>
        <p:blipFill>
          <a:blip r:embed="rId2">
            <a:alphaModFix amt="56000"/>
          </a:blip>
          <a:stretch/>
        </p:blipFill>
        <p:spPr>
          <a:xfrm>
            <a:off x="0" y="0"/>
            <a:ext cx="9143640" cy="5142960"/>
          </a:xfrm>
          <a:prstGeom prst="rect">
            <a:avLst/>
          </a:prstGeom>
          <a:noFill/>
          <a:ln w="0">
            <a:noFill/>
          </a:ln>
        </p:spPr>
      </p:pic>
      <p:grpSp>
        <p:nvGrpSpPr>
          <p:cNvPr id="215" name="Google Shape;346;p26"/>
          <p:cNvGrpSpPr/>
          <p:nvPr/>
        </p:nvGrpSpPr>
        <p:grpSpPr>
          <a:xfrm>
            <a:off x="1253880" y="617760"/>
            <a:ext cx="2250360" cy="3660840"/>
            <a:chOff x="1253880" y="617760"/>
            <a:chExt cx="2250360" cy="3660840"/>
          </a:xfrm>
        </p:grpSpPr>
        <p:sp>
          <p:nvSpPr>
            <p:cNvPr id="216" name="Google Shape;347;p26"/>
            <p:cNvSpPr/>
            <p:nvPr/>
          </p:nvSpPr>
          <p:spPr>
            <a:xfrm>
              <a:off x="1290240" y="657720"/>
              <a:ext cx="2202480" cy="3558600"/>
            </a:xfrm>
            <a:custGeom>
              <a:avLst/>
              <a:gdLst>
                <a:gd name="textAreaLeft" fmla="*/ 0 w 2202480"/>
                <a:gd name="textAreaRight" fmla="*/ 2202840 w 2202480"/>
                <a:gd name="textAreaTop" fmla="*/ 0 h 3558600"/>
                <a:gd name="textAreaBottom" fmla="*/ 3558960 h 3558600"/>
              </a:gdLst>
              <a:ahLst/>
              <a:cxnLst/>
              <a:rect l="textAreaLeft" t="textAreaTop" r="textAreaRight" b="textAreaBottom"/>
              <a:pathLst>
                <a:path w="26835" h="46950">
                  <a:moveTo>
                    <a:pt x="1" y="0"/>
                  </a:moveTo>
                  <a:lnTo>
                    <a:pt x="1" y="46949"/>
                  </a:lnTo>
                  <a:lnTo>
                    <a:pt x="26835" y="46949"/>
                  </a:lnTo>
                  <a:lnTo>
                    <a:pt x="26835" y="0"/>
                  </a:lnTo>
                  <a:close/>
                </a:path>
              </a:pathLst>
            </a:custGeom>
            <a:solidFill>
              <a:srgbClr val="FFFFFF">
                <a:alpha val="6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 name="Google Shape;348;p26"/>
            <p:cNvSpPr/>
            <p:nvPr/>
          </p:nvSpPr>
          <p:spPr>
            <a:xfrm>
              <a:off x="1253880" y="617760"/>
              <a:ext cx="2250360" cy="3660840"/>
            </a:xfrm>
            <a:custGeom>
              <a:avLst/>
              <a:gdLst>
                <a:gd name="textAreaLeft" fmla="*/ 0 w 2250360"/>
                <a:gd name="textAreaRight" fmla="*/ 2250720 w 2250360"/>
                <a:gd name="textAreaTop" fmla="*/ 0 h 3660840"/>
                <a:gd name="textAreaBottom" fmla="*/ 3661200 h 3660840"/>
              </a:gdLst>
              <a:ahLst/>
              <a:cxnLst/>
              <a:rect l="textAreaLeft" t="textAreaTop" r="textAreaRight" b="textAreaBottom"/>
              <a:pathLst>
                <a:path w="27421" h="48297">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18" name="PlaceHolder 1"/>
          <p:cNvSpPr>
            <a:spLocks noGrp="1"/>
          </p:cNvSpPr>
          <p:nvPr>
            <p:ph type="title"/>
          </p:nvPr>
        </p:nvSpPr>
        <p:spPr>
          <a:xfrm>
            <a:off x="4579200" y="537840"/>
            <a:ext cx="3554640" cy="1046520"/>
          </a:xfrm>
          <a:prstGeom prst="rect">
            <a:avLst/>
          </a:prstGeom>
          <a:noFill/>
          <a:ln w="0">
            <a:noFill/>
          </a:ln>
        </p:spPr>
        <p:txBody>
          <a:bodyPr lIns="91440" tIns="91440" rIns="91440" bIns="91440" anchor="t">
            <a:noAutofit/>
          </a:bodyPr>
          <a:lstStyle/>
          <a:p>
            <a:pPr indent="0">
              <a:buNone/>
            </a:pPr>
            <a:r>
              <a:rPr lang="fr-FR" sz="5700" b="0" u="none" strike="noStrike">
                <a:solidFill>
                  <a:schemeClr val="dk1"/>
                </a:solidFill>
                <a:effectLst/>
                <a:uFillTx/>
                <a:latin typeface="Arial"/>
              </a:rPr>
              <a:t>Click to edit the title text format</a:t>
            </a:r>
          </a:p>
        </p:txBody>
      </p:sp>
      <p:sp>
        <p:nvSpPr>
          <p:cNvPr id="219" name="Google Shape;351;p26"/>
          <p:cNvSpPr/>
          <p:nvPr/>
        </p:nvSpPr>
        <p:spPr>
          <a:xfrm flipH="1">
            <a:off x="-107280" y="243720"/>
            <a:ext cx="9250200" cy="4974480"/>
          </a:xfrm>
          <a:custGeom>
            <a:avLst/>
            <a:gdLst>
              <a:gd name="textAreaLeft" fmla="*/ -360 w 9250200"/>
              <a:gd name="textAreaRight" fmla="*/ 9250200 w 9250200"/>
              <a:gd name="textAreaTop" fmla="*/ 0 h 4974480"/>
              <a:gd name="textAreaBottom" fmla="*/ 4974840 h 4974480"/>
            </a:gdLst>
            <a:ahLst/>
            <a:cxnLst/>
            <a:rect l="textAreaLeft" t="textAreaTop" r="textAreaRight" b="textAreaBottom"/>
            <a:pathLst>
              <a:path w="370027" h="199000">
                <a:moveTo>
                  <a:pt x="327362" y="0"/>
                </a:moveTo>
                <a:lnTo>
                  <a:pt x="0" y="40245"/>
                </a:lnTo>
                <a:lnTo>
                  <a:pt x="1017" y="198936"/>
                </a:lnTo>
                <a:lnTo>
                  <a:pt x="346121" y="199000"/>
                </a:lnTo>
                <a:lnTo>
                  <a:pt x="370027" y="199000"/>
                </a:lnTo>
                <a:lnTo>
                  <a:pt x="340364" y="8996"/>
                </a:lnTo>
                <a:close/>
              </a:path>
            </a:pathLst>
          </a:custGeom>
          <a:gradFill rotWithShape="0">
            <a:gsLst>
              <a:gs pos="0">
                <a:srgbClr val="FFFFFF"/>
              </a:gs>
              <a:gs pos="100000">
                <a:srgbClr val="EBE0DD">
                  <a:alpha val="0"/>
                </a:srgbClr>
              </a:gs>
            </a:gsLst>
            <a:lin ang="5394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220" name="Google Shape;352;p26"/>
          <p:cNvGrpSpPr/>
          <p:nvPr/>
        </p:nvGrpSpPr>
        <p:grpSpPr>
          <a:xfrm>
            <a:off x="507960" y="-63360"/>
            <a:ext cx="468360" cy="549720"/>
            <a:chOff x="507960" y="-63360"/>
            <a:chExt cx="468360" cy="549720"/>
          </a:xfrm>
        </p:grpSpPr>
        <p:sp>
          <p:nvSpPr>
            <p:cNvPr id="221" name="Google Shape;353;p26"/>
            <p:cNvSpPr/>
            <p:nvPr/>
          </p:nvSpPr>
          <p:spPr>
            <a:xfrm>
              <a:off x="667440" y="-63360"/>
              <a:ext cx="1080" cy="276480"/>
            </a:xfrm>
            <a:custGeom>
              <a:avLst/>
              <a:gdLst>
                <a:gd name="textAreaLeft" fmla="*/ 0 w 1080"/>
                <a:gd name="textAreaRight" fmla="*/ 1440 w 1080"/>
                <a:gd name="textAreaTop" fmla="*/ 0 h 276480"/>
                <a:gd name="textAreaBottom" fmla="*/ 276840 h 276480"/>
              </a:gdLst>
              <a:ahLst/>
              <a:cxnLst/>
              <a:rect l="textAreaLeft" t="textAreaTop" r="textAreaRight" b="textAreaBottom"/>
              <a:pathLst>
                <a:path w="30" h="6267">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a:solidFill>
                <a:srgbClr val="005458"/>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2" name="Google Shape;354;p26"/>
            <p:cNvSpPr/>
            <p:nvPr/>
          </p:nvSpPr>
          <p:spPr>
            <a:xfrm rot="19596600">
              <a:off x="535680" y="165960"/>
              <a:ext cx="412200" cy="225360"/>
            </a:xfrm>
            <a:custGeom>
              <a:avLst/>
              <a:gdLst>
                <a:gd name="textAreaLeft" fmla="*/ 0 w 412200"/>
                <a:gd name="textAreaRight" fmla="*/ 412560 w 412200"/>
                <a:gd name="textAreaTop" fmla="*/ 0 h 225360"/>
                <a:gd name="textAreaBottom" fmla="*/ 225720 h 225360"/>
              </a:gdLst>
              <a:ahLst/>
              <a:cxnLst/>
              <a:rect l="textAreaLeft" t="textAreaTop" r="textAreaRight" b="textAreaBottom"/>
              <a:pathLst>
                <a:path w="9341" h="5111">
                  <a:moveTo>
                    <a:pt x="3631" y="1"/>
                  </a:moveTo>
                  <a:lnTo>
                    <a:pt x="3631" y="1172"/>
                  </a:lnTo>
                  <a:lnTo>
                    <a:pt x="0" y="5110"/>
                  </a:lnTo>
                  <a:lnTo>
                    <a:pt x="9340" y="4686"/>
                  </a:lnTo>
                  <a:lnTo>
                    <a:pt x="4670" y="1172"/>
                  </a:lnTo>
                  <a:lnTo>
                    <a:pt x="4670"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23" name="Google Shape;355;p26"/>
          <p:cNvSpPr/>
          <p:nvPr/>
        </p:nvSpPr>
        <p:spPr>
          <a:xfrm rot="7936800">
            <a:off x="7881120" y="-1192320"/>
            <a:ext cx="1702080" cy="3461400"/>
          </a:xfrm>
          <a:custGeom>
            <a:avLst/>
            <a:gdLst>
              <a:gd name="textAreaLeft" fmla="*/ 0 w 1702080"/>
              <a:gd name="textAreaRight" fmla="*/ 1702440 w 1702080"/>
              <a:gd name="textAreaTop" fmla="*/ 0 h 3461400"/>
              <a:gd name="textAreaBottom" fmla="*/ 3461760 h 346140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 name="Google Shape;356;p26"/>
          <p:cNvSpPr/>
          <p:nvPr/>
        </p:nvSpPr>
        <p:spPr>
          <a:xfrm rot="7936800">
            <a:off x="8009280" y="-1422720"/>
            <a:ext cx="1702080" cy="3461400"/>
          </a:xfrm>
          <a:custGeom>
            <a:avLst/>
            <a:gdLst>
              <a:gd name="textAreaLeft" fmla="*/ 0 w 1702080"/>
              <a:gd name="textAreaRight" fmla="*/ 1702440 w 1702080"/>
              <a:gd name="textAreaTop" fmla="*/ 0 h 3461400"/>
              <a:gd name="textAreaBottom" fmla="*/ 3461760 h 346140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 name="Google Shape;357;p26"/>
          <p:cNvSpPr/>
          <p:nvPr/>
        </p:nvSpPr>
        <p:spPr>
          <a:xfrm rot="7936800">
            <a:off x="8175240" y="-1652760"/>
            <a:ext cx="1702080" cy="3461400"/>
          </a:xfrm>
          <a:custGeom>
            <a:avLst/>
            <a:gdLst>
              <a:gd name="textAreaLeft" fmla="*/ 0 w 1702080"/>
              <a:gd name="textAreaRight" fmla="*/ 1702440 w 1702080"/>
              <a:gd name="textAreaTop" fmla="*/ 0 h 3461400"/>
              <a:gd name="textAreaBottom" fmla="*/ 3461760 h 346140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 name="Google Shape;358;p26"/>
          <p:cNvSpPr/>
          <p:nvPr/>
        </p:nvSpPr>
        <p:spPr>
          <a:xfrm rot="6124800">
            <a:off x="-467280" y="4103640"/>
            <a:ext cx="1573920" cy="1684800"/>
          </a:xfrm>
          <a:custGeom>
            <a:avLst/>
            <a:gdLst>
              <a:gd name="textAreaLeft" fmla="*/ 0 w 1573920"/>
              <a:gd name="textAreaRight" fmla="*/ 1574280 w 1573920"/>
              <a:gd name="textAreaTop" fmla="*/ 0 h 1684800"/>
              <a:gd name="textAreaBottom" fmla="*/ 1685160 h 1684800"/>
            </a:gdLst>
            <a:ahLst/>
            <a:cxnLst/>
            <a:rect l="textAreaLeft" t="textAreaTop" r="textAreaRight" b="textAreaBottom"/>
            <a:pathLst>
              <a:path w="5233" h="5601">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7" name="Google Shape;359;p26"/>
          <p:cNvSpPr/>
          <p:nvPr/>
        </p:nvSpPr>
        <p:spPr>
          <a:xfrm rot="6124800">
            <a:off x="-620640" y="4237920"/>
            <a:ext cx="1573920" cy="1684800"/>
          </a:xfrm>
          <a:custGeom>
            <a:avLst/>
            <a:gdLst>
              <a:gd name="textAreaLeft" fmla="*/ 0 w 1573920"/>
              <a:gd name="textAreaRight" fmla="*/ 1574280 w 1573920"/>
              <a:gd name="textAreaTop" fmla="*/ 0 h 1684800"/>
              <a:gd name="textAreaBottom" fmla="*/ 1685160 h 1684800"/>
            </a:gdLst>
            <a:ahLst/>
            <a:cxnLst/>
            <a:rect l="textAreaLeft" t="textAreaTop" r="textAreaRight" b="textAreaBottom"/>
            <a:pathLst>
              <a:path w="5233" h="5601">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 name="Google Shape;360;p26"/>
          <p:cNvSpPr/>
          <p:nvPr/>
        </p:nvSpPr>
        <p:spPr>
          <a:xfrm rot="6124800">
            <a:off x="-780840" y="4417200"/>
            <a:ext cx="1573920" cy="1684800"/>
          </a:xfrm>
          <a:custGeom>
            <a:avLst/>
            <a:gdLst>
              <a:gd name="textAreaLeft" fmla="*/ 0 w 1573920"/>
              <a:gd name="textAreaRight" fmla="*/ 1574280 w 1573920"/>
              <a:gd name="textAreaTop" fmla="*/ 0 h 1684800"/>
              <a:gd name="textAreaBottom" fmla="*/ 1685160 h 1684800"/>
            </a:gdLst>
            <a:ahLst/>
            <a:cxnLst/>
            <a:rect l="textAreaLeft" t="textAreaTop" r="textAreaRight" b="textAreaBottom"/>
            <a:pathLst>
              <a:path w="5233" h="5601">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29" name="Google Shape;361;p26"/>
          <p:cNvGrpSpPr/>
          <p:nvPr/>
        </p:nvGrpSpPr>
        <p:grpSpPr>
          <a:xfrm>
            <a:off x="8326440" y="3463920"/>
            <a:ext cx="727200" cy="1710720"/>
            <a:chOff x="8326440" y="3463920"/>
            <a:chExt cx="727200" cy="1710720"/>
          </a:xfrm>
        </p:grpSpPr>
        <p:sp>
          <p:nvSpPr>
            <p:cNvPr id="230" name="Google Shape;362;p26"/>
            <p:cNvSpPr/>
            <p:nvPr/>
          </p:nvSpPr>
          <p:spPr>
            <a:xfrm>
              <a:off x="8488080" y="4826160"/>
              <a:ext cx="327600" cy="348480"/>
            </a:xfrm>
            <a:custGeom>
              <a:avLst/>
              <a:gdLst>
                <a:gd name="textAreaLeft" fmla="*/ 0 w 327600"/>
                <a:gd name="textAreaRight" fmla="*/ 327960 w 327600"/>
                <a:gd name="textAreaTop" fmla="*/ 0 h 348480"/>
                <a:gd name="textAreaBottom" fmla="*/ 348840 h 348480"/>
              </a:gdLst>
              <a:ahLst/>
              <a:cxnLst/>
              <a:rect l="textAreaLeft" t="textAreaTop" r="textAreaRight" b="textAreaBottom"/>
              <a:pathLst>
                <a:path w="5578" h="5930">
                  <a:moveTo>
                    <a:pt x="0" y="1"/>
                  </a:moveTo>
                  <a:lnTo>
                    <a:pt x="542" y="5930"/>
                  </a:lnTo>
                  <a:lnTo>
                    <a:pt x="4831" y="5930"/>
                  </a:lnTo>
                  <a:lnTo>
                    <a:pt x="5578"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 name="Google Shape;363;p26"/>
            <p:cNvSpPr/>
            <p:nvPr/>
          </p:nvSpPr>
          <p:spPr>
            <a:xfrm>
              <a:off x="8326440" y="3463920"/>
              <a:ext cx="727200" cy="1361880"/>
            </a:xfrm>
            <a:custGeom>
              <a:avLst/>
              <a:gdLst>
                <a:gd name="textAreaLeft" fmla="*/ 0 w 727200"/>
                <a:gd name="textAreaRight" fmla="*/ 727560 w 727200"/>
                <a:gd name="textAreaTop" fmla="*/ 0 h 1361880"/>
                <a:gd name="textAreaBottom" fmla="*/ 1362240 h 1361880"/>
              </a:gdLst>
              <a:ahLst/>
              <a:cxnLst/>
              <a:rect l="textAreaLeft" t="textAreaTop" r="textAreaRight" b="textAreaBottom"/>
              <a:pathLst>
                <a:path w="12372" h="23164">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2" name="Google Shape;364;p26"/>
            <p:cNvSpPr/>
            <p:nvPr/>
          </p:nvSpPr>
          <p:spPr>
            <a:xfrm>
              <a:off x="8488080" y="4826160"/>
              <a:ext cx="221040" cy="348480"/>
            </a:xfrm>
            <a:custGeom>
              <a:avLst/>
              <a:gdLst>
                <a:gd name="textAreaLeft" fmla="*/ 0 w 221040"/>
                <a:gd name="textAreaRight" fmla="*/ 221400 w 221040"/>
                <a:gd name="textAreaTop" fmla="*/ 0 h 348480"/>
                <a:gd name="textAreaBottom" fmla="*/ 348840 h 348480"/>
              </a:gdLst>
              <a:ahLst/>
              <a:cxnLst/>
              <a:rect l="textAreaLeft" t="textAreaTop" r="textAreaRight" b="textAreaBottom"/>
              <a:pathLst>
                <a:path w="3763" h="5930">
                  <a:moveTo>
                    <a:pt x="0" y="1"/>
                  </a:moveTo>
                  <a:lnTo>
                    <a:pt x="542" y="5930"/>
                  </a:lnTo>
                  <a:lnTo>
                    <a:pt x="3763" y="5930"/>
                  </a:lnTo>
                  <a:lnTo>
                    <a:pt x="513" y="1"/>
                  </a:lnTo>
                  <a:close/>
                </a:path>
              </a:pathLst>
            </a:custGeom>
            <a:solidFill>
              <a:srgbClr val="BA6136">
                <a:alpha val="65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33" name="Google Shape;365;p26"/>
          <p:cNvSpPr/>
          <p:nvPr/>
        </p:nvSpPr>
        <p:spPr>
          <a:xfrm>
            <a:off x="4490280" y="3334320"/>
            <a:ext cx="3731760" cy="6660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tabLst>
                <a:tab pos="0" algn="l"/>
              </a:tabLst>
            </a:pPr>
            <a:r>
              <a:rPr lang="en" sz="1200" b="1" u="none" strike="noStrike">
                <a:solidFill>
                  <a:schemeClr val="dk1"/>
                </a:solidFill>
                <a:effectLst/>
                <a:uFillTx/>
                <a:latin typeface="Karla"/>
                <a:ea typeface="Karla"/>
              </a:rPr>
              <a:t>CREDITS:</a:t>
            </a:r>
            <a:r>
              <a:rPr lang="en" sz="1200" b="0" u="none" strike="noStrike">
                <a:solidFill>
                  <a:schemeClr val="dk1"/>
                </a:solidFill>
                <a:effectLst/>
                <a:uFillTx/>
                <a:latin typeface="Karla"/>
                <a:ea typeface="Karla"/>
              </a:rPr>
              <a:t> This presentation template was created by </a:t>
            </a:r>
            <a:r>
              <a:rPr lang="en" sz="1200" b="1" u="sng" strike="noStrike">
                <a:solidFill>
                  <a:schemeClr val="dk1"/>
                </a:solidFill>
                <a:effectLst/>
                <a:uFillTx/>
                <a:latin typeface="Karla"/>
                <a:ea typeface="Karla"/>
                <a:hlinkClick r:id="rId3"/>
              </a:rPr>
              <a:t>Slidesgo</a:t>
            </a:r>
            <a:r>
              <a:rPr lang="en" sz="1200" b="0" u="none" strike="noStrike">
                <a:solidFill>
                  <a:schemeClr val="dk1"/>
                </a:solidFill>
                <a:effectLst/>
                <a:uFillTx/>
                <a:latin typeface="Karla"/>
                <a:ea typeface="Karla"/>
              </a:rPr>
              <a:t>, including icons, infographics &amp; images from </a:t>
            </a:r>
            <a:r>
              <a:rPr lang="en" sz="1200" b="1" u="sng" strike="noStrike">
                <a:solidFill>
                  <a:schemeClr val="dk1"/>
                </a:solidFill>
                <a:effectLst/>
                <a:uFillTx/>
                <a:latin typeface="Karla"/>
                <a:ea typeface="Karla"/>
                <a:hlinkClick r:id="rId4"/>
              </a:rPr>
              <a:t>Freepik</a:t>
            </a:r>
            <a:endParaRPr lang="en-US" sz="1200" b="0" u="none" strike="noStrike">
              <a:solidFill>
                <a:srgbClr val="000000"/>
              </a:solidFill>
              <a:effectLst/>
              <a:uFillTx/>
              <a:latin typeface="OpenSymbo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pic>
        <p:nvPicPr>
          <p:cNvPr id="234" name="Google Shape;367;p27"/>
          <p:cNvPicPr/>
          <p:nvPr/>
        </p:nvPicPr>
        <p:blipFill>
          <a:blip r:embed="rId2">
            <a:alphaModFix amt="42000"/>
          </a:blip>
          <a:stretch/>
        </p:blipFill>
        <p:spPr>
          <a:xfrm>
            <a:off x="0" y="0"/>
            <a:ext cx="9143640" cy="5142960"/>
          </a:xfrm>
          <a:prstGeom prst="rect">
            <a:avLst/>
          </a:prstGeom>
          <a:noFill/>
          <a:ln w="0">
            <a:noFill/>
          </a:ln>
        </p:spPr>
      </p:pic>
      <p:sp>
        <p:nvSpPr>
          <p:cNvPr id="235" name="Google Shape;368;p27"/>
          <p:cNvSpPr/>
          <p:nvPr/>
        </p:nvSpPr>
        <p:spPr>
          <a:xfrm rot="20022600">
            <a:off x="-770760" y="346392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 name="Google Shape;369;p27"/>
          <p:cNvSpPr/>
          <p:nvPr/>
        </p:nvSpPr>
        <p:spPr>
          <a:xfrm rot="20022600">
            <a:off x="-902160" y="362952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 name="Google Shape;370;p27"/>
          <p:cNvSpPr/>
          <p:nvPr/>
        </p:nvSpPr>
        <p:spPr>
          <a:xfrm rot="20022600">
            <a:off x="-1048320" y="381348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 name="Google Shape;371;p27"/>
          <p:cNvSpPr/>
          <p:nvPr/>
        </p:nvSpPr>
        <p:spPr>
          <a:xfrm rot="9222600">
            <a:off x="7437960" y="-79704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 name="Google Shape;372;p27"/>
          <p:cNvSpPr/>
          <p:nvPr/>
        </p:nvSpPr>
        <p:spPr>
          <a:xfrm rot="9222600">
            <a:off x="7569360" y="-96228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 name="Google Shape;373;p27"/>
          <p:cNvSpPr/>
          <p:nvPr/>
        </p:nvSpPr>
        <p:spPr>
          <a:xfrm rot="9222600">
            <a:off x="7715160" y="-114624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 name="Google Shape;374;p27"/>
          <p:cNvSpPr/>
          <p:nvPr/>
        </p:nvSpPr>
        <p:spPr>
          <a:xfrm rot="19621800">
            <a:off x="-449280" y="-29196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2" name="Google Shape;375;p27"/>
          <p:cNvSpPr/>
          <p:nvPr/>
        </p:nvSpPr>
        <p:spPr>
          <a:xfrm rot="19621800">
            <a:off x="-563760" y="-45972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3" name="Google Shape;376;p27"/>
          <p:cNvSpPr/>
          <p:nvPr/>
        </p:nvSpPr>
        <p:spPr>
          <a:xfrm rot="19621800">
            <a:off x="-703440" y="-59940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4" name="Google Shape;377;p27"/>
          <p:cNvSpPr/>
          <p:nvPr/>
        </p:nvSpPr>
        <p:spPr>
          <a:xfrm rot="8821800">
            <a:off x="7973640" y="428436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5" name="Google Shape;378;p27"/>
          <p:cNvSpPr/>
          <p:nvPr/>
        </p:nvSpPr>
        <p:spPr>
          <a:xfrm rot="8821800">
            <a:off x="8088120" y="445176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6" name="Google Shape;379;p27"/>
          <p:cNvSpPr/>
          <p:nvPr/>
        </p:nvSpPr>
        <p:spPr>
          <a:xfrm rot="8821800">
            <a:off x="8227800" y="459144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10_1">
    <p:bg>
      <p:bgPr>
        <a:solidFill>
          <a:schemeClr val="lt1"/>
        </a:solidFill>
        <a:effectLst/>
      </p:bgPr>
    </p:bg>
    <p:spTree>
      <p:nvGrpSpPr>
        <p:cNvPr id="1" name=""/>
        <p:cNvGrpSpPr/>
        <p:nvPr/>
      </p:nvGrpSpPr>
      <p:grpSpPr>
        <a:xfrm>
          <a:off x="0" y="0"/>
          <a:ext cx="0" cy="0"/>
          <a:chOff x="0" y="0"/>
          <a:chExt cx="0" cy="0"/>
        </a:xfrm>
      </p:grpSpPr>
      <p:pic>
        <p:nvPicPr>
          <p:cNvPr id="247" name="Google Shape;381;p28"/>
          <p:cNvPicPr/>
          <p:nvPr/>
        </p:nvPicPr>
        <p:blipFill>
          <a:blip r:embed="rId2">
            <a:alphaModFix amt="42000"/>
          </a:blip>
          <a:stretch/>
        </p:blipFill>
        <p:spPr>
          <a:xfrm>
            <a:off x="0" y="0"/>
            <a:ext cx="9143640" cy="5142960"/>
          </a:xfrm>
          <a:prstGeom prst="rect">
            <a:avLst/>
          </a:prstGeom>
          <a:noFill/>
          <a:ln w="0">
            <a:noFill/>
          </a:ln>
        </p:spPr>
      </p:pic>
      <p:sp>
        <p:nvSpPr>
          <p:cNvPr id="248" name="Google Shape;382;p28"/>
          <p:cNvSpPr/>
          <p:nvPr/>
        </p:nvSpPr>
        <p:spPr>
          <a:xfrm>
            <a:off x="-421200" y="-166320"/>
            <a:ext cx="1894320" cy="1722600"/>
          </a:xfrm>
          <a:custGeom>
            <a:avLst/>
            <a:gdLst>
              <a:gd name="textAreaLeft" fmla="*/ 0 w 1894320"/>
              <a:gd name="textAreaRight" fmla="*/ 1894680 w 1894320"/>
              <a:gd name="textAreaTop" fmla="*/ 0 h 1722600"/>
              <a:gd name="textAreaBottom" fmla="*/ 1722960 h 1722600"/>
            </a:gdLst>
            <a:ahLst/>
            <a:cxnLst/>
            <a:rect l="textAreaLeft" t="textAreaTop" r="textAreaRight" b="textAreaBottom"/>
            <a:pathLst>
              <a:path w="75786" h="68919">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2857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49" name="Google Shape;383;p28"/>
          <p:cNvSpPr/>
          <p:nvPr/>
        </p:nvSpPr>
        <p:spPr>
          <a:xfrm>
            <a:off x="-612000" y="-323640"/>
            <a:ext cx="1894320" cy="1722600"/>
          </a:xfrm>
          <a:custGeom>
            <a:avLst/>
            <a:gdLst>
              <a:gd name="textAreaLeft" fmla="*/ 0 w 1894320"/>
              <a:gd name="textAreaRight" fmla="*/ 1894680 w 1894320"/>
              <a:gd name="textAreaTop" fmla="*/ 0 h 1722600"/>
              <a:gd name="textAreaBottom" fmla="*/ 1722960 h 1722600"/>
            </a:gdLst>
            <a:ahLst/>
            <a:cxnLst/>
            <a:rect l="textAreaLeft" t="textAreaTop" r="textAreaRight" b="textAreaBottom"/>
            <a:pathLst>
              <a:path w="75786" h="68919">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19050">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50" name="Google Shape;384;p28"/>
          <p:cNvSpPr/>
          <p:nvPr/>
        </p:nvSpPr>
        <p:spPr>
          <a:xfrm>
            <a:off x="-799200" y="-426960"/>
            <a:ext cx="1894320" cy="1722600"/>
          </a:xfrm>
          <a:custGeom>
            <a:avLst/>
            <a:gdLst>
              <a:gd name="textAreaLeft" fmla="*/ 0 w 1894320"/>
              <a:gd name="textAreaRight" fmla="*/ 1894680 w 1894320"/>
              <a:gd name="textAreaTop" fmla="*/ 0 h 1722600"/>
              <a:gd name="textAreaBottom" fmla="*/ 1722960 h 1722600"/>
            </a:gdLst>
            <a:ahLst/>
            <a:cxnLst/>
            <a:rect l="textAreaLeft" t="textAreaTop" r="textAreaRight" b="textAreaBottom"/>
            <a:pathLst>
              <a:path w="75786" h="68919">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952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51" name="Google Shape;385;p28"/>
          <p:cNvSpPr/>
          <p:nvPr/>
        </p:nvSpPr>
        <p:spPr>
          <a:xfrm flipH="1">
            <a:off x="7517160" y="-198360"/>
            <a:ext cx="1894320" cy="1722600"/>
          </a:xfrm>
          <a:custGeom>
            <a:avLst/>
            <a:gdLst>
              <a:gd name="textAreaLeft" fmla="*/ 360 w 1894320"/>
              <a:gd name="textAreaRight" fmla="*/ 1895040 w 1894320"/>
              <a:gd name="textAreaTop" fmla="*/ 0 h 1722600"/>
              <a:gd name="textAreaBottom" fmla="*/ 1722960 h 1722600"/>
            </a:gdLst>
            <a:ahLst/>
            <a:cxnLst/>
            <a:rect l="textAreaLeft" t="textAreaTop" r="textAreaRight" b="textAreaBottom"/>
            <a:pathLst>
              <a:path w="75786" h="68919">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2857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52" name="Google Shape;386;p28"/>
          <p:cNvSpPr/>
          <p:nvPr/>
        </p:nvSpPr>
        <p:spPr>
          <a:xfrm flipH="1">
            <a:off x="7745760" y="-350640"/>
            <a:ext cx="1894320" cy="1722600"/>
          </a:xfrm>
          <a:custGeom>
            <a:avLst/>
            <a:gdLst>
              <a:gd name="textAreaLeft" fmla="*/ 360 w 1894320"/>
              <a:gd name="textAreaRight" fmla="*/ 1895040 w 1894320"/>
              <a:gd name="textAreaTop" fmla="*/ 0 h 1722600"/>
              <a:gd name="textAreaBottom" fmla="*/ 1722960 h 1722600"/>
            </a:gdLst>
            <a:ahLst/>
            <a:cxnLst/>
            <a:rect l="textAreaLeft" t="textAreaTop" r="textAreaRight" b="textAreaBottom"/>
            <a:pathLst>
              <a:path w="75786" h="68919">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19050">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53" name="Google Shape;387;p28"/>
          <p:cNvSpPr/>
          <p:nvPr/>
        </p:nvSpPr>
        <p:spPr>
          <a:xfrm flipH="1">
            <a:off x="7926840" y="-426960"/>
            <a:ext cx="1894320" cy="1722600"/>
          </a:xfrm>
          <a:custGeom>
            <a:avLst/>
            <a:gdLst>
              <a:gd name="textAreaLeft" fmla="*/ 360 w 1894320"/>
              <a:gd name="textAreaRight" fmla="*/ 1895040 w 1894320"/>
              <a:gd name="textAreaTop" fmla="*/ 0 h 1722600"/>
              <a:gd name="textAreaBottom" fmla="*/ 1722960 h 1722600"/>
            </a:gdLst>
            <a:ahLst/>
            <a:cxnLst/>
            <a:rect l="textAreaLeft" t="textAreaTop" r="textAreaRight" b="textAreaBottom"/>
            <a:pathLst>
              <a:path w="75786" h="68919">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952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54" name="Google Shape;388;p28"/>
          <p:cNvSpPr/>
          <p:nvPr/>
        </p:nvSpPr>
        <p:spPr>
          <a:xfrm rot="12778200" flipH="1">
            <a:off x="-329760" y="4353120"/>
            <a:ext cx="1372680" cy="1059120"/>
          </a:xfrm>
          <a:custGeom>
            <a:avLst/>
            <a:gdLst>
              <a:gd name="textAreaLeft" fmla="*/ -360 w 1372680"/>
              <a:gd name="textAreaRight" fmla="*/ 137268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 name="Google Shape;389;p28"/>
          <p:cNvSpPr/>
          <p:nvPr/>
        </p:nvSpPr>
        <p:spPr>
          <a:xfrm rot="12778200" flipH="1">
            <a:off x="-444240" y="4520520"/>
            <a:ext cx="1372680" cy="1059120"/>
          </a:xfrm>
          <a:custGeom>
            <a:avLst/>
            <a:gdLst>
              <a:gd name="textAreaLeft" fmla="*/ -360 w 1372680"/>
              <a:gd name="textAreaRight" fmla="*/ 137268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6" name="Google Shape;390;p28"/>
          <p:cNvSpPr/>
          <p:nvPr/>
        </p:nvSpPr>
        <p:spPr>
          <a:xfrm rot="12778200" flipH="1">
            <a:off x="-584280" y="4660560"/>
            <a:ext cx="1372680" cy="1059120"/>
          </a:xfrm>
          <a:custGeom>
            <a:avLst/>
            <a:gdLst>
              <a:gd name="textAreaLeft" fmla="*/ -360 w 1372680"/>
              <a:gd name="textAreaRight" fmla="*/ 137268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257" name="Google Shape;33;p4"/>
          <p:cNvPicPr/>
          <p:nvPr/>
        </p:nvPicPr>
        <p:blipFill>
          <a:blip r:embed="rId2">
            <a:alphaModFix amt="42000"/>
          </a:blip>
          <a:stretch/>
        </p:blipFill>
        <p:spPr>
          <a:xfrm>
            <a:off x="0" y="0"/>
            <a:ext cx="9143640" cy="5142960"/>
          </a:xfrm>
          <a:prstGeom prst="rect">
            <a:avLst/>
          </a:prstGeom>
          <a:noFill/>
          <a:ln w="0">
            <a:noFill/>
          </a:ln>
        </p:spPr>
      </p:pic>
      <p:sp>
        <p:nvSpPr>
          <p:cNvPr id="258" name="PlaceHolder 1"/>
          <p:cNvSpPr>
            <a:spLocks noGrp="1"/>
          </p:cNvSpPr>
          <p:nvPr>
            <p:ph type="title"/>
          </p:nvPr>
        </p:nvSpPr>
        <p:spPr>
          <a:xfrm>
            <a:off x="720000" y="444960"/>
            <a:ext cx="775188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59" name="PlaceHolder 2"/>
          <p:cNvSpPr>
            <a:spLocks noGrp="1"/>
          </p:cNvSpPr>
          <p:nvPr>
            <p:ph type="body"/>
          </p:nvPr>
        </p:nvSpPr>
        <p:spPr>
          <a:xfrm>
            <a:off x="754200" y="1093320"/>
            <a:ext cx="7276320" cy="3568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260" name="Google Shape;36;p4"/>
          <p:cNvSpPr/>
          <p:nvPr/>
        </p:nvSpPr>
        <p:spPr>
          <a:xfrm rot="1516200">
            <a:off x="-1000080" y="2493360"/>
            <a:ext cx="1877040" cy="1923480"/>
          </a:xfrm>
          <a:custGeom>
            <a:avLst/>
            <a:gdLst>
              <a:gd name="textAreaLeft" fmla="*/ 0 w 1877040"/>
              <a:gd name="textAreaRight" fmla="*/ 1877400 w 1877040"/>
              <a:gd name="textAreaTop" fmla="*/ 0 h 1923480"/>
              <a:gd name="textAreaBottom" fmla="*/ 1923840 h 192348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 name="Google Shape;37;p4"/>
          <p:cNvSpPr/>
          <p:nvPr/>
        </p:nvSpPr>
        <p:spPr>
          <a:xfrm rot="1516200">
            <a:off x="-1172880" y="2493360"/>
            <a:ext cx="1877040" cy="1923480"/>
          </a:xfrm>
          <a:custGeom>
            <a:avLst/>
            <a:gdLst>
              <a:gd name="textAreaLeft" fmla="*/ 0 w 1877040"/>
              <a:gd name="textAreaRight" fmla="*/ 1877400 w 1877040"/>
              <a:gd name="textAreaTop" fmla="*/ 0 h 1923480"/>
              <a:gd name="textAreaBottom" fmla="*/ 1923840 h 192348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 name="Google Shape;38;p4"/>
          <p:cNvSpPr/>
          <p:nvPr/>
        </p:nvSpPr>
        <p:spPr>
          <a:xfrm rot="1516200">
            <a:off x="-1365120" y="2493360"/>
            <a:ext cx="1877040" cy="1923480"/>
          </a:xfrm>
          <a:custGeom>
            <a:avLst/>
            <a:gdLst>
              <a:gd name="textAreaLeft" fmla="*/ 0 w 1877040"/>
              <a:gd name="textAreaRight" fmla="*/ 1877400 w 1877040"/>
              <a:gd name="textAreaTop" fmla="*/ 0 h 1923480"/>
              <a:gd name="textAreaBottom" fmla="*/ 1923840 h 192348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3" name="Google Shape;39;p4"/>
          <p:cNvSpPr/>
          <p:nvPr/>
        </p:nvSpPr>
        <p:spPr>
          <a:xfrm flipH="1">
            <a:off x="8415720" y="1338840"/>
            <a:ext cx="1346760" cy="3341880"/>
          </a:xfrm>
          <a:custGeom>
            <a:avLst/>
            <a:gdLst>
              <a:gd name="textAreaLeft" fmla="*/ -360 w 1346760"/>
              <a:gd name="textAreaRight" fmla="*/ 1346760 w 1346760"/>
              <a:gd name="textAreaTop" fmla="*/ 0 h 3341880"/>
              <a:gd name="textAreaBottom" fmla="*/ 3342240 h 33418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4" name="Google Shape;40;p4"/>
          <p:cNvSpPr/>
          <p:nvPr/>
        </p:nvSpPr>
        <p:spPr>
          <a:xfrm flipH="1">
            <a:off x="8511840" y="1595160"/>
            <a:ext cx="1346760" cy="3341880"/>
          </a:xfrm>
          <a:custGeom>
            <a:avLst/>
            <a:gdLst>
              <a:gd name="textAreaLeft" fmla="*/ -360 w 1346760"/>
              <a:gd name="textAreaRight" fmla="*/ 1346760 w 1346760"/>
              <a:gd name="textAreaTop" fmla="*/ 0 h 3341880"/>
              <a:gd name="textAreaBottom" fmla="*/ 3342240 h 33418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 name="Google Shape;41;p4"/>
          <p:cNvSpPr/>
          <p:nvPr/>
        </p:nvSpPr>
        <p:spPr>
          <a:xfrm flipH="1">
            <a:off x="8596800" y="1739520"/>
            <a:ext cx="1346760" cy="3341880"/>
          </a:xfrm>
          <a:custGeom>
            <a:avLst/>
            <a:gdLst>
              <a:gd name="textAreaLeft" fmla="*/ -360 w 1346760"/>
              <a:gd name="textAreaRight" fmla="*/ 1346760 w 1346760"/>
              <a:gd name="textAreaTop" fmla="*/ 0 h 3341880"/>
              <a:gd name="textAreaBottom" fmla="*/ 3342240 h 33418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 name="Google Shape;42;p4"/>
          <p:cNvSpPr/>
          <p:nvPr/>
        </p:nvSpPr>
        <p:spPr>
          <a:xfrm rot="7936800">
            <a:off x="7692480" y="-1269720"/>
            <a:ext cx="1474920" cy="2999160"/>
          </a:xfrm>
          <a:custGeom>
            <a:avLst/>
            <a:gdLst>
              <a:gd name="textAreaLeft" fmla="*/ 0 w 1474920"/>
              <a:gd name="textAreaRight" fmla="*/ 1475280 w 1474920"/>
              <a:gd name="textAreaTop" fmla="*/ 0 h 2999160"/>
              <a:gd name="textAreaBottom" fmla="*/ 2999520 h 29991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 name="Google Shape;43;p4"/>
          <p:cNvSpPr/>
          <p:nvPr/>
        </p:nvSpPr>
        <p:spPr>
          <a:xfrm rot="7936800">
            <a:off x="7803360" y="-1469520"/>
            <a:ext cx="1474920" cy="2999160"/>
          </a:xfrm>
          <a:custGeom>
            <a:avLst/>
            <a:gdLst>
              <a:gd name="textAreaLeft" fmla="*/ 0 w 1474920"/>
              <a:gd name="textAreaRight" fmla="*/ 1475280 w 1474920"/>
              <a:gd name="textAreaTop" fmla="*/ 0 h 2999160"/>
              <a:gd name="textAreaBottom" fmla="*/ 2999520 h 29991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 name="Google Shape;44;p4"/>
          <p:cNvSpPr/>
          <p:nvPr/>
        </p:nvSpPr>
        <p:spPr>
          <a:xfrm rot="7936800">
            <a:off x="7947000" y="-1668960"/>
            <a:ext cx="1474920" cy="2999160"/>
          </a:xfrm>
          <a:custGeom>
            <a:avLst/>
            <a:gdLst>
              <a:gd name="textAreaLeft" fmla="*/ 0 w 1474920"/>
              <a:gd name="textAreaRight" fmla="*/ 1475280 w 1474920"/>
              <a:gd name="textAreaTop" fmla="*/ 0 h 2999160"/>
              <a:gd name="textAreaBottom" fmla="*/ 2999520 h 29991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269" name="Google Shape;46;p5"/>
          <p:cNvPicPr/>
          <p:nvPr/>
        </p:nvPicPr>
        <p:blipFill>
          <a:blip r:embed="rId2">
            <a:alphaModFix amt="42000"/>
          </a:blip>
          <a:stretch/>
        </p:blipFill>
        <p:spPr>
          <a:xfrm>
            <a:off x="0" y="0"/>
            <a:ext cx="9143640" cy="5142960"/>
          </a:xfrm>
          <a:prstGeom prst="rect">
            <a:avLst/>
          </a:prstGeom>
          <a:noFill/>
          <a:ln w="0">
            <a:noFill/>
          </a:ln>
        </p:spPr>
      </p:pic>
      <p:sp>
        <p:nvSpPr>
          <p:cNvPr id="270" name="PlaceHolder 1"/>
          <p:cNvSpPr>
            <a:spLocks noGrp="1"/>
          </p:cNvSpPr>
          <p:nvPr>
            <p:ph type="title"/>
          </p:nvPr>
        </p:nvSpPr>
        <p:spPr>
          <a:xfrm>
            <a:off x="934200" y="2293560"/>
            <a:ext cx="3469320" cy="468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271" name="PlaceHolder 2"/>
          <p:cNvSpPr>
            <a:spLocks noGrp="1"/>
          </p:cNvSpPr>
          <p:nvPr>
            <p:ph type="title"/>
          </p:nvPr>
        </p:nvSpPr>
        <p:spPr>
          <a:xfrm>
            <a:off x="4654440" y="2293560"/>
            <a:ext cx="3469320" cy="468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272" name="Google Shape;51;p5"/>
          <p:cNvSpPr/>
          <p:nvPr/>
        </p:nvSpPr>
        <p:spPr>
          <a:xfrm rot="20022600">
            <a:off x="-518040" y="341136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 name="Google Shape;52;p5"/>
          <p:cNvSpPr/>
          <p:nvPr/>
        </p:nvSpPr>
        <p:spPr>
          <a:xfrm rot="20022600">
            <a:off x="-649440" y="357660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4" name="Google Shape;53;p5"/>
          <p:cNvSpPr/>
          <p:nvPr/>
        </p:nvSpPr>
        <p:spPr>
          <a:xfrm rot="20022600">
            <a:off x="-795240" y="376056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5" name="Google Shape;54;p5"/>
          <p:cNvSpPr/>
          <p:nvPr/>
        </p:nvSpPr>
        <p:spPr>
          <a:xfrm rot="9222600">
            <a:off x="7552080" y="-79056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6" name="Google Shape;55;p5"/>
          <p:cNvSpPr/>
          <p:nvPr/>
        </p:nvSpPr>
        <p:spPr>
          <a:xfrm rot="9222600">
            <a:off x="7683480" y="-95616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 name="Google Shape;56;p5"/>
          <p:cNvSpPr/>
          <p:nvPr/>
        </p:nvSpPr>
        <p:spPr>
          <a:xfrm rot="9222600">
            <a:off x="7829280" y="-1139760"/>
            <a:ext cx="2293200" cy="2349360"/>
          </a:xfrm>
          <a:custGeom>
            <a:avLst/>
            <a:gdLst>
              <a:gd name="textAreaLeft" fmla="*/ 0 w 2293200"/>
              <a:gd name="textAreaRight" fmla="*/ 2293560 w 2293200"/>
              <a:gd name="textAreaTop" fmla="*/ 0 h 2349360"/>
              <a:gd name="textAreaBottom" fmla="*/ 2349720 h 234936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 name="Google Shape;57;p5"/>
          <p:cNvSpPr/>
          <p:nvPr/>
        </p:nvSpPr>
        <p:spPr>
          <a:xfrm rot="19621800">
            <a:off x="-335160" y="-28584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9" name="Google Shape;58;p5"/>
          <p:cNvSpPr/>
          <p:nvPr/>
        </p:nvSpPr>
        <p:spPr>
          <a:xfrm rot="19621800">
            <a:off x="-449640" y="-45324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0" name="Google Shape;59;p5"/>
          <p:cNvSpPr/>
          <p:nvPr/>
        </p:nvSpPr>
        <p:spPr>
          <a:xfrm rot="19621800">
            <a:off x="-589320" y="-59328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1" name="Google Shape;60;p5"/>
          <p:cNvSpPr/>
          <p:nvPr/>
        </p:nvSpPr>
        <p:spPr>
          <a:xfrm rot="8821800">
            <a:off x="8087760" y="429048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 name="Google Shape;61;p5"/>
          <p:cNvSpPr/>
          <p:nvPr/>
        </p:nvSpPr>
        <p:spPr>
          <a:xfrm rot="8821800">
            <a:off x="8202240" y="445788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 name="Google Shape;62;p5"/>
          <p:cNvSpPr/>
          <p:nvPr/>
        </p:nvSpPr>
        <p:spPr>
          <a:xfrm rot="8821800">
            <a:off x="8341920" y="4597920"/>
            <a:ext cx="1372680" cy="1059120"/>
          </a:xfrm>
          <a:custGeom>
            <a:avLst/>
            <a:gdLst>
              <a:gd name="textAreaLeft" fmla="*/ 0 w 1372680"/>
              <a:gd name="textAreaRight" fmla="*/ 1373040 w 1372680"/>
              <a:gd name="textAreaTop" fmla="*/ 0 h 1059120"/>
              <a:gd name="textAreaBottom" fmla="*/ 1059480 h 1059120"/>
            </a:gdLst>
            <a:ahLst/>
            <a:cxnLst/>
            <a:rect l="textAreaLeft" t="textAreaTop" r="textAreaRight" b="textAreaBottom"/>
            <a:pathLst>
              <a:path w="2768" h="2136">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284" name="Google Shape;64;p6"/>
          <p:cNvPicPr/>
          <p:nvPr/>
        </p:nvPicPr>
        <p:blipFill>
          <a:blip r:embed="rId2">
            <a:alphaModFix amt="42000"/>
          </a:blip>
          <a:stretch/>
        </p:blipFill>
        <p:spPr>
          <a:xfrm>
            <a:off x="0" y="0"/>
            <a:ext cx="9143640" cy="5142960"/>
          </a:xfrm>
          <a:prstGeom prst="rect">
            <a:avLst/>
          </a:prstGeom>
          <a:noFill/>
          <a:ln w="0">
            <a:noFill/>
          </a:ln>
        </p:spPr>
      </p:pic>
      <p:sp>
        <p:nvSpPr>
          <p:cNvPr id="285" name="PlaceHolder 1"/>
          <p:cNvSpPr>
            <a:spLocks noGrp="1"/>
          </p:cNvSpPr>
          <p:nvPr>
            <p:ph type="title"/>
          </p:nvPr>
        </p:nvSpPr>
        <p:spPr>
          <a:xfrm>
            <a:off x="720000" y="444960"/>
            <a:ext cx="769608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86" name="Google Shape;66;p6"/>
          <p:cNvSpPr/>
          <p:nvPr/>
        </p:nvSpPr>
        <p:spPr>
          <a:xfrm rot="16276200" flipH="1">
            <a:off x="7359480" y="-1473480"/>
            <a:ext cx="1346760" cy="3341880"/>
          </a:xfrm>
          <a:custGeom>
            <a:avLst/>
            <a:gdLst>
              <a:gd name="textAreaLeft" fmla="*/ -360 w 1346760"/>
              <a:gd name="textAreaRight" fmla="*/ 1346760 w 1346760"/>
              <a:gd name="textAreaTop" fmla="*/ 0 h 3341880"/>
              <a:gd name="textAreaBottom" fmla="*/ 3342240 h 33418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7" name="Google Shape;67;p6"/>
          <p:cNvSpPr/>
          <p:nvPr/>
        </p:nvSpPr>
        <p:spPr>
          <a:xfrm rot="16276200" flipH="1">
            <a:off x="7617960" y="-1627200"/>
            <a:ext cx="1346760" cy="3341880"/>
          </a:xfrm>
          <a:custGeom>
            <a:avLst/>
            <a:gdLst>
              <a:gd name="textAreaLeft" fmla="*/ -360 w 1346760"/>
              <a:gd name="textAreaRight" fmla="*/ 1346760 w 1346760"/>
              <a:gd name="textAreaTop" fmla="*/ 0 h 3341880"/>
              <a:gd name="textAreaBottom" fmla="*/ 3342240 h 33418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 name="Google Shape;68;p6"/>
          <p:cNvSpPr/>
          <p:nvPr/>
        </p:nvSpPr>
        <p:spPr>
          <a:xfrm rot="16276200" flipH="1">
            <a:off x="7840440" y="-1747800"/>
            <a:ext cx="1346760" cy="3341880"/>
          </a:xfrm>
          <a:custGeom>
            <a:avLst/>
            <a:gdLst>
              <a:gd name="textAreaLeft" fmla="*/ -360 w 1346760"/>
              <a:gd name="textAreaRight" fmla="*/ 1346760 w 1346760"/>
              <a:gd name="textAreaTop" fmla="*/ 0 h 3341880"/>
              <a:gd name="textAreaBottom" fmla="*/ 3342240 h 3341880"/>
            </a:gdLst>
            <a:ahLst/>
            <a:cxnLst/>
            <a:rect l="textAreaLeft" t="textAreaTop" r="textAreaRight" b="textAreaBottom"/>
            <a:pathLst>
              <a:path w="3529" h="8756">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89" name="Google Shape;69;p6"/>
          <p:cNvGrpSpPr/>
          <p:nvPr/>
        </p:nvGrpSpPr>
        <p:grpSpPr>
          <a:xfrm>
            <a:off x="-1348920" y="3483360"/>
            <a:ext cx="3265920" cy="3306240"/>
            <a:chOff x="-1348920" y="3483360"/>
            <a:chExt cx="3265920" cy="3306240"/>
          </a:xfrm>
        </p:grpSpPr>
        <p:sp>
          <p:nvSpPr>
            <p:cNvPr id="290" name="Google Shape;70;p6"/>
            <p:cNvSpPr/>
            <p:nvPr/>
          </p:nvSpPr>
          <p:spPr>
            <a:xfrm rot="7936800">
              <a:off x="-530640" y="3911040"/>
              <a:ext cx="1389960" cy="2826360"/>
            </a:xfrm>
            <a:custGeom>
              <a:avLst/>
              <a:gdLst>
                <a:gd name="textAreaLeft" fmla="*/ 0 w 1389960"/>
                <a:gd name="textAreaRight" fmla="*/ 1390320 w 1389960"/>
                <a:gd name="textAreaTop" fmla="*/ 0 h 2826360"/>
                <a:gd name="textAreaBottom" fmla="*/ 2826720 h 28263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1" name="Google Shape;71;p6"/>
            <p:cNvSpPr/>
            <p:nvPr/>
          </p:nvSpPr>
          <p:spPr>
            <a:xfrm rot="7936800">
              <a:off x="-426240" y="3722760"/>
              <a:ext cx="1389960" cy="2826360"/>
            </a:xfrm>
            <a:custGeom>
              <a:avLst/>
              <a:gdLst>
                <a:gd name="textAreaLeft" fmla="*/ 0 w 1389960"/>
                <a:gd name="textAreaRight" fmla="*/ 1390320 w 1389960"/>
                <a:gd name="textAreaTop" fmla="*/ 0 h 2826360"/>
                <a:gd name="textAreaBottom" fmla="*/ 2826720 h 28263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2" name="Google Shape;72;p6"/>
            <p:cNvSpPr/>
            <p:nvPr/>
          </p:nvSpPr>
          <p:spPr>
            <a:xfrm rot="7936800">
              <a:off x="-290880" y="3534840"/>
              <a:ext cx="1389960" cy="2826360"/>
            </a:xfrm>
            <a:custGeom>
              <a:avLst/>
              <a:gdLst>
                <a:gd name="textAreaLeft" fmla="*/ 0 w 1389960"/>
                <a:gd name="textAreaRight" fmla="*/ 1390320 w 1389960"/>
                <a:gd name="textAreaTop" fmla="*/ 0 h 2826360"/>
                <a:gd name="textAreaBottom" fmla="*/ 2826720 h 2826360"/>
              </a:gdLst>
              <a:ahLst/>
              <a:cxnLst/>
              <a:rect l="textAreaLeft" t="textAreaTop" r="textAreaRight" b="textAreaBottom"/>
              <a:pathLst>
                <a:path w="9912" h="20155">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a:solidFill>
                <a:srgbClr val="FFA35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293" name="Google Shape;74;p7"/>
          <p:cNvPicPr/>
          <p:nvPr/>
        </p:nvPicPr>
        <p:blipFill>
          <a:blip r:embed="rId2">
            <a:alphaModFix amt="42000"/>
          </a:blip>
          <a:stretch/>
        </p:blipFill>
        <p:spPr>
          <a:xfrm>
            <a:off x="0" y="0"/>
            <a:ext cx="9143640" cy="5142960"/>
          </a:xfrm>
          <a:prstGeom prst="rect">
            <a:avLst/>
          </a:prstGeom>
          <a:noFill/>
          <a:ln w="0">
            <a:noFill/>
          </a:ln>
        </p:spPr>
      </p:pic>
      <p:pic>
        <p:nvPicPr>
          <p:cNvPr id="294" name="Google Shape;75;p7"/>
          <p:cNvPicPr/>
          <p:nvPr/>
        </p:nvPicPr>
        <p:blipFill>
          <a:blip r:embed="rId2">
            <a:alphaModFix amt="42000"/>
          </a:blip>
          <a:stretch/>
        </p:blipFill>
        <p:spPr>
          <a:xfrm>
            <a:off x="0" y="0"/>
            <a:ext cx="9143640" cy="5142960"/>
          </a:xfrm>
          <a:prstGeom prst="rect">
            <a:avLst/>
          </a:prstGeom>
          <a:noFill/>
          <a:ln w="0">
            <a:noFill/>
          </a:ln>
        </p:spPr>
      </p:pic>
      <p:sp>
        <p:nvSpPr>
          <p:cNvPr id="295" name="PlaceHolder 1"/>
          <p:cNvSpPr>
            <a:spLocks noGrp="1"/>
          </p:cNvSpPr>
          <p:nvPr>
            <p:ph type="body"/>
          </p:nvPr>
        </p:nvSpPr>
        <p:spPr>
          <a:xfrm>
            <a:off x="734040" y="1310760"/>
            <a:ext cx="4051440" cy="29538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sp>
        <p:nvSpPr>
          <p:cNvPr id="296" name="PlaceHolder 2"/>
          <p:cNvSpPr>
            <a:spLocks noGrp="1"/>
          </p:cNvSpPr>
          <p:nvPr>
            <p:ph type="title"/>
          </p:nvPr>
        </p:nvSpPr>
        <p:spPr>
          <a:xfrm>
            <a:off x="720000" y="444960"/>
            <a:ext cx="446616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97" name="Google Shape;78;p7"/>
          <p:cNvSpPr/>
          <p:nvPr/>
        </p:nvSpPr>
        <p:spPr>
          <a:xfrm>
            <a:off x="-210960" y="-9000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98" name="Google Shape;79;p7"/>
          <p:cNvSpPr/>
          <p:nvPr/>
        </p:nvSpPr>
        <p:spPr>
          <a:xfrm>
            <a:off x="-376200" y="-26784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99" name="Google Shape;80;p7"/>
          <p:cNvSpPr/>
          <p:nvPr/>
        </p:nvSpPr>
        <p:spPr>
          <a:xfrm>
            <a:off x="-560160" y="-451800"/>
            <a:ext cx="2792160" cy="2171520"/>
          </a:xfrm>
          <a:custGeom>
            <a:avLst/>
            <a:gdLst>
              <a:gd name="textAreaLeft" fmla="*/ 0 w 2792160"/>
              <a:gd name="textAreaRight" fmla="*/ 2792520 w 2792160"/>
              <a:gd name="textAreaTop" fmla="*/ 0 h 2171520"/>
              <a:gd name="textAreaBottom" fmla="*/ 2171880 h 217152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300" name="Google Shape;81;p7"/>
          <p:cNvGrpSpPr/>
          <p:nvPr/>
        </p:nvGrpSpPr>
        <p:grpSpPr>
          <a:xfrm>
            <a:off x="583560" y="-63360"/>
            <a:ext cx="8576280" cy="5229360"/>
            <a:chOff x="583560" y="-63360"/>
            <a:chExt cx="8576280" cy="5229360"/>
          </a:xfrm>
        </p:grpSpPr>
        <p:sp>
          <p:nvSpPr>
            <p:cNvPr id="301" name="Google Shape;82;p7"/>
            <p:cNvSpPr/>
            <p:nvPr/>
          </p:nvSpPr>
          <p:spPr>
            <a:xfrm>
              <a:off x="583560" y="414720"/>
              <a:ext cx="8576280" cy="4751280"/>
            </a:xfrm>
            <a:custGeom>
              <a:avLst/>
              <a:gdLst>
                <a:gd name="textAreaLeft" fmla="*/ 0 w 8576280"/>
                <a:gd name="textAreaRight" fmla="*/ 8576640 w 8576280"/>
                <a:gd name="textAreaTop" fmla="*/ 0 h 4751280"/>
                <a:gd name="textAreaBottom" fmla="*/ 4751640 h 4751280"/>
              </a:gdLst>
              <a:ahLst/>
              <a:cxnLst/>
              <a:rect l="textAreaLeft" t="textAreaTop" r="textAreaRight" b="textAreaBottom"/>
              <a:pathLst>
                <a:path w="343070" h="190060">
                  <a:moveTo>
                    <a:pt x="264110" y="0"/>
                  </a:moveTo>
                  <a:lnTo>
                    <a:pt x="146720" y="91571"/>
                  </a:lnTo>
                  <a:lnTo>
                    <a:pt x="0" y="190060"/>
                  </a:lnTo>
                  <a:lnTo>
                    <a:pt x="343070" y="190060"/>
                  </a:lnTo>
                  <a:lnTo>
                    <a:pt x="343044" y="63397"/>
                  </a:lnTo>
                  <a:lnTo>
                    <a:pt x="279845" y="382"/>
                  </a:lnTo>
                  <a:close/>
                </a:path>
              </a:pathLst>
            </a:custGeom>
            <a:gradFill rotWithShape="0">
              <a:gsLst>
                <a:gs pos="0">
                  <a:srgbClr val="FFFFFF"/>
                </a:gs>
                <a:gs pos="100000">
                  <a:srgbClr val="EBE0DD"/>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302" name="Google Shape;83;p7"/>
            <p:cNvGrpSpPr/>
            <p:nvPr/>
          </p:nvGrpSpPr>
          <p:grpSpPr>
            <a:xfrm>
              <a:off x="7180920" y="-63360"/>
              <a:ext cx="412200" cy="500760"/>
              <a:chOff x="7180920" y="-63360"/>
              <a:chExt cx="412200" cy="500760"/>
            </a:xfrm>
          </p:grpSpPr>
          <p:sp>
            <p:nvSpPr>
              <p:cNvPr id="303" name="Google Shape;84;p7"/>
              <p:cNvSpPr/>
              <p:nvPr/>
            </p:nvSpPr>
            <p:spPr>
              <a:xfrm flipH="1">
                <a:off x="7180560" y="212040"/>
                <a:ext cx="412200" cy="225360"/>
              </a:xfrm>
              <a:custGeom>
                <a:avLst/>
                <a:gdLst>
                  <a:gd name="textAreaLeft" fmla="*/ -360 w 412200"/>
                  <a:gd name="textAreaRight" fmla="*/ 412200 w 412200"/>
                  <a:gd name="textAreaTop" fmla="*/ 0 h 225360"/>
                  <a:gd name="textAreaBottom" fmla="*/ 225720 h 225360"/>
                </a:gdLst>
                <a:ahLst/>
                <a:cxnLst/>
                <a:rect l="textAreaLeft" t="textAreaTop" r="textAreaRight" b="textAreaBottom"/>
                <a:pathLst>
                  <a:path w="9341" h="5111">
                    <a:moveTo>
                      <a:pt x="3631" y="1"/>
                    </a:moveTo>
                    <a:lnTo>
                      <a:pt x="3631" y="1172"/>
                    </a:lnTo>
                    <a:lnTo>
                      <a:pt x="0" y="5110"/>
                    </a:lnTo>
                    <a:lnTo>
                      <a:pt x="9340" y="4686"/>
                    </a:lnTo>
                    <a:lnTo>
                      <a:pt x="4670" y="1172"/>
                    </a:lnTo>
                    <a:lnTo>
                      <a:pt x="4670" y="1"/>
                    </a:lnTo>
                    <a:close/>
                  </a:path>
                </a:pathLst>
              </a:custGeom>
              <a:solidFill>
                <a:schemeClr val="accent4"/>
              </a:solidFill>
              <a:ln w="9525">
                <a:solidFill>
                  <a:srgbClr val="005458"/>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4" name="Google Shape;85;p7"/>
              <p:cNvSpPr/>
              <p:nvPr/>
            </p:nvSpPr>
            <p:spPr>
              <a:xfrm flipH="1">
                <a:off x="7412760" y="-63360"/>
                <a:ext cx="1080" cy="276480"/>
              </a:xfrm>
              <a:custGeom>
                <a:avLst/>
                <a:gdLst>
                  <a:gd name="textAreaLeft" fmla="*/ -360 w 1080"/>
                  <a:gd name="textAreaRight" fmla="*/ 1080 w 1080"/>
                  <a:gd name="textAreaTop" fmla="*/ 0 h 276480"/>
                  <a:gd name="textAreaBottom" fmla="*/ 276840 h 276480"/>
                </a:gdLst>
                <a:ahLst/>
                <a:cxnLst/>
                <a:rect l="textAreaLeft" t="textAreaTop" r="textAreaRight" b="textAreaBottom"/>
                <a:pathLst>
                  <a:path w="30" h="6267">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a:solidFill>
                  <a:srgbClr val="005458"/>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305" name="Google Shape;87;p8"/>
          <p:cNvPicPr/>
          <p:nvPr/>
        </p:nvPicPr>
        <p:blipFill>
          <a:blip r:embed="rId2">
            <a:alphaModFix amt="42000"/>
          </a:blip>
          <a:stretch/>
        </p:blipFill>
        <p:spPr>
          <a:xfrm>
            <a:off x="0" y="0"/>
            <a:ext cx="9143640" cy="5142960"/>
          </a:xfrm>
          <a:prstGeom prst="rect">
            <a:avLst/>
          </a:prstGeom>
          <a:noFill/>
          <a:ln w="0">
            <a:noFill/>
          </a:ln>
        </p:spPr>
      </p:pic>
      <p:sp>
        <p:nvSpPr>
          <p:cNvPr id="306" name="Google Shape;88;p8"/>
          <p:cNvSpPr/>
          <p:nvPr/>
        </p:nvSpPr>
        <p:spPr>
          <a:xfrm>
            <a:off x="-14760" y="336240"/>
            <a:ext cx="9180360" cy="4827960"/>
          </a:xfrm>
          <a:custGeom>
            <a:avLst/>
            <a:gdLst>
              <a:gd name="textAreaLeft" fmla="*/ 0 w 9180360"/>
              <a:gd name="textAreaRight" fmla="*/ 9180720 w 9180360"/>
              <a:gd name="textAreaTop" fmla="*/ 0 h 4827960"/>
              <a:gd name="textAreaBottom" fmla="*/ 4828320 h 4827960"/>
            </a:gdLst>
            <a:ahLst/>
            <a:cxnLst/>
            <a:rect l="textAreaLeft" t="textAreaTop" r="textAreaRight" b="textAreaBottom"/>
            <a:pathLst>
              <a:path w="367223" h="193132">
                <a:moveTo>
                  <a:pt x="176325" y="1791"/>
                </a:moveTo>
                <a:lnTo>
                  <a:pt x="13" y="134089"/>
                </a:lnTo>
                <a:lnTo>
                  <a:pt x="0" y="192834"/>
                </a:lnTo>
                <a:lnTo>
                  <a:pt x="366951" y="193132"/>
                </a:lnTo>
                <a:lnTo>
                  <a:pt x="367223" y="148419"/>
                </a:lnTo>
                <a:lnTo>
                  <a:pt x="185793" y="0"/>
                </a:lnTo>
                <a:close/>
              </a:path>
            </a:pathLst>
          </a:custGeom>
          <a:gradFill rotWithShape="0">
            <a:gsLst>
              <a:gs pos="0">
                <a:srgbClr val="FFFFFF"/>
              </a:gs>
              <a:gs pos="100000">
                <a:srgbClr val="EBE0DD"/>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307" name="Google Shape;89;p8"/>
          <p:cNvSpPr/>
          <p:nvPr/>
        </p:nvSpPr>
        <p:spPr>
          <a:xfrm flipH="1">
            <a:off x="4333680" y="212040"/>
            <a:ext cx="412200" cy="225360"/>
          </a:xfrm>
          <a:custGeom>
            <a:avLst/>
            <a:gdLst>
              <a:gd name="textAreaLeft" fmla="*/ -360 w 412200"/>
              <a:gd name="textAreaRight" fmla="*/ 412200 w 412200"/>
              <a:gd name="textAreaTop" fmla="*/ 0 h 225360"/>
              <a:gd name="textAreaBottom" fmla="*/ 225720 h 225360"/>
            </a:gdLst>
            <a:ahLst/>
            <a:cxnLst/>
            <a:rect l="textAreaLeft" t="textAreaTop" r="textAreaRight" b="textAreaBottom"/>
            <a:pathLst>
              <a:path w="9341" h="5111">
                <a:moveTo>
                  <a:pt x="3631" y="1"/>
                </a:moveTo>
                <a:lnTo>
                  <a:pt x="3631" y="1172"/>
                </a:lnTo>
                <a:lnTo>
                  <a:pt x="0" y="5110"/>
                </a:lnTo>
                <a:lnTo>
                  <a:pt x="9340" y="4686"/>
                </a:lnTo>
                <a:lnTo>
                  <a:pt x="4670" y="1172"/>
                </a:lnTo>
                <a:lnTo>
                  <a:pt x="4670"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8" name="Google Shape;90;p8"/>
          <p:cNvSpPr/>
          <p:nvPr/>
        </p:nvSpPr>
        <p:spPr>
          <a:xfrm flipH="1">
            <a:off x="4565880" y="-63360"/>
            <a:ext cx="1080" cy="276480"/>
          </a:xfrm>
          <a:custGeom>
            <a:avLst/>
            <a:gdLst>
              <a:gd name="textAreaLeft" fmla="*/ -360 w 1080"/>
              <a:gd name="textAreaRight" fmla="*/ 1080 w 1080"/>
              <a:gd name="textAreaTop" fmla="*/ 0 h 276480"/>
              <a:gd name="textAreaBottom" fmla="*/ 276840 h 276480"/>
            </a:gdLst>
            <a:ahLst/>
            <a:cxnLst/>
            <a:rect l="textAreaLeft" t="textAreaTop" r="textAreaRight" b="textAreaBottom"/>
            <a:pathLst>
              <a:path w="30" h="6267">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9" name="PlaceHolder 1"/>
          <p:cNvSpPr>
            <a:spLocks noGrp="1"/>
          </p:cNvSpPr>
          <p:nvPr>
            <p:ph type="title"/>
          </p:nvPr>
        </p:nvSpPr>
        <p:spPr>
          <a:xfrm>
            <a:off x="1388160" y="1524240"/>
            <a:ext cx="6367320" cy="1995120"/>
          </a:xfrm>
          <a:prstGeom prst="rect">
            <a:avLst/>
          </a:prstGeom>
          <a:noFill/>
          <a:ln w="0">
            <a:noFill/>
          </a:ln>
        </p:spPr>
        <p:txBody>
          <a:bodyPr lIns="91440" tIns="91440" rIns="91440" bIns="91440" anchor="t">
            <a:noAutofit/>
          </a:bodyPr>
          <a:lstStyle/>
          <a:p>
            <a:pPr indent="0">
              <a:buNone/>
            </a:pPr>
            <a:r>
              <a:rPr lang="fr-FR" sz="7200" b="0" u="none" strike="noStrike">
                <a:solidFill>
                  <a:schemeClr val="dk1"/>
                </a:solidFill>
                <a:effectLst/>
                <a:uFillTx/>
                <a:latin typeface="Arial"/>
              </a:rPr>
              <a:t>Click to edit the title text format</a:t>
            </a:r>
          </a:p>
        </p:txBody>
      </p:sp>
      <p:sp>
        <p:nvSpPr>
          <p:cNvPr id="310" name="Google Shape;92;p8"/>
          <p:cNvSpPr/>
          <p:nvPr/>
        </p:nvSpPr>
        <p:spPr>
          <a:xfrm flipH="1">
            <a:off x="1329480" y="1481760"/>
            <a:ext cx="6367320" cy="29541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rm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11" name="Google Shape;93;p8"/>
          <p:cNvGrpSpPr/>
          <p:nvPr/>
        </p:nvGrpSpPr>
        <p:grpSpPr>
          <a:xfrm>
            <a:off x="158040" y="195480"/>
            <a:ext cx="2250360" cy="3660840"/>
            <a:chOff x="158040" y="195480"/>
            <a:chExt cx="2250360" cy="3660840"/>
          </a:xfrm>
        </p:grpSpPr>
        <p:sp>
          <p:nvSpPr>
            <p:cNvPr id="312" name="Google Shape;94;p8"/>
            <p:cNvSpPr/>
            <p:nvPr/>
          </p:nvSpPr>
          <p:spPr>
            <a:xfrm>
              <a:off x="194040" y="235440"/>
              <a:ext cx="2202480" cy="3558600"/>
            </a:xfrm>
            <a:custGeom>
              <a:avLst/>
              <a:gdLst>
                <a:gd name="textAreaLeft" fmla="*/ 0 w 2202480"/>
                <a:gd name="textAreaRight" fmla="*/ 2202840 w 2202480"/>
                <a:gd name="textAreaTop" fmla="*/ 0 h 3558600"/>
                <a:gd name="textAreaBottom" fmla="*/ 3558960 h 3558600"/>
              </a:gdLst>
              <a:ahLst/>
              <a:cxnLst/>
              <a:rect l="textAreaLeft" t="textAreaTop" r="textAreaRight" b="textAreaBottom"/>
              <a:pathLst>
                <a:path w="26835" h="46950">
                  <a:moveTo>
                    <a:pt x="1" y="0"/>
                  </a:moveTo>
                  <a:lnTo>
                    <a:pt x="1" y="46949"/>
                  </a:lnTo>
                  <a:lnTo>
                    <a:pt x="26835" y="46949"/>
                  </a:lnTo>
                  <a:lnTo>
                    <a:pt x="26835" y="0"/>
                  </a:lnTo>
                  <a:close/>
                </a:path>
              </a:pathLst>
            </a:custGeom>
            <a:solidFill>
              <a:srgbClr val="FFFFFF">
                <a:alpha val="6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3" name="Google Shape;95;p8"/>
            <p:cNvSpPr/>
            <p:nvPr/>
          </p:nvSpPr>
          <p:spPr>
            <a:xfrm>
              <a:off x="158040" y="195480"/>
              <a:ext cx="2250360" cy="3660840"/>
            </a:xfrm>
            <a:custGeom>
              <a:avLst/>
              <a:gdLst>
                <a:gd name="textAreaLeft" fmla="*/ 0 w 2250360"/>
                <a:gd name="textAreaRight" fmla="*/ 2250720 w 2250360"/>
                <a:gd name="textAreaTop" fmla="*/ 0 h 3660840"/>
                <a:gd name="textAreaBottom" fmla="*/ 3661200 h 3660840"/>
              </a:gdLst>
              <a:ahLst/>
              <a:cxnLst/>
              <a:rect l="textAreaLeft" t="textAreaTop" r="textAreaRight" b="textAreaBottom"/>
              <a:pathLst>
                <a:path w="27421" h="48297">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14" name="Google Shape;96;p8"/>
          <p:cNvGrpSpPr/>
          <p:nvPr/>
        </p:nvGrpSpPr>
        <p:grpSpPr>
          <a:xfrm>
            <a:off x="6618960" y="278640"/>
            <a:ext cx="2250360" cy="3660840"/>
            <a:chOff x="6618960" y="278640"/>
            <a:chExt cx="2250360" cy="3660840"/>
          </a:xfrm>
        </p:grpSpPr>
        <p:sp>
          <p:nvSpPr>
            <p:cNvPr id="315" name="Google Shape;97;p8"/>
            <p:cNvSpPr/>
            <p:nvPr/>
          </p:nvSpPr>
          <p:spPr>
            <a:xfrm>
              <a:off x="6654960" y="318600"/>
              <a:ext cx="2202480" cy="3558600"/>
            </a:xfrm>
            <a:custGeom>
              <a:avLst/>
              <a:gdLst>
                <a:gd name="textAreaLeft" fmla="*/ 0 w 2202480"/>
                <a:gd name="textAreaRight" fmla="*/ 2202840 w 2202480"/>
                <a:gd name="textAreaTop" fmla="*/ 0 h 3558600"/>
                <a:gd name="textAreaBottom" fmla="*/ 3558960 h 3558600"/>
              </a:gdLst>
              <a:ahLst/>
              <a:cxnLst/>
              <a:rect l="textAreaLeft" t="textAreaTop" r="textAreaRight" b="textAreaBottom"/>
              <a:pathLst>
                <a:path w="26835" h="46950">
                  <a:moveTo>
                    <a:pt x="1" y="0"/>
                  </a:moveTo>
                  <a:lnTo>
                    <a:pt x="1" y="46949"/>
                  </a:lnTo>
                  <a:lnTo>
                    <a:pt x="26835" y="46949"/>
                  </a:lnTo>
                  <a:lnTo>
                    <a:pt x="26835" y="0"/>
                  </a:lnTo>
                  <a:close/>
                </a:path>
              </a:pathLst>
            </a:custGeom>
            <a:solidFill>
              <a:srgbClr val="FFFFFF">
                <a:alpha val="6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6" name="Google Shape;98;p8"/>
            <p:cNvSpPr/>
            <p:nvPr/>
          </p:nvSpPr>
          <p:spPr>
            <a:xfrm>
              <a:off x="6618960" y="278640"/>
              <a:ext cx="2250360" cy="3660840"/>
            </a:xfrm>
            <a:custGeom>
              <a:avLst/>
              <a:gdLst>
                <a:gd name="textAreaLeft" fmla="*/ 0 w 2250360"/>
                <a:gd name="textAreaRight" fmla="*/ 2250720 w 2250360"/>
                <a:gd name="textAreaTop" fmla="*/ 0 h 3660840"/>
                <a:gd name="textAreaBottom" fmla="*/ 3661200 h 3660840"/>
              </a:gdLst>
              <a:ahLst/>
              <a:cxnLst/>
              <a:rect l="textAreaLeft" t="textAreaTop" r="textAreaRight" b="textAreaBottom"/>
              <a:pathLst>
                <a:path w="27421" h="48297">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317" name="Google Shape;100;p9"/>
          <p:cNvPicPr/>
          <p:nvPr/>
        </p:nvPicPr>
        <p:blipFill>
          <a:blip r:embed="rId2">
            <a:alphaModFix amt="42000"/>
          </a:blip>
          <a:stretch/>
        </p:blipFill>
        <p:spPr>
          <a:xfrm>
            <a:off x="0" y="0"/>
            <a:ext cx="9143640" cy="5142960"/>
          </a:xfrm>
          <a:prstGeom prst="rect">
            <a:avLst/>
          </a:prstGeom>
          <a:noFill/>
          <a:ln w="0">
            <a:noFill/>
          </a:ln>
        </p:spPr>
      </p:pic>
      <p:sp>
        <p:nvSpPr>
          <p:cNvPr id="318" name="Google Shape;101;p9"/>
          <p:cNvSpPr/>
          <p:nvPr/>
        </p:nvSpPr>
        <p:spPr>
          <a:xfrm>
            <a:off x="1410840" y="686880"/>
            <a:ext cx="6309720" cy="3982320"/>
          </a:xfrm>
          <a:custGeom>
            <a:avLst/>
            <a:gdLst>
              <a:gd name="textAreaLeft" fmla="*/ 0 w 6309720"/>
              <a:gd name="textAreaRight" fmla="*/ 6310080 w 6309720"/>
              <a:gd name="textAreaTop" fmla="*/ 0 h 3982320"/>
              <a:gd name="textAreaBottom" fmla="*/ 3982680 h 3982320"/>
            </a:gdLst>
            <a:ahLst/>
            <a:cxnLst/>
            <a:rect l="textAreaLeft" t="textAreaTop" r="textAreaRight" b="textAreaBottom"/>
            <a:pathLst>
              <a:path w="27540" h="17382">
                <a:moveTo>
                  <a:pt x="0" y="0"/>
                </a:moveTo>
                <a:lnTo>
                  <a:pt x="0" y="17382"/>
                </a:lnTo>
                <a:lnTo>
                  <a:pt x="27539" y="17382"/>
                </a:lnTo>
                <a:lnTo>
                  <a:pt x="27539" y="0"/>
                </a:lnTo>
                <a:close/>
              </a:path>
            </a:pathLst>
          </a:custGeom>
          <a:solidFill>
            <a:srgbClr val="FFA35A">
              <a:alpha val="2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9" name="Google Shape;102;p9"/>
          <p:cNvSpPr/>
          <p:nvPr/>
        </p:nvSpPr>
        <p:spPr>
          <a:xfrm>
            <a:off x="1344600" y="633960"/>
            <a:ext cx="6488640" cy="221760"/>
          </a:xfrm>
          <a:custGeom>
            <a:avLst/>
            <a:gdLst>
              <a:gd name="textAreaLeft" fmla="*/ 0 w 6488640"/>
              <a:gd name="textAreaRight" fmla="*/ 6489000 w 6488640"/>
              <a:gd name="textAreaTop" fmla="*/ 0 h 221760"/>
              <a:gd name="textAreaBottom" fmla="*/ 222120 h 221760"/>
            </a:gdLst>
            <a:ahLst/>
            <a:cxnLst/>
            <a:rect l="textAreaLeft" t="textAreaTop" r="textAreaRight" b="textAreaBottom"/>
            <a:pathLst>
              <a:path w="28320" h="969">
                <a:moveTo>
                  <a:pt x="28320" y="1"/>
                </a:moveTo>
                <a:lnTo>
                  <a:pt x="44" y="232"/>
                </a:lnTo>
                <a:lnTo>
                  <a:pt x="0" y="969"/>
                </a:lnTo>
                <a:lnTo>
                  <a:pt x="28320" y="680"/>
                </a:lnTo>
                <a:lnTo>
                  <a:pt x="28320"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103;p9"/>
          <p:cNvSpPr/>
          <p:nvPr/>
        </p:nvSpPr>
        <p:spPr>
          <a:xfrm>
            <a:off x="4324320" y="4654800"/>
            <a:ext cx="181800" cy="168840"/>
          </a:xfrm>
          <a:custGeom>
            <a:avLst/>
            <a:gdLst>
              <a:gd name="textAreaLeft" fmla="*/ 0 w 181800"/>
              <a:gd name="textAreaRight" fmla="*/ 182160 w 181800"/>
              <a:gd name="textAreaTop" fmla="*/ 0 h 168840"/>
              <a:gd name="textAreaBottom" fmla="*/ 169200 h 168840"/>
            </a:gdLst>
            <a:ahLst/>
            <a:cxnLst/>
            <a:rect l="textAreaLeft" t="textAreaTop" r="textAreaRight" b="textAreaBottom"/>
            <a:pathLst>
              <a:path w="795" h="739">
                <a:moveTo>
                  <a:pt x="425" y="1"/>
                </a:moveTo>
                <a:cubicBezTo>
                  <a:pt x="395" y="1"/>
                  <a:pt x="376" y="7"/>
                  <a:pt x="376" y="7"/>
                </a:cubicBezTo>
                <a:cubicBezTo>
                  <a:pt x="376" y="7"/>
                  <a:pt x="405" y="7"/>
                  <a:pt x="448" y="22"/>
                </a:cubicBezTo>
                <a:cubicBezTo>
                  <a:pt x="506" y="36"/>
                  <a:pt x="578" y="79"/>
                  <a:pt x="636" y="152"/>
                </a:cubicBezTo>
                <a:cubicBezTo>
                  <a:pt x="679" y="224"/>
                  <a:pt x="737" y="325"/>
                  <a:pt x="723" y="441"/>
                </a:cubicBezTo>
                <a:cubicBezTo>
                  <a:pt x="708" y="542"/>
                  <a:pt x="592" y="643"/>
                  <a:pt x="477" y="672"/>
                </a:cubicBezTo>
                <a:cubicBezTo>
                  <a:pt x="446" y="682"/>
                  <a:pt x="415" y="686"/>
                  <a:pt x="385" y="686"/>
                </a:cubicBezTo>
                <a:cubicBezTo>
                  <a:pt x="284" y="686"/>
                  <a:pt x="189" y="637"/>
                  <a:pt x="145" y="571"/>
                </a:cubicBezTo>
                <a:cubicBezTo>
                  <a:pt x="87" y="469"/>
                  <a:pt x="87" y="368"/>
                  <a:pt x="116" y="282"/>
                </a:cubicBezTo>
                <a:cubicBezTo>
                  <a:pt x="130" y="180"/>
                  <a:pt x="173" y="137"/>
                  <a:pt x="217" y="94"/>
                </a:cubicBezTo>
                <a:cubicBezTo>
                  <a:pt x="275" y="65"/>
                  <a:pt x="289" y="36"/>
                  <a:pt x="289" y="36"/>
                </a:cubicBezTo>
                <a:lnTo>
                  <a:pt x="289" y="36"/>
                </a:lnTo>
                <a:cubicBezTo>
                  <a:pt x="289" y="36"/>
                  <a:pt x="260" y="36"/>
                  <a:pt x="173" y="65"/>
                </a:cubicBezTo>
                <a:cubicBezTo>
                  <a:pt x="130" y="79"/>
                  <a:pt x="72" y="152"/>
                  <a:pt x="29" y="238"/>
                </a:cubicBezTo>
                <a:cubicBezTo>
                  <a:pt x="0" y="325"/>
                  <a:pt x="0" y="455"/>
                  <a:pt x="72" y="585"/>
                </a:cubicBezTo>
                <a:cubicBezTo>
                  <a:pt x="130" y="690"/>
                  <a:pt x="263" y="738"/>
                  <a:pt x="388" y="738"/>
                </a:cubicBezTo>
                <a:cubicBezTo>
                  <a:pt x="419" y="738"/>
                  <a:pt x="449" y="735"/>
                  <a:pt x="477" y="730"/>
                </a:cubicBezTo>
                <a:cubicBezTo>
                  <a:pt x="636" y="715"/>
                  <a:pt x="766" y="585"/>
                  <a:pt x="780" y="441"/>
                </a:cubicBezTo>
                <a:cubicBezTo>
                  <a:pt x="795" y="310"/>
                  <a:pt x="737" y="180"/>
                  <a:pt x="665" y="108"/>
                </a:cubicBezTo>
                <a:cubicBezTo>
                  <a:pt x="592" y="36"/>
                  <a:pt x="520" y="7"/>
                  <a:pt x="477" y="7"/>
                </a:cubicBezTo>
                <a:cubicBezTo>
                  <a:pt x="458" y="2"/>
                  <a:pt x="440" y="1"/>
                  <a:pt x="425"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1" name="PlaceHolder 1"/>
          <p:cNvSpPr>
            <a:spLocks noGrp="1"/>
          </p:cNvSpPr>
          <p:nvPr>
            <p:ph type="title"/>
          </p:nvPr>
        </p:nvSpPr>
        <p:spPr>
          <a:xfrm>
            <a:off x="2124360" y="1089720"/>
            <a:ext cx="4894920" cy="159048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322" name="Google Shape;106;p9"/>
          <p:cNvSpPr/>
          <p:nvPr/>
        </p:nvSpPr>
        <p:spPr>
          <a:xfrm>
            <a:off x="-174240" y="-51840"/>
            <a:ext cx="3087000" cy="2400840"/>
          </a:xfrm>
          <a:custGeom>
            <a:avLst/>
            <a:gdLst>
              <a:gd name="textAreaLeft" fmla="*/ 0 w 3087000"/>
              <a:gd name="textAreaRight" fmla="*/ 3087360 w 3087000"/>
              <a:gd name="textAreaTop" fmla="*/ 0 h 2400840"/>
              <a:gd name="textAreaBottom" fmla="*/ 2401200 h 240084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323" name="Google Shape;107;p9"/>
          <p:cNvSpPr/>
          <p:nvPr/>
        </p:nvSpPr>
        <p:spPr>
          <a:xfrm>
            <a:off x="-356760" y="-248400"/>
            <a:ext cx="3087000" cy="2400840"/>
          </a:xfrm>
          <a:custGeom>
            <a:avLst/>
            <a:gdLst>
              <a:gd name="textAreaLeft" fmla="*/ 0 w 3087000"/>
              <a:gd name="textAreaRight" fmla="*/ 3087360 w 3087000"/>
              <a:gd name="textAreaTop" fmla="*/ 0 h 2400840"/>
              <a:gd name="textAreaBottom" fmla="*/ 2401200 h 240084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324" name="Google Shape;108;p9"/>
          <p:cNvSpPr/>
          <p:nvPr/>
        </p:nvSpPr>
        <p:spPr>
          <a:xfrm>
            <a:off x="-560160" y="-451800"/>
            <a:ext cx="3087000" cy="2400840"/>
          </a:xfrm>
          <a:custGeom>
            <a:avLst/>
            <a:gdLst>
              <a:gd name="textAreaLeft" fmla="*/ 0 w 3087000"/>
              <a:gd name="textAreaRight" fmla="*/ 3087360 w 3087000"/>
              <a:gd name="textAreaTop" fmla="*/ 0 h 2400840"/>
              <a:gd name="textAreaBottom" fmla="*/ 2401200 h 240084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325" name="Google Shape;109;p9"/>
          <p:cNvSpPr/>
          <p:nvPr/>
        </p:nvSpPr>
        <p:spPr>
          <a:xfrm flipH="1">
            <a:off x="6331680" y="-51840"/>
            <a:ext cx="3087000" cy="2400840"/>
          </a:xfrm>
          <a:custGeom>
            <a:avLst/>
            <a:gdLst>
              <a:gd name="textAreaLeft" fmla="*/ -360 w 3087000"/>
              <a:gd name="textAreaRight" fmla="*/ 3087000 w 3087000"/>
              <a:gd name="textAreaTop" fmla="*/ 0 h 2400840"/>
              <a:gd name="textAreaBottom" fmla="*/ 2401200 h 240084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326" name="Google Shape;110;p9"/>
          <p:cNvSpPr/>
          <p:nvPr/>
        </p:nvSpPr>
        <p:spPr>
          <a:xfrm flipH="1">
            <a:off x="6514200" y="-248400"/>
            <a:ext cx="3087000" cy="2400840"/>
          </a:xfrm>
          <a:custGeom>
            <a:avLst/>
            <a:gdLst>
              <a:gd name="textAreaLeft" fmla="*/ -360 w 3087000"/>
              <a:gd name="textAreaRight" fmla="*/ 3087000 w 3087000"/>
              <a:gd name="textAreaTop" fmla="*/ 0 h 2400840"/>
              <a:gd name="textAreaBottom" fmla="*/ 2401200 h 240084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327" name="Google Shape;111;p9"/>
          <p:cNvSpPr/>
          <p:nvPr/>
        </p:nvSpPr>
        <p:spPr>
          <a:xfrm flipH="1">
            <a:off x="6717600" y="-451800"/>
            <a:ext cx="3087000" cy="2400840"/>
          </a:xfrm>
          <a:custGeom>
            <a:avLst/>
            <a:gdLst>
              <a:gd name="textAreaLeft" fmla="*/ -360 w 3087000"/>
              <a:gd name="textAreaRight" fmla="*/ 3087000 w 3087000"/>
              <a:gd name="textAreaTop" fmla="*/ 0 h 2400840"/>
              <a:gd name="textAreaBottom" fmla="*/ 2401200 h 2400840"/>
            </a:gdLst>
            <a:ahLst/>
            <a:cxnLst/>
            <a:rect l="textAreaLeft" t="textAreaTop" r="textAreaRight" b="textAreaBottom"/>
            <a:pathLst>
              <a:path w="111703" h="86868">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a:solidFill>
              <a:srgbClr val="FFA35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328"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29" name="PlaceHolder 2"/>
          <p:cNvSpPr>
            <a:spLocks noGrp="1"/>
          </p:cNvSpPr>
          <p:nvPr>
            <p:ph type="title"/>
          </p:nvPr>
        </p:nvSpPr>
        <p:spPr>
          <a:xfrm>
            <a:off x="639720" y="3704040"/>
            <a:ext cx="3071520" cy="651600"/>
          </a:xfrm>
          <a:prstGeom prst="rect">
            <a:avLst/>
          </a:prstGeom>
          <a:solidFill>
            <a:schemeClr val="lt1"/>
          </a:solidFill>
          <a:ln w="0">
            <a:noFill/>
          </a:ln>
        </p:spPr>
        <p:txBody>
          <a:bodyPr lIns="91440" tIns="91440" rIns="91440" bIns="91440" anchor="t">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1" name="Google Shape;401;p32"/>
          <p:cNvGrpSpPr/>
          <p:nvPr/>
        </p:nvGrpSpPr>
        <p:grpSpPr>
          <a:xfrm>
            <a:off x="548640" y="772560"/>
            <a:ext cx="1674000" cy="2948400"/>
            <a:chOff x="548640" y="772560"/>
            <a:chExt cx="1674000" cy="2948400"/>
          </a:xfrm>
        </p:grpSpPr>
        <p:sp>
          <p:nvSpPr>
            <p:cNvPr id="332" name="Google Shape;402;p32"/>
            <p:cNvSpPr/>
            <p:nvPr/>
          </p:nvSpPr>
          <p:spPr>
            <a:xfrm>
              <a:off x="575280" y="804960"/>
              <a:ext cx="1638000" cy="2866320"/>
            </a:xfrm>
            <a:custGeom>
              <a:avLst/>
              <a:gdLst>
                <a:gd name="textAreaLeft" fmla="*/ 0 w 1638000"/>
                <a:gd name="textAreaRight" fmla="*/ 1638360 w 1638000"/>
                <a:gd name="textAreaTop" fmla="*/ 0 h 2866320"/>
                <a:gd name="textAreaBottom" fmla="*/ 2866680 h 2866320"/>
              </a:gdLst>
              <a:ahLst/>
              <a:cxnLst/>
              <a:rect l="textAreaLeft" t="textAreaTop" r="textAreaRight" b="textAreaBottom"/>
              <a:pathLst>
                <a:path w="26835" h="46950">
                  <a:moveTo>
                    <a:pt x="1" y="0"/>
                  </a:moveTo>
                  <a:lnTo>
                    <a:pt x="1" y="46949"/>
                  </a:lnTo>
                  <a:lnTo>
                    <a:pt x="26835" y="46949"/>
                  </a:lnTo>
                  <a:lnTo>
                    <a:pt x="26835" y="0"/>
                  </a:lnTo>
                  <a:close/>
                </a:path>
              </a:pathLst>
            </a:custGeom>
            <a:solidFill>
              <a:srgbClr val="FFFFFF">
                <a:alpha val="6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3" name="Google Shape;403;p32"/>
            <p:cNvSpPr/>
            <p:nvPr/>
          </p:nvSpPr>
          <p:spPr>
            <a:xfrm>
              <a:off x="548640" y="772560"/>
              <a:ext cx="1674000" cy="2948400"/>
            </a:xfrm>
            <a:custGeom>
              <a:avLst/>
              <a:gdLst>
                <a:gd name="textAreaLeft" fmla="*/ 0 w 1674000"/>
                <a:gd name="textAreaRight" fmla="*/ 1674360 w 1674000"/>
                <a:gd name="textAreaTop" fmla="*/ 0 h 2948400"/>
                <a:gd name="textAreaBottom" fmla="*/ 2948760 h 2948400"/>
              </a:gdLst>
              <a:ahLst/>
              <a:cxnLst/>
              <a:rect l="textAreaLeft" t="textAreaTop" r="textAreaRight" b="textAreaBottom"/>
              <a:pathLst>
                <a:path w="27421" h="48297">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34" name="Google Shape;404;p32"/>
          <p:cNvGrpSpPr/>
          <p:nvPr/>
        </p:nvGrpSpPr>
        <p:grpSpPr>
          <a:xfrm>
            <a:off x="2369160" y="737280"/>
            <a:ext cx="1674000" cy="2948400"/>
            <a:chOff x="2369160" y="737280"/>
            <a:chExt cx="1674000" cy="2948400"/>
          </a:xfrm>
        </p:grpSpPr>
        <p:sp>
          <p:nvSpPr>
            <p:cNvPr id="335" name="Google Shape;405;p32"/>
            <p:cNvSpPr/>
            <p:nvPr/>
          </p:nvSpPr>
          <p:spPr>
            <a:xfrm>
              <a:off x="2396160" y="798120"/>
              <a:ext cx="1638000" cy="2866320"/>
            </a:xfrm>
            <a:custGeom>
              <a:avLst/>
              <a:gdLst>
                <a:gd name="textAreaLeft" fmla="*/ 0 w 1638000"/>
                <a:gd name="textAreaRight" fmla="*/ 1638360 w 1638000"/>
                <a:gd name="textAreaTop" fmla="*/ 0 h 2866320"/>
                <a:gd name="textAreaBottom" fmla="*/ 2866680 h 2866320"/>
              </a:gdLst>
              <a:ahLst/>
              <a:cxnLst/>
              <a:rect l="textAreaLeft" t="textAreaTop" r="textAreaRight" b="textAreaBottom"/>
              <a:pathLst>
                <a:path w="26835" h="46950">
                  <a:moveTo>
                    <a:pt x="1" y="0"/>
                  </a:moveTo>
                  <a:lnTo>
                    <a:pt x="1" y="46949"/>
                  </a:lnTo>
                  <a:lnTo>
                    <a:pt x="26835" y="46949"/>
                  </a:lnTo>
                  <a:lnTo>
                    <a:pt x="26835" y="0"/>
                  </a:lnTo>
                  <a:close/>
                </a:path>
              </a:pathLst>
            </a:custGeom>
            <a:solidFill>
              <a:srgbClr val="FFFFFF">
                <a:alpha val="6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6" name="Google Shape;406;p32"/>
            <p:cNvSpPr/>
            <p:nvPr/>
          </p:nvSpPr>
          <p:spPr>
            <a:xfrm>
              <a:off x="2369160" y="737280"/>
              <a:ext cx="1674000" cy="2948400"/>
            </a:xfrm>
            <a:custGeom>
              <a:avLst/>
              <a:gdLst>
                <a:gd name="textAreaLeft" fmla="*/ 0 w 1674000"/>
                <a:gd name="textAreaRight" fmla="*/ 1674360 w 1674000"/>
                <a:gd name="textAreaTop" fmla="*/ 0 h 2948400"/>
                <a:gd name="textAreaBottom" fmla="*/ 2948760 h 2948400"/>
              </a:gdLst>
              <a:ahLst/>
              <a:cxnLst/>
              <a:rect l="textAreaLeft" t="textAreaTop" r="textAreaRight" b="textAreaBottom"/>
              <a:pathLst>
                <a:path w="27421" h="48297">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37" name="PlaceHolder 1"/>
          <p:cNvSpPr>
            <a:spLocks noGrp="1"/>
          </p:cNvSpPr>
          <p:nvPr>
            <p:ph type="subTitle"/>
          </p:nvPr>
        </p:nvSpPr>
        <p:spPr>
          <a:xfrm>
            <a:off x="4746118" y="3007023"/>
            <a:ext cx="3785990" cy="1063088"/>
          </a:xfrm>
          <a:prstGeom prst="rect">
            <a:avLst/>
          </a:prstGeom>
          <a:noFill/>
          <a:ln w="0">
            <a:noFill/>
          </a:ln>
        </p:spPr>
        <p:txBody>
          <a:bodyPr lIns="91440" tIns="91440" rIns="91440" bIns="91440" anchor="t">
            <a:normAutofit fontScale="62500" lnSpcReduction="20000"/>
          </a:bodyPr>
          <a:lstStyle/>
          <a:p>
            <a:pPr>
              <a:lnSpc>
                <a:spcPct val="100000"/>
              </a:lnSpc>
              <a:tabLst>
                <a:tab pos="0" algn="l"/>
              </a:tabLst>
            </a:pPr>
            <a:r>
              <a:rPr lang="en-US" sz="3200" b="0" u="none" strike="noStrike" dirty="0">
                <a:solidFill>
                  <a:schemeClr val="dk1"/>
                </a:solidFill>
                <a:effectLst/>
                <a:uFillTx/>
                <a:latin typeface="Karla"/>
                <a:ea typeface="Karla"/>
              </a:rPr>
              <a:t>Briefing on trends, drivers and growth recommendations</a:t>
            </a:r>
          </a:p>
          <a:p>
            <a:pPr>
              <a:lnSpc>
                <a:spcPct val="100000"/>
              </a:lnSpc>
              <a:tabLst>
                <a:tab pos="0" algn="l"/>
              </a:tabLst>
            </a:pPr>
            <a:endParaRPr lang="en-US" sz="1400" b="0" u="none" strike="noStrike" dirty="0">
              <a:solidFill>
                <a:srgbClr val="000000"/>
              </a:solidFill>
              <a:effectLst/>
              <a:uFillTx/>
              <a:latin typeface="OpenSymbol"/>
            </a:endParaRPr>
          </a:p>
          <a:p>
            <a:pPr>
              <a:lnSpc>
                <a:spcPct val="100000"/>
              </a:lnSpc>
              <a:tabLst>
                <a:tab pos="0" algn="l"/>
              </a:tabLst>
            </a:pPr>
            <a:r>
              <a:rPr lang="en-US" sz="1400" b="0" u="none" strike="noStrike" dirty="0">
                <a:solidFill>
                  <a:srgbClr val="000000"/>
                </a:solidFill>
                <a:effectLst/>
                <a:uFillTx/>
                <a:latin typeface="OpenSymbol"/>
              </a:rPr>
              <a:t>By Lungile Chirwa </a:t>
            </a:r>
          </a:p>
        </p:txBody>
      </p:sp>
      <p:grpSp>
        <p:nvGrpSpPr>
          <p:cNvPr id="338" name="Google Shape;408;p32"/>
          <p:cNvGrpSpPr/>
          <p:nvPr/>
        </p:nvGrpSpPr>
        <p:grpSpPr>
          <a:xfrm>
            <a:off x="3115080" y="1404360"/>
            <a:ext cx="475200" cy="456480"/>
            <a:chOff x="3115080" y="1404360"/>
            <a:chExt cx="475200" cy="456480"/>
          </a:xfrm>
        </p:grpSpPr>
        <p:sp>
          <p:nvSpPr>
            <p:cNvPr id="339" name="Google Shape;409;p32"/>
            <p:cNvSpPr/>
            <p:nvPr/>
          </p:nvSpPr>
          <p:spPr>
            <a:xfrm>
              <a:off x="3115080" y="1404360"/>
              <a:ext cx="475200" cy="418680"/>
            </a:xfrm>
            <a:custGeom>
              <a:avLst/>
              <a:gdLst>
                <a:gd name="textAreaLeft" fmla="*/ 0 w 475200"/>
                <a:gd name="textAreaRight" fmla="*/ 475560 w 475200"/>
                <a:gd name="textAreaTop" fmla="*/ 0 h 418680"/>
                <a:gd name="textAreaBottom" fmla="*/ 419040 h 418680"/>
              </a:gdLst>
              <a:ahLst/>
              <a:cxnLst/>
              <a:rect l="textAreaLeft" t="textAreaTop" r="textAreaRight" b="textAreaBottom"/>
              <a:pathLst>
                <a:path w="5945" h="5237">
                  <a:moveTo>
                    <a:pt x="2969" y="0"/>
                  </a:moveTo>
                  <a:cubicBezTo>
                    <a:pt x="2633" y="0"/>
                    <a:pt x="2291" y="65"/>
                    <a:pt x="1962" y="203"/>
                  </a:cubicBezTo>
                  <a:cubicBezTo>
                    <a:pt x="630" y="759"/>
                    <a:pt x="1" y="2296"/>
                    <a:pt x="557" y="3628"/>
                  </a:cubicBezTo>
                  <a:cubicBezTo>
                    <a:pt x="976" y="4632"/>
                    <a:pt x="1943" y="5236"/>
                    <a:pt x="2970" y="5236"/>
                  </a:cubicBezTo>
                  <a:cubicBezTo>
                    <a:pt x="3306" y="5236"/>
                    <a:pt x="3650" y="5171"/>
                    <a:pt x="3983" y="5034"/>
                  </a:cubicBezTo>
                  <a:cubicBezTo>
                    <a:pt x="5315" y="4477"/>
                    <a:pt x="5944" y="2940"/>
                    <a:pt x="5388" y="1608"/>
                  </a:cubicBezTo>
                  <a:cubicBezTo>
                    <a:pt x="4969" y="605"/>
                    <a:pt x="3994" y="0"/>
                    <a:pt x="2969"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0" name="Google Shape;410;p32"/>
            <p:cNvSpPr/>
            <p:nvPr/>
          </p:nvSpPr>
          <p:spPr>
            <a:xfrm>
              <a:off x="3175920" y="1766160"/>
              <a:ext cx="108720" cy="94680"/>
            </a:xfrm>
            <a:custGeom>
              <a:avLst/>
              <a:gdLst>
                <a:gd name="textAreaLeft" fmla="*/ 0 w 108720"/>
                <a:gd name="textAreaRight" fmla="*/ 109080 w 108720"/>
                <a:gd name="textAreaTop" fmla="*/ 0 h 94680"/>
                <a:gd name="textAreaBottom" fmla="*/ 95040 h 94680"/>
              </a:gdLst>
              <a:ahLst/>
              <a:cxnLst/>
              <a:rect l="textAreaLeft" t="textAreaTop" r="textAreaRight" b="textAreaBottom"/>
              <a:pathLst>
                <a:path w="1363" h="1187">
                  <a:moveTo>
                    <a:pt x="396" y="0"/>
                  </a:moveTo>
                  <a:lnTo>
                    <a:pt x="1" y="1186"/>
                  </a:lnTo>
                  <a:lnTo>
                    <a:pt x="1362" y="527"/>
                  </a:lnTo>
                  <a:lnTo>
                    <a:pt x="396"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1" name="Google Shape;411;p32"/>
            <p:cNvSpPr/>
            <p:nvPr/>
          </p:nvSpPr>
          <p:spPr>
            <a:xfrm>
              <a:off x="3283200" y="1509840"/>
              <a:ext cx="131760" cy="207360"/>
            </a:xfrm>
            <a:custGeom>
              <a:avLst/>
              <a:gdLst>
                <a:gd name="textAreaLeft" fmla="*/ 0 w 131760"/>
                <a:gd name="textAreaRight" fmla="*/ 132120 w 131760"/>
                <a:gd name="textAreaTop" fmla="*/ 0 h 207360"/>
                <a:gd name="textAreaBottom" fmla="*/ 207720 h 207360"/>
              </a:gdLst>
              <a:ahLst/>
              <a:cxnLst/>
              <a:rect l="textAreaLeft" t="textAreaTop" r="textAreaRight" b="textAreaBottom"/>
              <a:pathLst>
                <a:path w="1230" h="1933">
                  <a:moveTo>
                    <a:pt x="542" y="483"/>
                  </a:moveTo>
                  <a:lnTo>
                    <a:pt x="542" y="791"/>
                  </a:lnTo>
                  <a:cubicBezTo>
                    <a:pt x="498" y="776"/>
                    <a:pt x="439" y="732"/>
                    <a:pt x="425" y="717"/>
                  </a:cubicBezTo>
                  <a:cubicBezTo>
                    <a:pt x="410" y="703"/>
                    <a:pt x="395" y="659"/>
                    <a:pt x="395" y="630"/>
                  </a:cubicBezTo>
                  <a:cubicBezTo>
                    <a:pt x="395" y="571"/>
                    <a:pt x="410" y="542"/>
                    <a:pt x="425" y="512"/>
                  </a:cubicBezTo>
                  <a:cubicBezTo>
                    <a:pt x="439" y="498"/>
                    <a:pt x="483" y="483"/>
                    <a:pt x="542" y="483"/>
                  </a:cubicBezTo>
                  <a:close/>
                  <a:moveTo>
                    <a:pt x="630" y="1157"/>
                  </a:moveTo>
                  <a:cubicBezTo>
                    <a:pt x="688" y="1171"/>
                    <a:pt x="717" y="1215"/>
                    <a:pt x="761" y="1230"/>
                  </a:cubicBezTo>
                  <a:cubicBezTo>
                    <a:pt x="776" y="1244"/>
                    <a:pt x="791" y="1288"/>
                    <a:pt x="791" y="1318"/>
                  </a:cubicBezTo>
                  <a:cubicBezTo>
                    <a:pt x="791" y="1376"/>
                    <a:pt x="791" y="1391"/>
                    <a:pt x="761" y="1435"/>
                  </a:cubicBezTo>
                  <a:cubicBezTo>
                    <a:pt x="732" y="1464"/>
                    <a:pt x="703" y="1493"/>
                    <a:pt x="630" y="1493"/>
                  </a:cubicBezTo>
                  <a:lnTo>
                    <a:pt x="630" y="1157"/>
                  </a:lnTo>
                  <a:close/>
                  <a:moveTo>
                    <a:pt x="556" y="0"/>
                  </a:moveTo>
                  <a:lnTo>
                    <a:pt x="556" y="190"/>
                  </a:lnTo>
                  <a:cubicBezTo>
                    <a:pt x="469" y="190"/>
                    <a:pt x="366" y="205"/>
                    <a:pt x="278" y="249"/>
                  </a:cubicBezTo>
                  <a:cubicBezTo>
                    <a:pt x="190" y="278"/>
                    <a:pt x="132" y="322"/>
                    <a:pt x="73" y="395"/>
                  </a:cubicBezTo>
                  <a:cubicBezTo>
                    <a:pt x="29" y="468"/>
                    <a:pt x="0" y="542"/>
                    <a:pt x="0" y="630"/>
                  </a:cubicBezTo>
                  <a:cubicBezTo>
                    <a:pt x="0" y="717"/>
                    <a:pt x="44" y="805"/>
                    <a:pt x="73" y="864"/>
                  </a:cubicBezTo>
                  <a:cubicBezTo>
                    <a:pt x="117" y="922"/>
                    <a:pt x="176" y="952"/>
                    <a:pt x="249" y="996"/>
                  </a:cubicBezTo>
                  <a:cubicBezTo>
                    <a:pt x="322" y="1025"/>
                    <a:pt x="395" y="1054"/>
                    <a:pt x="498" y="1083"/>
                  </a:cubicBezTo>
                  <a:cubicBezTo>
                    <a:pt x="512" y="1083"/>
                    <a:pt x="542" y="1098"/>
                    <a:pt x="556" y="1098"/>
                  </a:cubicBezTo>
                  <a:lnTo>
                    <a:pt x="556" y="1449"/>
                  </a:lnTo>
                  <a:cubicBezTo>
                    <a:pt x="498" y="1435"/>
                    <a:pt x="469" y="1420"/>
                    <a:pt x="439" y="1376"/>
                  </a:cubicBezTo>
                  <a:cubicBezTo>
                    <a:pt x="410" y="1361"/>
                    <a:pt x="395" y="1318"/>
                    <a:pt x="395" y="1274"/>
                  </a:cubicBezTo>
                  <a:lnTo>
                    <a:pt x="0" y="1274"/>
                  </a:lnTo>
                  <a:cubicBezTo>
                    <a:pt x="29" y="1420"/>
                    <a:pt x="73" y="1523"/>
                    <a:pt x="176" y="1596"/>
                  </a:cubicBezTo>
                  <a:cubicBezTo>
                    <a:pt x="278" y="1684"/>
                    <a:pt x="395" y="1727"/>
                    <a:pt x="556" y="1742"/>
                  </a:cubicBezTo>
                  <a:lnTo>
                    <a:pt x="556" y="1932"/>
                  </a:lnTo>
                  <a:lnTo>
                    <a:pt x="644" y="1932"/>
                  </a:lnTo>
                  <a:lnTo>
                    <a:pt x="644" y="1757"/>
                  </a:lnTo>
                  <a:cubicBezTo>
                    <a:pt x="776" y="1757"/>
                    <a:pt x="864" y="1742"/>
                    <a:pt x="952" y="1713"/>
                  </a:cubicBezTo>
                  <a:cubicBezTo>
                    <a:pt x="1025" y="1669"/>
                    <a:pt x="1098" y="1610"/>
                    <a:pt x="1142" y="1537"/>
                  </a:cubicBezTo>
                  <a:cubicBezTo>
                    <a:pt x="1171" y="1464"/>
                    <a:pt x="1201" y="1391"/>
                    <a:pt x="1230" y="1274"/>
                  </a:cubicBezTo>
                  <a:cubicBezTo>
                    <a:pt x="1230" y="1171"/>
                    <a:pt x="1215" y="1083"/>
                    <a:pt x="1157" y="1025"/>
                  </a:cubicBezTo>
                  <a:cubicBezTo>
                    <a:pt x="1127" y="981"/>
                    <a:pt x="1069" y="937"/>
                    <a:pt x="996" y="908"/>
                  </a:cubicBezTo>
                  <a:cubicBezTo>
                    <a:pt x="922" y="878"/>
                    <a:pt x="849" y="849"/>
                    <a:pt x="732" y="805"/>
                  </a:cubicBezTo>
                  <a:lnTo>
                    <a:pt x="659" y="791"/>
                  </a:lnTo>
                  <a:lnTo>
                    <a:pt x="659" y="468"/>
                  </a:lnTo>
                  <a:cubicBezTo>
                    <a:pt x="703" y="483"/>
                    <a:pt x="732" y="498"/>
                    <a:pt x="761" y="512"/>
                  </a:cubicBezTo>
                  <a:cubicBezTo>
                    <a:pt x="776" y="556"/>
                    <a:pt x="791" y="586"/>
                    <a:pt x="791" y="630"/>
                  </a:cubicBezTo>
                  <a:lnTo>
                    <a:pt x="1201" y="630"/>
                  </a:lnTo>
                  <a:cubicBezTo>
                    <a:pt x="1171" y="498"/>
                    <a:pt x="1127" y="395"/>
                    <a:pt x="1025" y="322"/>
                  </a:cubicBezTo>
                  <a:cubicBezTo>
                    <a:pt x="922" y="249"/>
                    <a:pt x="805" y="205"/>
                    <a:pt x="644" y="190"/>
                  </a:cubicBezTo>
                  <a:lnTo>
                    <a:pt x="64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42" name="Google Shape;412;p32"/>
          <p:cNvGrpSpPr/>
          <p:nvPr/>
        </p:nvGrpSpPr>
        <p:grpSpPr>
          <a:xfrm>
            <a:off x="2104200" y="1920960"/>
            <a:ext cx="1592280" cy="2427120"/>
            <a:chOff x="2104200" y="1920960"/>
            <a:chExt cx="1592280" cy="2427120"/>
          </a:xfrm>
        </p:grpSpPr>
        <p:sp>
          <p:nvSpPr>
            <p:cNvPr id="343" name="Google Shape;413;p32"/>
            <p:cNvSpPr/>
            <p:nvPr/>
          </p:nvSpPr>
          <p:spPr>
            <a:xfrm>
              <a:off x="2460960" y="4259520"/>
              <a:ext cx="286560" cy="88560"/>
            </a:xfrm>
            <a:custGeom>
              <a:avLst/>
              <a:gdLst>
                <a:gd name="textAreaLeft" fmla="*/ 0 w 286560"/>
                <a:gd name="textAreaRight" fmla="*/ 286920 w 286560"/>
                <a:gd name="textAreaTop" fmla="*/ 0 h 88560"/>
                <a:gd name="textAreaBottom" fmla="*/ 88920 h 88560"/>
              </a:gdLst>
              <a:ahLst/>
              <a:cxnLst/>
              <a:rect l="textAreaLeft" t="textAreaTop" r="textAreaRight" b="textAreaBottom"/>
              <a:pathLst>
                <a:path w="5344" h="1655">
                  <a:moveTo>
                    <a:pt x="293" y="1"/>
                  </a:moveTo>
                  <a:lnTo>
                    <a:pt x="0" y="1655"/>
                  </a:lnTo>
                  <a:lnTo>
                    <a:pt x="4641" y="1655"/>
                  </a:lnTo>
                  <a:cubicBezTo>
                    <a:pt x="5344" y="1655"/>
                    <a:pt x="4099" y="1025"/>
                    <a:pt x="4099" y="1025"/>
                  </a:cubicBezTo>
                  <a:lnTo>
                    <a:pt x="4304"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4" name="Google Shape;414;p32"/>
            <p:cNvSpPr/>
            <p:nvPr/>
          </p:nvSpPr>
          <p:spPr>
            <a:xfrm>
              <a:off x="2765160" y="4259520"/>
              <a:ext cx="286560" cy="88560"/>
            </a:xfrm>
            <a:custGeom>
              <a:avLst/>
              <a:gdLst>
                <a:gd name="textAreaLeft" fmla="*/ 0 w 286560"/>
                <a:gd name="textAreaRight" fmla="*/ 286920 w 286560"/>
                <a:gd name="textAreaTop" fmla="*/ 0 h 88560"/>
                <a:gd name="textAreaBottom" fmla="*/ 88920 h 88560"/>
              </a:gdLst>
              <a:ahLst/>
              <a:cxnLst/>
              <a:rect l="textAreaLeft" t="textAreaTop" r="textAreaRight" b="textAreaBottom"/>
              <a:pathLst>
                <a:path w="5345" h="1655">
                  <a:moveTo>
                    <a:pt x="293" y="1"/>
                  </a:moveTo>
                  <a:lnTo>
                    <a:pt x="1" y="1655"/>
                  </a:lnTo>
                  <a:lnTo>
                    <a:pt x="4656" y="1655"/>
                  </a:lnTo>
                  <a:cubicBezTo>
                    <a:pt x="5344" y="1655"/>
                    <a:pt x="4100" y="1025"/>
                    <a:pt x="4100" y="1025"/>
                  </a:cubicBezTo>
                  <a:lnTo>
                    <a:pt x="4319"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5" name="Google Shape;415;p32"/>
            <p:cNvSpPr/>
            <p:nvPr/>
          </p:nvSpPr>
          <p:spPr>
            <a:xfrm>
              <a:off x="2435040" y="2800080"/>
              <a:ext cx="711000" cy="1504080"/>
            </a:xfrm>
            <a:custGeom>
              <a:avLst/>
              <a:gdLst>
                <a:gd name="textAreaLeft" fmla="*/ 0 w 711000"/>
                <a:gd name="textAreaRight" fmla="*/ 711360 w 711000"/>
                <a:gd name="textAreaTop" fmla="*/ 0 h 1504080"/>
                <a:gd name="textAreaBottom" fmla="*/ 1504440 h 1504080"/>
              </a:gdLst>
              <a:ahLst/>
              <a:cxnLst/>
              <a:rect l="textAreaLeft" t="textAreaTop" r="textAreaRight" b="textAreaBottom"/>
              <a:pathLst>
                <a:path w="13249" h="28021">
                  <a:moveTo>
                    <a:pt x="13249" y="0"/>
                  </a:moveTo>
                  <a:lnTo>
                    <a:pt x="4875" y="937"/>
                  </a:lnTo>
                  <a:lnTo>
                    <a:pt x="0" y="28020"/>
                  </a:lnTo>
                  <a:lnTo>
                    <a:pt x="4992" y="28020"/>
                  </a:lnTo>
                  <a:lnTo>
                    <a:pt x="9164" y="3894"/>
                  </a:lnTo>
                  <a:lnTo>
                    <a:pt x="5768" y="28020"/>
                  </a:lnTo>
                  <a:lnTo>
                    <a:pt x="10438" y="28020"/>
                  </a:lnTo>
                  <a:lnTo>
                    <a:pt x="13249"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6" name="Google Shape;416;p32"/>
            <p:cNvSpPr/>
            <p:nvPr/>
          </p:nvSpPr>
          <p:spPr>
            <a:xfrm>
              <a:off x="2563200" y="2876040"/>
              <a:ext cx="252000" cy="1409760"/>
            </a:xfrm>
            <a:custGeom>
              <a:avLst/>
              <a:gdLst>
                <a:gd name="textAreaLeft" fmla="*/ 0 w 252000"/>
                <a:gd name="textAreaRight" fmla="*/ 252360 w 252000"/>
                <a:gd name="textAreaTop" fmla="*/ 0 h 1409760"/>
                <a:gd name="textAreaBottom" fmla="*/ 1410120 h 1409760"/>
              </a:gdLst>
              <a:ahLst/>
              <a:cxnLst/>
              <a:rect l="textAreaLeft" t="textAreaTop" r="textAreaRight" b="textAreaBottom"/>
              <a:pathLst>
                <a:path w="4700" h="26264">
                  <a:moveTo>
                    <a:pt x="4685" y="0"/>
                  </a:moveTo>
                  <a:cubicBezTo>
                    <a:pt x="4641" y="0"/>
                    <a:pt x="3587" y="5885"/>
                    <a:pt x="2299" y="13132"/>
                  </a:cubicBezTo>
                  <a:cubicBezTo>
                    <a:pt x="1025" y="20378"/>
                    <a:pt x="0" y="26263"/>
                    <a:pt x="15" y="26263"/>
                  </a:cubicBezTo>
                  <a:cubicBezTo>
                    <a:pt x="15" y="26263"/>
                    <a:pt x="15" y="26263"/>
                    <a:pt x="15" y="26263"/>
                  </a:cubicBezTo>
                  <a:cubicBezTo>
                    <a:pt x="32" y="26263"/>
                    <a:pt x="1100" y="20398"/>
                    <a:pt x="2387" y="13146"/>
                  </a:cubicBezTo>
                  <a:cubicBezTo>
                    <a:pt x="3675" y="5900"/>
                    <a:pt x="4700" y="0"/>
                    <a:pt x="4685" y="0"/>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7" name="Google Shape;417;p32"/>
            <p:cNvSpPr/>
            <p:nvPr/>
          </p:nvSpPr>
          <p:spPr>
            <a:xfrm>
              <a:off x="2901240" y="2903760"/>
              <a:ext cx="97920" cy="1401120"/>
            </a:xfrm>
            <a:custGeom>
              <a:avLst/>
              <a:gdLst>
                <a:gd name="textAreaLeft" fmla="*/ 0 w 97920"/>
                <a:gd name="textAreaRight" fmla="*/ 98280 w 97920"/>
                <a:gd name="textAreaTop" fmla="*/ 0 h 1401120"/>
                <a:gd name="textAreaBottom" fmla="*/ 1401480 h 1401120"/>
              </a:gdLst>
              <a:ahLst/>
              <a:cxnLst/>
              <a:rect l="textAreaLeft" t="textAreaTop" r="textAreaRight" b="textAreaBottom"/>
              <a:pathLst>
                <a:path w="1831" h="26103">
                  <a:moveTo>
                    <a:pt x="1830" y="0"/>
                  </a:moveTo>
                  <a:cubicBezTo>
                    <a:pt x="1830" y="0"/>
                    <a:pt x="1801" y="44"/>
                    <a:pt x="1801" y="74"/>
                  </a:cubicBezTo>
                  <a:cubicBezTo>
                    <a:pt x="1801" y="132"/>
                    <a:pt x="1801" y="191"/>
                    <a:pt x="1786" y="279"/>
                  </a:cubicBezTo>
                  <a:cubicBezTo>
                    <a:pt x="1772" y="440"/>
                    <a:pt x="1757" y="703"/>
                    <a:pt x="1713" y="1025"/>
                  </a:cubicBezTo>
                  <a:cubicBezTo>
                    <a:pt x="1640" y="1684"/>
                    <a:pt x="1552" y="2636"/>
                    <a:pt x="1435" y="3821"/>
                  </a:cubicBezTo>
                  <a:cubicBezTo>
                    <a:pt x="1215" y="6193"/>
                    <a:pt x="952" y="9472"/>
                    <a:pt x="688" y="13074"/>
                  </a:cubicBezTo>
                  <a:cubicBezTo>
                    <a:pt x="439" y="16675"/>
                    <a:pt x="249" y="19954"/>
                    <a:pt x="147" y="22311"/>
                  </a:cubicBezTo>
                  <a:cubicBezTo>
                    <a:pt x="73" y="23482"/>
                    <a:pt x="30" y="24448"/>
                    <a:pt x="15" y="25107"/>
                  </a:cubicBezTo>
                  <a:cubicBezTo>
                    <a:pt x="15" y="25444"/>
                    <a:pt x="0" y="25693"/>
                    <a:pt x="0" y="25883"/>
                  </a:cubicBezTo>
                  <a:lnTo>
                    <a:pt x="0" y="26088"/>
                  </a:lnTo>
                  <a:lnTo>
                    <a:pt x="0" y="26103"/>
                  </a:lnTo>
                  <a:cubicBezTo>
                    <a:pt x="0" y="26044"/>
                    <a:pt x="15" y="25986"/>
                    <a:pt x="15" y="25898"/>
                  </a:cubicBezTo>
                  <a:cubicBezTo>
                    <a:pt x="15" y="25707"/>
                    <a:pt x="30" y="25459"/>
                    <a:pt x="44" y="25122"/>
                  </a:cubicBezTo>
                  <a:cubicBezTo>
                    <a:pt x="88" y="24463"/>
                    <a:pt x="147" y="23497"/>
                    <a:pt x="191" y="22326"/>
                  </a:cubicBezTo>
                  <a:cubicBezTo>
                    <a:pt x="322" y="19969"/>
                    <a:pt x="513" y="16689"/>
                    <a:pt x="762" y="13088"/>
                  </a:cubicBezTo>
                  <a:cubicBezTo>
                    <a:pt x="1025" y="9487"/>
                    <a:pt x="1289" y="6208"/>
                    <a:pt x="1494" y="3851"/>
                  </a:cubicBezTo>
                  <a:cubicBezTo>
                    <a:pt x="1581" y="2679"/>
                    <a:pt x="1684" y="1699"/>
                    <a:pt x="1728" y="1040"/>
                  </a:cubicBezTo>
                  <a:cubicBezTo>
                    <a:pt x="1772" y="718"/>
                    <a:pt x="1786" y="454"/>
                    <a:pt x="1801" y="279"/>
                  </a:cubicBezTo>
                  <a:cubicBezTo>
                    <a:pt x="1830" y="191"/>
                    <a:pt x="1830" y="132"/>
                    <a:pt x="1830" y="74"/>
                  </a:cubicBezTo>
                  <a:lnTo>
                    <a:pt x="1830" y="0"/>
                  </a:ln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8" name="Google Shape;418;p32"/>
            <p:cNvSpPr/>
            <p:nvPr/>
          </p:nvSpPr>
          <p:spPr>
            <a:xfrm>
              <a:off x="3542040" y="2518560"/>
              <a:ext cx="154440" cy="192240"/>
            </a:xfrm>
            <a:custGeom>
              <a:avLst/>
              <a:gdLst>
                <a:gd name="textAreaLeft" fmla="*/ 0 w 154440"/>
                <a:gd name="textAreaRight" fmla="*/ 154800 w 154440"/>
                <a:gd name="textAreaTop" fmla="*/ 0 h 192240"/>
                <a:gd name="textAreaBottom" fmla="*/ 192600 h 192240"/>
              </a:gdLst>
              <a:ahLst/>
              <a:cxnLst/>
              <a:rect l="textAreaLeft" t="textAreaTop" r="textAreaRight" b="textAreaBottom"/>
              <a:pathLst>
                <a:path w="2885" h="3586">
                  <a:moveTo>
                    <a:pt x="1021" y="1"/>
                  </a:moveTo>
                  <a:cubicBezTo>
                    <a:pt x="861" y="1"/>
                    <a:pt x="0" y="1421"/>
                    <a:pt x="0" y="1421"/>
                  </a:cubicBezTo>
                  <a:cubicBezTo>
                    <a:pt x="0" y="1421"/>
                    <a:pt x="619" y="3586"/>
                    <a:pt x="1018" y="3586"/>
                  </a:cubicBezTo>
                  <a:cubicBezTo>
                    <a:pt x="1036" y="3586"/>
                    <a:pt x="1053" y="3582"/>
                    <a:pt x="1069" y="3573"/>
                  </a:cubicBezTo>
                  <a:cubicBezTo>
                    <a:pt x="1069" y="3573"/>
                    <a:pt x="2606" y="2563"/>
                    <a:pt x="2679" y="2373"/>
                  </a:cubicBezTo>
                  <a:cubicBezTo>
                    <a:pt x="2702" y="2310"/>
                    <a:pt x="2641" y="2289"/>
                    <a:pt x="2546" y="2289"/>
                  </a:cubicBezTo>
                  <a:cubicBezTo>
                    <a:pt x="2330" y="2289"/>
                    <a:pt x="1933" y="2402"/>
                    <a:pt x="1933" y="2402"/>
                  </a:cubicBezTo>
                  <a:cubicBezTo>
                    <a:pt x="1933" y="2402"/>
                    <a:pt x="2738" y="2080"/>
                    <a:pt x="2811" y="1875"/>
                  </a:cubicBezTo>
                  <a:cubicBezTo>
                    <a:pt x="2832" y="1818"/>
                    <a:pt x="2754" y="1797"/>
                    <a:pt x="2630" y="1797"/>
                  </a:cubicBezTo>
                  <a:cubicBezTo>
                    <a:pt x="2313" y="1797"/>
                    <a:pt x="1699" y="1933"/>
                    <a:pt x="1699" y="1933"/>
                  </a:cubicBezTo>
                  <a:cubicBezTo>
                    <a:pt x="1699" y="1933"/>
                    <a:pt x="2884" y="1611"/>
                    <a:pt x="2811" y="1363"/>
                  </a:cubicBezTo>
                  <a:cubicBezTo>
                    <a:pt x="2788" y="1278"/>
                    <a:pt x="2636" y="1249"/>
                    <a:pt x="2440" y="1249"/>
                  </a:cubicBezTo>
                  <a:cubicBezTo>
                    <a:pt x="2027" y="1249"/>
                    <a:pt x="1420" y="1377"/>
                    <a:pt x="1420" y="1377"/>
                  </a:cubicBezTo>
                  <a:cubicBezTo>
                    <a:pt x="1420" y="1377"/>
                    <a:pt x="2753" y="997"/>
                    <a:pt x="2738" y="704"/>
                  </a:cubicBezTo>
                  <a:cubicBezTo>
                    <a:pt x="2735" y="640"/>
                    <a:pt x="2649" y="615"/>
                    <a:pt x="2516" y="615"/>
                  </a:cubicBezTo>
                  <a:cubicBezTo>
                    <a:pt x="2037" y="615"/>
                    <a:pt x="952" y="938"/>
                    <a:pt x="952" y="938"/>
                  </a:cubicBezTo>
                  <a:cubicBezTo>
                    <a:pt x="1259" y="499"/>
                    <a:pt x="1142" y="45"/>
                    <a:pt x="1025" y="1"/>
                  </a:cubicBezTo>
                  <a:cubicBezTo>
                    <a:pt x="1024" y="1"/>
                    <a:pt x="1022" y="1"/>
                    <a:pt x="1021" y="1"/>
                  </a:cubicBezTo>
                  <a:close/>
                </a:path>
              </a:pathLst>
            </a:custGeom>
            <a:solidFill>
              <a:srgbClr val="E4806A"/>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9" name="Google Shape;419;p32"/>
            <p:cNvSpPr/>
            <p:nvPr/>
          </p:nvSpPr>
          <p:spPr>
            <a:xfrm>
              <a:off x="3012840" y="2276280"/>
              <a:ext cx="604080" cy="604080"/>
            </a:xfrm>
            <a:custGeom>
              <a:avLst/>
              <a:gdLst>
                <a:gd name="textAreaLeft" fmla="*/ 0 w 604080"/>
                <a:gd name="textAreaRight" fmla="*/ 604440 w 604080"/>
                <a:gd name="textAreaTop" fmla="*/ 0 h 604080"/>
                <a:gd name="textAreaBottom" fmla="*/ 604440 h 604080"/>
              </a:gdLst>
              <a:ahLst/>
              <a:cxnLst/>
              <a:rect l="textAreaLeft" t="textAreaTop" r="textAreaRight" b="textAreaBottom"/>
              <a:pathLst>
                <a:path w="11258" h="11255">
                  <a:moveTo>
                    <a:pt x="1903" y="0"/>
                  </a:moveTo>
                  <a:lnTo>
                    <a:pt x="264" y="1244"/>
                  </a:lnTo>
                  <a:cubicBezTo>
                    <a:pt x="264" y="1244"/>
                    <a:pt x="0" y="5051"/>
                    <a:pt x="1362" y="8828"/>
                  </a:cubicBezTo>
                  <a:cubicBezTo>
                    <a:pt x="2035" y="10724"/>
                    <a:pt x="3206" y="11254"/>
                    <a:pt x="4319" y="11254"/>
                  </a:cubicBezTo>
                  <a:cubicBezTo>
                    <a:pt x="5431" y="11254"/>
                    <a:pt x="6485" y="10724"/>
                    <a:pt x="6925" y="10497"/>
                  </a:cubicBezTo>
                  <a:cubicBezTo>
                    <a:pt x="7803" y="10043"/>
                    <a:pt x="11258" y="8140"/>
                    <a:pt x="11258" y="8140"/>
                  </a:cubicBezTo>
                  <a:lnTo>
                    <a:pt x="9779" y="5783"/>
                  </a:lnTo>
                  <a:cubicBezTo>
                    <a:pt x="9779" y="5783"/>
                    <a:pt x="7642" y="6925"/>
                    <a:pt x="5197" y="7847"/>
                  </a:cubicBezTo>
                  <a:cubicBezTo>
                    <a:pt x="5169" y="7857"/>
                    <a:pt x="5140" y="7863"/>
                    <a:pt x="5111" y="7863"/>
                  </a:cubicBezTo>
                  <a:cubicBezTo>
                    <a:pt x="3963" y="7863"/>
                    <a:pt x="1903" y="0"/>
                    <a:pt x="190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0" name="Google Shape;420;p32"/>
            <p:cNvSpPr/>
            <p:nvPr/>
          </p:nvSpPr>
          <p:spPr>
            <a:xfrm>
              <a:off x="2669400" y="2224800"/>
              <a:ext cx="499680" cy="668880"/>
            </a:xfrm>
            <a:custGeom>
              <a:avLst/>
              <a:gdLst>
                <a:gd name="textAreaLeft" fmla="*/ 0 w 499680"/>
                <a:gd name="textAreaRight" fmla="*/ 500040 w 499680"/>
                <a:gd name="textAreaTop" fmla="*/ 0 h 668880"/>
                <a:gd name="textAreaBottom" fmla="*/ 669240 h 668880"/>
              </a:gdLst>
              <a:ahLst/>
              <a:cxnLst/>
              <a:rect l="textAreaLeft" t="textAreaTop" r="textAreaRight" b="textAreaBottom"/>
              <a:pathLst>
                <a:path w="9312" h="12463">
                  <a:moveTo>
                    <a:pt x="4580" y="1"/>
                  </a:moveTo>
                  <a:cubicBezTo>
                    <a:pt x="3653" y="1"/>
                    <a:pt x="2762" y="110"/>
                    <a:pt x="2197" y="335"/>
                  </a:cubicBezTo>
                  <a:cubicBezTo>
                    <a:pt x="2197" y="335"/>
                    <a:pt x="191" y="1169"/>
                    <a:pt x="1" y="3014"/>
                  </a:cubicBezTo>
                  <a:lnTo>
                    <a:pt x="1" y="7581"/>
                  </a:lnTo>
                  <a:lnTo>
                    <a:pt x="15" y="10802"/>
                  </a:lnTo>
                  <a:cubicBezTo>
                    <a:pt x="15" y="11329"/>
                    <a:pt x="454" y="11768"/>
                    <a:pt x="981" y="11797"/>
                  </a:cubicBezTo>
                  <a:cubicBezTo>
                    <a:pt x="2430" y="11826"/>
                    <a:pt x="4981" y="12462"/>
                    <a:pt x="6961" y="12462"/>
                  </a:cubicBezTo>
                  <a:cubicBezTo>
                    <a:pt x="7963" y="12462"/>
                    <a:pt x="8819" y="12299"/>
                    <a:pt x="9311" y="11812"/>
                  </a:cubicBezTo>
                  <a:lnTo>
                    <a:pt x="8418" y="6249"/>
                  </a:lnTo>
                  <a:lnTo>
                    <a:pt x="7701" y="525"/>
                  </a:lnTo>
                  <a:cubicBezTo>
                    <a:pt x="7011" y="180"/>
                    <a:pt x="5766" y="1"/>
                    <a:pt x="458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1" name="Google Shape;421;p32"/>
            <p:cNvSpPr/>
            <p:nvPr/>
          </p:nvSpPr>
          <p:spPr>
            <a:xfrm>
              <a:off x="2843280" y="1928880"/>
              <a:ext cx="270000" cy="341640"/>
            </a:xfrm>
            <a:custGeom>
              <a:avLst/>
              <a:gdLst>
                <a:gd name="textAreaLeft" fmla="*/ 0 w 270000"/>
                <a:gd name="textAreaRight" fmla="*/ 270360 w 270000"/>
                <a:gd name="textAreaTop" fmla="*/ 0 h 341640"/>
                <a:gd name="textAreaBottom" fmla="*/ 342000 h 341640"/>
              </a:gdLst>
              <a:ahLst/>
              <a:cxnLst/>
              <a:rect l="textAreaLeft" t="textAreaTop" r="textAreaRight" b="textAreaBottom"/>
              <a:pathLst>
                <a:path w="5037" h="6366">
                  <a:moveTo>
                    <a:pt x="2662" y="0"/>
                  </a:moveTo>
                  <a:cubicBezTo>
                    <a:pt x="1390" y="0"/>
                    <a:pt x="1333" y="586"/>
                    <a:pt x="1333" y="586"/>
                  </a:cubicBezTo>
                  <a:lnTo>
                    <a:pt x="1333" y="1596"/>
                  </a:lnTo>
                  <a:cubicBezTo>
                    <a:pt x="1333" y="1596"/>
                    <a:pt x="997" y="1358"/>
                    <a:pt x="679" y="1358"/>
                  </a:cubicBezTo>
                  <a:cubicBezTo>
                    <a:pt x="446" y="1358"/>
                    <a:pt x="222" y="1486"/>
                    <a:pt x="147" y="1933"/>
                  </a:cubicBezTo>
                  <a:cubicBezTo>
                    <a:pt x="1" y="2738"/>
                    <a:pt x="777" y="2899"/>
                    <a:pt x="777" y="2899"/>
                  </a:cubicBezTo>
                  <a:lnTo>
                    <a:pt x="601" y="5256"/>
                  </a:lnTo>
                  <a:cubicBezTo>
                    <a:pt x="587" y="5563"/>
                    <a:pt x="674" y="5886"/>
                    <a:pt x="894" y="6105"/>
                  </a:cubicBezTo>
                  <a:cubicBezTo>
                    <a:pt x="1097" y="6296"/>
                    <a:pt x="1327" y="6366"/>
                    <a:pt x="1555" y="6366"/>
                  </a:cubicBezTo>
                  <a:cubicBezTo>
                    <a:pt x="1905" y="6366"/>
                    <a:pt x="2251" y="6203"/>
                    <a:pt x="2490" y="6061"/>
                  </a:cubicBezTo>
                  <a:cubicBezTo>
                    <a:pt x="2665" y="5929"/>
                    <a:pt x="2782" y="5754"/>
                    <a:pt x="2782" y="5534"/>
                  </a:cubicBezTo>
                  <a:lnTo>
                    <a:pt x="2782" y="4905"/>
                  </a:lnTo>
                  <a:lnTo>
                    <a:pt x="3632" y="4905"/>
                  </a:lnTo>
                  <a:cubicBezTo>
                    <a:pt x="5037" y="4831"/>
                    <a:pt x="4788" y="396"/>
                    <a:pt x="4788" y="396"/>
                  </a:cubicBezTo>
                  <a:cubicBezTo>
                    <a:pt x="4788" y="57"/>
                    <a:pt x="4135" y="44"/>
                    <a:pt x="4039" y="44"/>
                  </a:cubicBezTo>
                  <a:cubicBezTo>
                    <a:pt x="4031" y="44"/>
                    <a:pt x="4027" y="44"/>
                    <a:pt x="4027" y="44"/>
                  </a:cubicBezTo>
                  <a:lnTo>
                    <a:pt x="2709" y="0"/>
                  </a:lnTo>
                  <a:cubicBezTo>
                    <a:pt x="2693" y="0"/>
                    <a:pt x="2678" y="0"/>
                    <a:pt x="2662" y="0"/>
                  </a:cubicBezTo>
                  <a:close/>
                </a:path>
              </a:pathLst>
            </a:custGeom>
            <a:solidFill>
              <a:srgbClr val="FFB18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2" name="Google Shape;422;p32"/>
            <p:cNvSpPr/>
            <p:nvPr/>
          </p:nvSpPr>
          <p:spPr>
            <a:xfrm>
              <a:off x="3043800" y="2040480"/>
              <a:ext cx="12960" cy="69480"/>
            </a:xfrm>
            <a:custGeom>
              <a:avLst/>
              <a:gdLst>
                <a:gd name="textAreaLeft" fmla="*/ 0 w 12960"/>
                <a:gd name="textAreaRight" fmla="*/ 13320 w 12960"/>
                <a:gd name="textAreaTop" fmla="*/ 0 h 69480"/>
                <a:gd name="textAreaBottom" fmla="*/ 69840 h 69480"/>
              </a:gdLst>
              <a:ahLst/>
              <a:cxnLst/>
              <a:rect l="textAreaLeft" t="textAreaTop" r="textAreaRight" b="textAreaBottom"/>
              <a:pathLst>
                <a:path w="249" h="1304">
                  <a:moveTo>
                    <a:pt x="205" y="0"/>
                  </a:moveTo>
                  <a:cubicBezTo>
                    <a:pt x="176" y="0"/>
                    <a:pt x="161" y="322"/>
                    <a:pt x="161" y="718"/>
                  </a:cubicBezTo>
                  <a:cubicBezTo>
                    <a:pt x="161" y="908"/>
                    <a:pt x="205" y="1113"/>
                    <a:pt x="146" y="1201"/>
                  </a:cubicBezTo>
                  <a:cubicBezTo>
                    <a:pt x="117" y="1230"/>
                    <a:pt x="88" y="1274"/>
                    <a:pt x="44" y="1274"/>
                  </a:cubicBezTo>
                  <a:cubicBezTo>
                    <a:pt x="15" y="1289"/>
                    <a:pt x="0" y="1289"/>
                    <a:pt x="0" y="1289"/>
                  </a:cubicBezTo>
                  <a:cubicBezTo>
                    <a:pt x="0" y="1289"/>
                    <a:pt x="15" y="1303"/>
                    <a:pt x="44" y="1303"/>
                  </a:cubicBezTo>
                  <a:cubicBezTo>
                    <a:pt x="88" y="1303"/>
                    <a:pt x="146" y="1274"/>
                    <a:pt x="205" y="1215"/>
                  </a:cubicBezTo>
                  <a:cubicBezTo>
                    <a:pt x="234" y="1171"/>
                    <a:pt x="249" y="1069"/>
                    <a:pt x="249" y="981"/>
                  </a:cubicBezTo>
                  <a:lnTo>
                    <a:pt x="249" y="703"/>
                  </a:lnTo>
                  <a:cubicBezTo>
                    <a:pt x="249" y="322"/>
                    <a:pt x="220" y="0"/>
                    <a:pt x="2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4920" bIns="34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3" name="Google Shape;423;p32"/>
            <p:cNvSpPr/>
            <p:nvPr/>
          </p:nvSpPr>
          <p:spPr>
            <a:xfrm>
              <a:off x="3001320" y="2042280"/>
              <a:ext cx="4320" cy="17640"/>
            </a:xfrm>
            <a:custGeom>
              <a:avLst/>
              <a:gdLst>
                <a:gd name="textAreaLeft" fmla="*/ 0 w 4320"/>
                <a:gd name="textAreaRight" fmla="*/ 4680 w 4320"/>
                <a:gd name="textAreaTop" fmla="*/ 0 h 17640"/>
                <a:gd name="textAreaBottom" fmla="*/ 18000 h 17640"/>
              </a:gdLst>
              <a:ahLst/>
              <a:cxnLst/>
              <a:rect l="textAreaLeft" t="textAreaTop" r="textAreaRight" b="textAreaBottom"/>
              <a:pathLst>
                <a:path w="89" h="338">
                  <a:moveTo>
                    <a:pt x="44" y="1"/>
                  </a:moveTo>
                  <a:cubicBezTo>
                    <a:pt x="15" y="1"/>
                    <a:pt x="0" y="74"/>
                    <a:pt x="0" y="162"/>
                  </a:cubicBezTo>
                  <a:cubicBezTo>
                    <a:pt x="0" y="264"/>
                    <a:pt x="44" y="337"/>
                    <a:pt x="59" y="337"/>
                  </a:cubicBezTo>
                  <a:cubicBezTo>
                    <a:pt x="74" y="337"/>
                    <a:pt x="88" y="264"/>
                    <a:pt x="88" y="162"/>
                  </a:cubicBezTo>
                  <a:cubicBezTo>
                    <a:pt x="88" y="74"/>
                    <a:pt x="59" y="1"/>
                    <a:pt x="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4" name="Google Shape;424;p32"/>
            <p:cNvSpPr/>
            <p:nvPr/>
          </p:nvSpPr>
          <p:spPr>
            <a:xfrm>
              <a:off x="3079080" y="2041200"/>
              <a:ext cx="4320" cy="16920"/>
            </a:xfrm>
            <a:custGeom>
              <a:avLst/>
              <a:gdLst>
                <a:gd name="textAreaLeft" fmla="*/ 0 w 4320"/>
                <a:gd name="textAreaRight" fmla="*/ 4680 w 4320"/>
                <a:gd name="textAreaTop" fmla="*/ 0 h 16920"/>
                <a:gd name="textAreaBottom" fmla="*/ 17280 h 16920"/>
              </a:gdLst>
              <a:ahLst/>
              <a:cxnLst/>
              <a:rect l="textAreaLeft" t="textAreaTop" r="textAreaRight" b="textAreaBottom"/>
              <a:pathLst>
                <a:path w="89" h="323">
                  <a:moveTo>
                    <a:pt x="30" y="1"/>
                  </a:moveTo>
                  <a:cubicBezTo>
                    <a:pt x="15" y="1"/>
                    <a:pt x="1" y="74"/>
                    <a:pt x="1" y="162"/>
                  </a:cubicBezTo>
                  <a:cubicBezTo>
                    <a:pt x="1" y="250"/>
                    <a:pt x="30" y="323"/>
                    <a:pt x="59" y="323"/>
                  </a:cubicBezTo>
                  <a:cubicBezTo>
                    <a:pt x="74" y="323"/>
                    <a:pt x="89" y="250"/>
                    <a:pt x="89" y="162"/>
                  </a:cubicBezTo>
                  <a:cubicBezTo>
                    <a:pt x="89" y="74"/>
                    <a:pt x="59" y="1"/>
                    <a:pt x="3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5" name="Google Shape;425;p32"/>
            <p:cNvSpPr/>
            <p:nvPr/>
          </p:nvSpPr>
          <p:spPr>
            <a:xfrm>
              <a:off x="2950920" y="2166480"/>
              <a:ext cx="42120" cy="73440"/>
            </a:xfrm>
            <a:custGeom>
              <a:avLst/>
              <a:gdLst>
                <a:gd name="textAreaLeft" fmla="*/ 0 w 42120"/>
                <a:gd name="textAreaRight" fmla="*/ 42480 w 42120"/>
                <a:gd name="textAreaTop" fmla="*/ 0 h 73440"/>
                <a:gd name="textAreaBottom" fmla="*/ 73800 h 73440"/>
              </a:gdLst>
              <a:ahLst/>
              <a:cxnLst/>
              <a:rect l="textAreaLeft" t="textAreaTop" r="textAreaRight" b="textAreaBottom"/>
              <a:pathLst>
                <a:path w="792" h="1377">
                  <a:moveTo>
                    <a:pt x="30" y="1"/>
                  </a:moveTo>
                  <a:lnTo>
                    <a:pt x="30" y="1"/>
                  </a:lnTo>
                  <a:cubicBezTo>
                    <a:pt x="1" y="235"/>
                    <a:pt x="1" y="484"/>
                    <a:pt x="74" y="718"/>
                  </a:cubicBezTo>
                  <a:cubicBezTo>
                    <a:pt x="147" y="967"/>
                    <a:pt x="293" y="1186"/>
                    <a:pt x="513" y="1289"/>
                  </a:cubicBezTo>
                  <a:cubicBezTo>
                    <a:pt x="586" y="1333"/>
                    <a:pt x="718" y="1377"/>
                    <a:pt x="718" y="1377"/>
                  </a:cubicBezTo>
                  <a:cubicBezTo>
                    <a:pt x="718" y="1362"/>
                    <a:pt x="762" y="1216"/>
                    <a:pt x="762" y="1201"/>
                  </a:cubicBezTo>
                  <a:cubicBezTo>
                    <a:pt x="791" y="952"/>
                    <a:pt x="791" y="762"/>
                    <a:pt x="762" y="469"/>
                  </a:cubicBezTo>
                  <a:cubicBezTo>
                    <a:pt x="469" y="396"/>
                    <a:pt x="206" y="220"/>
                    <a:pt x="30" y="1"/>
                  </a:cubicBezTo>
                  <a:close/>
                </a:path>
              </a:pathLst>
            </a:custGeom>
            <a:solidFill>
              <a:srgbClr val="BA6136">
                <a:alpha val="25000"/>
              </a:srgbClr>
            </a:solidFill>
            <a:ln w="0">
              <a:noFill/>
            </a:ln>
          </p:spPr>
          <p:style>
            <a:lnRef idx="0">
              <a:scrgbClr r="0" g="0" b="0"/>
            </a:lnRef>
            <a:fillRef idx="0">
              <a:scrgbClr r="0" g="0" b="0"/>
            </a:fillRef>
            <a:effectRef idx="0">
              <a:scrgbClr r="0" g="0" b="0"/>
            </a:effectRef>
            <a:fontRef idx="minor"/>
          </p:style>
          <p:txBody>
            <a:bodyPr tIns="36720" bIns="36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6" name="Google Shape;426;p32"/>
            <p:cNvSpPr/>
            <p:nvPr/>
          </p:nvSpPr>
          <p:spPr>
            <a:xfrm>
              <a:off x="2873160" y="2022480"/>
              <a:ext cx="34920" cy="46800"/>
            </a:xfrm>
            <a:custGeom>
              <a:avLst/>
              <a:gdLst>
                <a:gd name="textAreaLeft" fmla="*/ 0 w 34920"/>
                <a:gd name="textAreaRight" fmla="*/ 35280 w 34920"/>
                <a:gd name="textAreaTop" fmla="*/ 0 h 46800"/>
                <a:gd name="textAreaBottom" fmla="*/ 47160 h 46800"/>
              </a:gdLst>
              <a:ahLst/>
              <a:cxnLst/>
              <a:rect l="textAreaLeft" t="textAreaTop" r="textAreaRight" b="textAreaBottom"/>
              <a:pathLst>
                <a:path w="660" h="879">
                  <a:moveTo>
                    <a:pt x="88" y="1"/>
                  </a:moveTo>
                  <a:cubicBezTo>
                    <a:pt x="88" y="15"/>
                    <a:pt x="132" y="44"/>
                    <a:pt x="234" y="88"/>
                  </a:cubicBezTo>
                  <a:cubicBezTo>
                    <a:pt x="292" y="127"/>
                    <a:pt x="355" y="177"/>
                    <a:pt x="413" y="257"/>
                  </a:cubicBezTo>
                  <a:lnTo>
                    <a:pt x="413" y="257"/>
                  </a:lnTo>
                  <a:cubicBezTo>
                    <a:pt x="395" y="249"/>
                    <a:pt x="375" y="241"/>
                    <a:pt x="352" y="235"/>
                  </a:cubicBezTo>
                  <a:cubicBezTo>
                    <a:pt x="333" y="231"/>
                    <a:pt x="315" y="229"/>
                    <a:pt x="297" y="229"/>
                  </a:cubicBezTo>
                  <a:cubicBezTo>
                    <a:pt x="243" y="229"/>
                    <a:pt x="191" y="246"/>
                    <a:pt x="147" y="279"/>
                  </a:cubicBezTo>
                  <a:cubicBezTo>
                    <a:pt x="103" y="308"/>
                    <a:pt x="59" y="367"/>
                    <a:pt x="44" y="425"/>
                  </a:cubicBezTo>
                  <a:cubicBezTo>
                    <a:pt x="0" y="528"/>
                    <a:pt x="44" y="645"/>
                    <a:pt x="103" y="718"/>
                  </a:cubicBezTo>
                  <a:cubicBezTo>
                    <a:pt x="191" y="864"/>
                    <a:pt x="293" y="879"/>
                    <a:pt x="293" y="879"/>
                  </a:cubicBezTo>
                  <a:cubicBezTo>
                    <a:pt x="322" y="879"/>
                    <a:pt x="234" y="820"/>
                    <a:pt x="147" y="689"/>
                  </a:cubicBezTo>
                  <a:cubicBezTo>
                    <a:pt x="117" y="615"/>
                    <a:pt x="103" y="542"/>
                    <a:pt x="132" y="454"/>
                  </a:cubicBezTo>
                  <a:cubicBezTo>
                    <a:pt x="145" y="376"/>
                    <a:pt x="229" y="320"/>
                    <a:pt x="309" y="320"/>
                  </a:cubicBezTo>
                  <a:cubicBezTo>
                    <a:pt x="319" y="320"/>
                    <a:pt x="328" y="321"/>
                    <a:pt x="337" y="323"/>
                  </a:cubicBezTo>
                  <a:cubicBezTo>
                    <a:pt x="410" y="352"/>
                    <a:pt x="469" y="381"/>
                    <a:pt x="513" y="425"/>
                  </a:cubicBezTo>
                  <a:lnTo>
                    <a:pt x="659" y="513"/>
                  </a:lnTo>
                  <a:lnTo>
                    <a:pt x="600" y="367"/>
                  </a:lnTo>
                  <a:cubicBezTo>
                    <a:pt x="498" y="176"/>
                    <a:pt x="381" y="88"/>
                    <a:pt x="264" y="44"/>
                  </a:cubicBezTo>
                  <a:cubicBezTo>
                    <a:pt x="147" y="1"/>
                    <a:pt x="88" y="1"/>
                    <a:pt x="8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7" name="Google Shape;427;p32"/>
            <p:cNvSpPr/>
            <p:nvPr/>
          </p:nvSpPr>
          <p:spPr>
            <a:xfrm>
              <a:off x="3004200" y="2118240"/>
              <a:ext cx="36720" cy="20520"/>
            </a:xfrm>
            <a:custGeom>
              <a:avLst/>
              <a:gdLst>
                <a:gd name="textAreaLeft" fmla="*/ 0 w 36720"/>
                <a:gd name="textAreaRight" fmla="*/ 37080 w 36720"/>
                <a:gd name="textAreaTop" fmla="*/ 0 h 20520"/>
                <a:gd name="textAreaBottom" fmla="*/ 20880 h 20520"/>
              </a:gdLst>
              <a:ahLst/>
              <a:cxnLst/>
              <a:rect l="textAreaLeft" t="textAreaTop" r="textAreaRight" b="textAreaBottom"/>
              <a:pathLst>
                <a:path w="689" h="391">
                  <a:moveTo>
                    <a:pt x="2" y="1"/>
                  </a:moveTo>
                  <a:cubicBezTo>
                    <a:pt x="1" y="1"/>
                    <a:pt x="1" y="1"/>
                    <a:pt x="0" y="2"/>
                  </a:cubicBezTo>
                  <a:cubicBezTo>
                    <a:pt x="0" y="2"/>
                    <a:pt x="0" y="60"/>
                    <a:pt x="29" y="133"/>
                  </a:cubicBezTo>
                  <a:cubicBezTo>
                    <a:pt x="73" y="206"/>
                    <a:pt x="161" y="280"/>
                    <a:pt x="264" y="338"/>
                  </a:cubicBezTo>
                  <a:cubicBezTo>
                    <a:pt x="342" y="377"/>
                    <a:pt x="426" y="390"/>
                    <a:pt x="496" y="390"/>
                  </a:cubicBezTo>
                  <a:cubicBezTo>
                    <a:pt x="530" y="390"/>
                    <a:pt x="561" y="387"/>
                    <a:pt x="586" y="382"/>
                  </a:cubicBezTo>
                  <a:cubicBezTo>
                    <a:pt x="659" y="353"/>
                    <a:pt x="688" y="338"/>
                    <a:pt x="688" y="324"/>
                  </a:cubicBezTo>
                  <a:cubicBezTo>
                    <a:pt x="673" y="280"/>
                    <a:pt x="498" y="338"/>
                    <a:pt x="307" y="250"/>
                  </a:cubicBezTo>
                  <a:cubicBezTo>
                    <a:pt x="110" y="180"/>
                    <a:pt x="21" y="1"/>
                    <a:pt x="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8" name="Google Shape;428;p32"/>
            <p:cNvSpPr/>
            <p:nvPr/>
          </p:nvSpPr>
          <p:spPr>
            <a:xfrm>
              <a:off x="2997360" y="2115360"/>
              <a:ext cx="11520" cy="11160"/>
            </a:xfrm>
            <a:custGeom>
              <a:avLst/>
              <a:gdLst>
                <a:gd name="textAreaLeft" fmla="*/ 0 w 11520"/>
                <a:gd name="textAreaRight" fmla="*/ 11880 w 11520"/>
                <a:gd name="textAreaTop" fmla="*/ 0 h 11160"/>
                <a:gd name="textAreaBottom" fmla="*/ 11520 h 11160"/>
              </a:gdLst>
              <a:ahLst/>
              <a:cxnLst/>
              <a:rect l="textAreaLeft" t="textAreaTop" r="textAreaRight" b="textAreaBottom"/>
              <a:pathLst>
                <a:path w="220" h="217">
                  <a:moveTo>
                    <a:pt x="184" y="1"/>
                  </a:moveTo>
                  <a:cubicBezTo>
                    <a:pt x="154" y="1"/>
                    <a:pt x="111" y="11"/>
                    <a:pt x="73" y="39"/>
                  </a:cubicBezTo>
                  <a:cubicBezTo>
                    <a:pt x="0" y="112"/>
                    <a:pt x="0" y="215"/>
                    <a:pt x="15" y="215"/>
                  </a:cubicBezTo>
                  <a:cubicBezTo>
                    <a:pt x="18" y="216"/>
                    <a:pt x="21" y="217"/>
                    <a:pt x="24" y="217"/>
                  </a:cubicBezTo>
                  <a:cubicBezTo>
                    <a:pt x="51" y="217"/>
                    <a:pt x="80" y="164"/>
                    <a:pt x="132" y="112"/>
                  </a:cubicBezTo>
                  <a:cubicBezTo>
                    <a:pt x="191" y="83"/>
                    <a:pt x="220" y="24"/>
                    <a:pt x="220" y="10"/>
                  </a:cubicBezTo>
                  <a:cubicBezTo>
                    <a:pt x="215" y="4"/>
                    <a:pt x="201" y="1"/>
                    <a:pt x="18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9" name="Google Shape;429;p32"/>
            <p:cNvSpPr/>
            <p:nvPr/>
          </p:nvSpPr>
          <p:spPr>
            <a:xfrm>
              <a:off x="2909160" y="1920960"/>
              <a:ext cx="200160" cy="92880"/>
            </a:xfrm>
            <a:custGeom>
              <a:avLst/>
              <a:gdLst>
                <a:gd name="textAreaLeft" fmla="*/ 0 w 200160"/>
                <a:gd name="textAreaRight" fmla="*/ 200520 w 200160"/>
                <a:gd name="textAreaTop" fmla="*/ 0 h 92880"/>
                <a:gd name="textAreaBottom" fmla="*/ 93240 h 92880"/>
              </a:gdLst>
              <a:ahLst/>
              <a:cxnLst/>
              <a:rect l="textAreaLeft" t="textAreaTop" r="textAreaRight" b="textAreaBottom"/>
              <a:pathLst>
                <a:path w="3734" h="1734">
                  <a:moveTo>
                    <a:pt x="1025" y="0"/>
                  </a:moveTo>
                  <a:cubicBezTo>
                    <a:pt x="733" y="0"/>
                    <a:pt x="411" y="29"/>
                    <a:pt x="220" y="220"/>
                  </a:cubicBezTo>
                  <a:cubicBezTo>
                    <a:pt x="1" y="439"/>
                    <a:pt x="15" y="791"/>
                    <a:pt x="30" y="1098"/>
                  </a:cubicBezTo>
                  <a:cubicBezTo>
                    <a:pt x="30" y="1274"/>
                    <a:pt x="45" y="1464"/>
                    <a:pt x="191" y="1581"/>
                  </a:cubicBezTo>
                  <a:cubicBezTo>
                    <a:pt x="264" y="1654"/>
                    <a:pt x="381" y="1669"/>
                    <a:pt x="469" y="1684"/>
                  </a:cubicBezTo>
                  <a:cubicBezTo>
                    <a:pt x="608" y="1714"/>
                    <a:pt x="755" y="1733"/>
                    <a:pt x="900" y="1733"/>
                  </a:cubicBezTo>
                  <a:cubicBezTo>
                    <a:pt x="1029" y="1733"/>
                    <a:pt x="1157" y="1718"/>
                    <a:pt x="1274" y="1684"/>
                  </a:cubicBezTo>
                  <a:cubicBezTo>
                    <a:pt x="1524" y="1600"/>
                    <a:pt x="1748" y="1411"/>
                    <a:pt x="1795" y="1167"/>
                  </a:cubicBezTo>
                  <a:lnTo>
                    <a:pt x="1795" y="1167"/>
                  </a:lnTo>
                  <a:cubicBezTo>
                    <a:pt x="1772" y="1334"/>
                    <a:pt x="1776" y="1523"/>
                    <a:pt x="1831" y="1713"/>
                  </a:cubicBezTo>
                  <a:cubicBezTo>
                    <a:pt x="1960" y="1493"/>
                    <a:pt x="2090" y="1295"/>
                    <a:pt x="2219" y="1100"/>
                  </a:cubicBezTo>
                  <a:lnTo>
                    <a:pt x="2219" y="1100"/>
                  </a:lnTo>
                  <a:cubicBezTo>
                    <a:pt x="2150" y="1246"/>
                    <a:pt x="2188" y="1438"/>
                    <a:pt x="2299" y="1537"/>
                  </a:cubicBezTo>
                  <a:cubicBezTo>
                    <a:pt x="2418" y="1656"/>
                    <a:pt x="2596" y="1715"/>
                    <a:pt x="2758" y="1715"/>
                  </a:cubicBezTo>
                  <a:cubicBezTo>
                    <a:pt x="2776" y="1715"/>
                    <a:pt x="2794" y="1714"/>
                    <a:pt x="2811" y="1713"/>
                  </a:cubicBezTo>
                  <a:cubicBezTo>
                    <a:pt x="3002" y="1684"/>
                    <a:pt x="3514" y="1566"/>
                    <a:pt x="3675" y="1493"/>
                  </a:cubicBezTo>
                  <a:lnTo>
                    <a:pt x="3734" y="834"/>
                  </a:lnTo>
                  <a:cubicBezTo>
                    <a:pt x="3734" y="512"/>
                    <a:pt x="3514" y="249"/>
                    <a:pt x="3192" y="176"/>
                  </a:cubicBezTo>
                  <a:cubicBezTo>
                    <a:pt x="3090" y="132"/>
                    <a:pt x="2972" y="132"/>
                    <a:pt x="2885" y="117"/>
                  </a:cubicBezTo>
                  <a:cubicBezTo>
                    <a:pt x="2270" y="44"/>
                    <a:pt x="1640" y="0"/>
                    <a:pt x="10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0" name="Google Shape;430;p32"/>
            <p:cNvSpPr/>
            <p:nvPr/>
          </p:nvSpPr>
          <p:spPr>
            <a:xfrm>
              <a:off x="2890440" y="2224800"/>
              <a:ext cx="15480" cy="14760"/>
            </a:xfrm>
            <a:custGeom>
              <a:avLst/>
              <a:gdLst>
                <a:gd name="textAreaLeft" fmla="*/ 0 w 15480"/>
                <a:gd name="textAreaRight" fmla="*/ 15840 w 15480"/>
                <a:gd name="textAreaTop" fmla="*/ 0 h 14760"/>
                <a:gd name="textAreaBottom" fmla="*/ 15120 h 14760"/>
              </a:gdLst>
              <a:ahLst/>
              <a:cxnLst/>
              <a:rect l="textAreaLeft" t="textAreaTop" r="textAreaRight" b="textAreaBottom"/>
              <a:pathLst>
                <a:path w="294" h="283">
                  <a:moveTo>
                    <a:pt x="25" y="1"/>
                  </a:moveTo>
                  <a:cubicBezTo>
                    <a:pt x="21" y="1"/>
                    <a:pt x="17" y="3"/>
                    <a:pt x="15" y="8"/>
                  </a:cubicBezTo>
                  <a:cubicBezTo>
                    <a:pt x="0" y="8"/>
                    <a:pt x="15" y="95"/>
                    <a:pt x="103" y="183"/>
                  </a:cubicBezTo>
                  <a:cubicBezTo>
                    <a:pt x="158" y="249"/>
                    <a:pt x="229" y="282"/>
                    <a:pt x="267" y="282"/>
                  </a:cubicBezTo>
                  <a:cubicBezTo>
                    <a:pt x="280" y="282"/>
                    <a:pt x="289" y="278"/>
                    <a:pt x="293" y="271"/>
                  </a:cubicBezTo>
                  <a:cubicBezTo>
                    <a:pt x="293" y="242"/>
                    <a:pt x="235" y="183"/>
                    <a:pt x="161" y="125"/>
                  </a:cubicBezTo>
                  <a:cubicBezTo>
                    <a:pt x="99" y="63"/>
                    <a:pt x="48" y="1"/>
                    <a:pt x="25" y="1"/>
                  </a:cubicBezTo>
                  <a:close/>
                </a:path>
              </a:pathLst>
            </a:custGeom>
            <a:solidFill>
              <a:srgbClr val="FFA35A"/>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431;p32"/>
            <p:cNvSpPr/>
            <p:nvPr/>
          </p:nvSpPr>
          <p:spPr>
            <a:xfrm>
              <a:off x="2149200" y="2326680"/>
              <a:ext cx="663120" cy="462240"/>
            </a:xfrm>
            <a:custGeom>
              <a:avLst/>
              <a:gdLst>
                <a:gd name="textAreaLeft" fmla="*/ 0 w 663120"/>
                <a:gd name="textAreaRight" fmla="*/ 663480 w 663120"/>
                <a:gd name="textAreaTop" fmla="*/ 0 h 462240"/>
                <a:gd name="textAreaBottom" fmla="*/ 462600 h 462240"/>
              </a:gdLst>
              <a:ahLst/>
              <a:cxnLst/>
              <a:rect l="textAreaLeft" t="textAreaTop" r="textAreaRight" b="textAreaBottom"/>
              <a:pathLst>
                <a:path w="12357" h="8616">
                  <a:moveTo>
                    <a:pt x="9955" y="0"/>
                  </a:moveTo>
                  <a:cubicBezTo>
                    <a:pt x="9955" y="0"/>
                    <a:pt x="7035" y="5008"/>
                    <a:pt x="5938" y="5008"/>
                  </a:cubicBezTo>
                  <a:cubicBezTo>
                    <a:pt x="5863" y="5008"/>
                    <a:pt x="5796" y="4985"/>
                    <a:pt x="5739" y="4934"/>
                  </a:cubicBezTo>
                  <a:cubicBezTo>
                    <a:pt x="3792" y="3177"/>
                    <a:pt x="2240" y="1332"/>
                    <a:pt x="2240" y="1332"/>
                  </a:cubicBezTo>
                  <a:lnTo>
                    <a:pt x="0" y="2972"/>
                  </a:lnTo>
                  <a:cubicBezTo>
                    <a:pt x="0" y="2972"/>
                    <a:pt x="2533" y="5988"/>
                    <a:pt x="3177" y="6749"/>
                  </a:cubicBezTo>
                  <a:cubicBezTo>
                    <a:pt x="3593" y="7242"/>
                    <a:pt x="4832" y="8615"/>
                    <a:pt x="6384" y="8615"/>
                  </a:cubicBezTo>
                  <a:cubicBezTo>
                    <a:pt x="7183" y="8615"/>
                    <a:pt x="8064" y="8252"/>
                    <a:pt x="8960" y="7217"/>
                  </a:cubicBezTo>
                  <a:cubicBezTo>
                    <a:pt x="11595" y="4187"/>
                    <a:pt x="12356" y="1552"/>
                    <a:pt x="12356" y="1552"/>
                  </a:cubicBezTo>
                  <a:lnTo>
                    <a:pt x="9955"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2" name="Google Shape;432;p32"/>
            <p:cNvSpPr/>
            <p:nvPr/>
          </p:nvSpPr>
          <p:spPr>
            <a:xfrm>
              <a:off x="2104200" y="2292840"/>
              <a:ext cx="173520" cy="206280"/>
            </a:xfrm>
            <a:custGeom>
              <a:avLst/>
              <a:gdLst>
                <a:gd name="textAreaLeft" fmla="*/ 0 w 173520"/>
                <a:gd name="textAreaRight" fmla="*/ 173880 w 173520"/>
                <a:gd name="textAreaTop" fmla="*/ 0 h 206280"/>
                <a:gd name="textAreaBottom" fmla="*/ 206640 h 206280"/>
              </a:gdLst>
              <a:ahLst/>
              <a:cxnLst/>
              <a:rect l="textAreaLeft" t="textAreaTop" r="textAreaRight" b="textAreaBottom"/>
              <a:pathLst>
                <a:path w="3237" h="3851">
                  <a:moveTo>
                    <a:pt x="903" y="0"/>
                  </a:moveTo>
                  <a:cubicBezTo>
                    <a:pt x="872" y="0"/>
                    <a:pt x="849" y="11"/>
                    <a:pt x="835" y="33"/>
                  </a:cubicBezTo>
                  <a:cubicBezTo>
                    <a:pt x="660" y="311"/>
                    <a:pt x="1816" y="1394"/>
                    <a:pt x="1816" y="1394"/>
                  </a:cubicBezTo>
                  <a:cubicBezTo>
                    <a:pt x="1816" y="1394"/>
                    <a:pt x="851" y="629"/>
                    <a:pt x="514" y="629"/>
                  </a:cubicBezTo>
                  <a:cubicBezTo>
                    <a:pt x="476" y="629"/>
                    <a:pt x="445" y="640"/>
                    <a:pt x="425" y="662"/>
                  </a:cubicBezTo>
                  <a:cubicBezTo>
                    <a:pt x="220" y="882"/>
                    <a:pt x="1245" y="1819"/>
                    <a:pt x="1245" y="1819"/>
                  </a:cubicBezTo>
                  <a:cubicBezTo>
                    <a:pt x="1245" y="1819"/>
                    <a:pt x="402" y="1135"/>
                    <a:pt x="193" y="1135"/>
                  </a:cubicBezTo>
                  <a:cubicBezTo>
                    <a:pt x="165" y="1135"/>
                    <a:pt x="149" y="1147"/>
                    <a:pt x="147" y="1175"/>
                  </a:cubicBezTo>
                  <a:cubicBezTo>
                    <a:pt x="133" y="1409"/>
                    <a:pt x="747" y="2156"/>
                    <a:pt x="747" y="2156"/>
                  </a:cubicBezTo>
                  <a:cubicBezTo>
                    <a:pt x="747" y="2156"/>
                    <a:pt x="240" y="1689"/>
                    <a:pt x="70" y="1689"/>
                  </a:cubicBezTo>
                  <a:cubicBezTo>
                    <a:pt x="38" y="1689"/>
                    <a:pt x="18" y="1706"/>
                    <a:pt x="15" y="1746"/>
                  </a:cubicBezTo>
                  <a:cubicBezTo>
                    <a:pt x="1" y="1980"/>
                    <a:pt x="1011" y="3795"/>
                    <a:pt x="1011" y="3795"/>
                  </a:cubicBezTo>
                  <a:cubicBezTo>
                    <a:pt x="1041" y="3833"/>
                    <a:pt x="1084" y="3850"/>
                    <a:pt x="1137" y="3850"/>
                  </a:cubicBezTo>
                  <a:cubicBezTo>
                    <a:pt x="1667" y="3850"/>
                    <a:pt x="3236" y="2185"/>
                    <a:pt x="3236" y="2185"/>
                  </a:cubicBezTo>
                  <a:cubicBezTo>
                    <a:pt x="3236" y="2185"/>
                    <a:pt x="3090" y="252"/>
                    <a:pt x="2943" y="223"/>
                  </a:cubicBezTo>
                  <a:cubicBezTo>
                    <a:pt x="2936" y="221"/>
                    <a:pt x="2929" y="220"/>
                    <a:pt x="2920" y="220"/>
                  </a:cubicBezTo>
                  <a:cubicBezTo>
                    <a:pt x="2764" y="220"/>
                    <a:pt x="2449" y="619"/>
                    <a:pt x="2519" y="1204"/>
                  </a:cubicBezTo>
                  <a:cubicBezTo>
                    <a:pt x="2519" y="1204"/>
                    <a:pt x="1242" y="0"/>
                    <a:pt x="903" y="0"/>
                  </a:cubicBezTo>
                  <a:close/>
                </a:path>
              </a:pathLst>
            </a:custGeom>
            <a:solidFill>
              <a:srgbClr val="FFB18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3" name="Google Shape;433;p32"/>
            <p:cNvSpPr/>
            <p:nvPr/>
          </p:nvSpPr>
          <p:spPr>
            <a:xfrm>
              <a:off x="2547720" y="2229480"/>
              <a:ext cx="289080" cy="916920"/>
            </a:xfrm>
            <a:custGeom>
              <a:avLst/>
              <a:gdLst>
                <a:gd name="textAreaLeft" fmla="*/ 0 w 289080"/>
                <a:gd name="textAreaRight" fmla="*/ 289440 w 289080"/>
                <a:gd name="textAreaTop" fmla="*/ 0 h 916920"/>
                <a:gd name="textAreaBottom" fmla="*/ 917280 h 916920"/>
              </a:gdLst>
              <a:ahLst/>
              <a:cxnLst/>
              <a:rect l="textAreaLeft" t="textAreaTop" r="textAreaRight" b="textAreaBottom"/>
              <a:pathLst>
                <a:path w="5388" h="17081">
                  <a:moveTo>
                    <a:pt x="5233" y="0"/>
                  </a:moveTo>
                  <a:cubicBezTo>
                    <a:pt x="4395" y="0"/>
                    <a:pt x="3397" y="831"/>
                    <a:pt x="3397" y="845"/>
                  </a:cubicBezTo>
                  <a:cubicBezTo>
                    <a:pt x="2972" y="1138"/>
                    <a:pt x="2738" y="1533"/>
                    <a:pt x="2562" y="1840"/>
                  </a:cubicBezTo>
                  <a:lnTo>
                    <a:pt x="1" y="17080"/>
                  </a:lnTo>
                  <a:lnTo>
                    <a:pt x="1" y="17080"/>
                  </a:lnTo>
                  <a:lnTo>
                    <a:pt x="3002" y="17065"/>
                  </a:lnTo>
                  <a:lnTo>
                    <a:pt x="5388" y="10"/>
                  </a:lnTo>
                  <a:cubicBezTo>
                    <a:pt x="5337" y="3"/>
                    <a:pt x="5285" y="0"/>
                    <a:pt x="523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4" name="Google Shape;434;p32"/>
            <p:cNvSpPr/>
            <p:nvPr/>
          </p:nvSpPr>
          <p:spPr>
            <a:xfrm>
              <a:off x="3011400" y="2229840"/>
              <a:ext cx="218160" cy="902880"/>
            </a:xfrm>
            <a:custGeom>
              <a:avLst/>
              <a:gdLst>
                <a:gd name="textAreaLeft" fmla="*/ 0 w 218160"/>
                <a:gd name="textAreaRight" fmla="*/ 218520 w 218160"/>
                <a:gd name="textAreaTop" fmla="*/ 0 h 902880"/>
                <a:gd name="textAreaBottom" fmla="*/ 903240 h 902880"/>
              </a:gdLst>
              <a:ahLst/>
              <a:cxnLst/>
              <a:rect l="textAreaLeft" t="textAreaTop" r="textAreaRight" b="textAreaBottom"/>
              <a:pathLst>
                <a:path w="4071" h="16823">
                  <a:moveTo>
                    <a:pt x="58" y="1"/>
                  </a:moveTo>
                  <a:cubicBezTo>
                    <a:pt x="39" y="1"/>
                    <a:pt x="20" y="1"/>
                    <a:pt x="1" y="1"/>
                  </a:cubicBezTo>
                  <a:lnTo>
                    <a:pt x="821" y="16822"/>
                  </a:lnTo>
                  <a:lnTo>
                    <a:pt x="4071" y="16500"/>
                  </a:lnTo>
                  <a:lnTo>
                    <a:pt x="1948" y="880"/>
                  </a:lnTo>
                  <a:cubicBezTo>
                    <a:pt x="1933" y="865"/>
                    <a:pt x="1210" y="1"/>
                    <a:pt x="58"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5" name="Google Shape;435;p32"/>
            <p:cNvSpPr/>
            <p:nvPr/>
          </p:nvSpPr>
          <p:spPr>
            <a:xfrm>
              <a:off x="2745720" y="2229840"/>
              <a:ext cx="90720" cy="316080"/>
            </a:xfrm>
            <a:custGeom>
              <a:avLst/>
              <a:gdLst>
                <a:gd name="textAreaLeft" fmla="*/ 0 w 90720"/>
                <a:gd name="textAreaRight" fmla="*/ 91080 w 90720"/>
                <a:gd name="textAreaTop" fmla="*/ 0 h 316080"/>
                <a:gd name="textAreaBottom" fmla="*/ 316440 h 316080"/>
              </a:gdLst>
              <a:ahLst/>
              <a:cxnLst/>
              <a:rect l="textAreaLeft" t="textAreaTop" r="textAreaRight" b="textAreaBottom"/>
              <a:pathLst>
                <a:path w="1699" h="5893">
                  <a:moveTo>
                    <a:pt x="1699" y="0"/>
                  </a:moveTo>
                  <a:cubicBezTo>
                    <a:pt x="1699" y="1"/>
                    <a:pt x="1" y="3163"/>
                    <a:pt x="235" y="4041"/>
                  </a:cubicBezTo>
                  <a:cubicBezTo>
                    <a:pt x="487" y="4880"/>
                    <a:pt x="778" y="5892"/>
                    <a:pt x="842" y="5892"/>
                  </a:cubicBezTo>
                  <a:cubicBezTo>
                    <a:pt x="845" y="5892"/>
                    <a:pt x="848" y="5890"/>
                    <a:pt x="850" y="5885"/>
                  </a:cubicBezTo>
                  <a:cubicBezTo>
                    <a:pt x="879" y="5812"/>
                    <a:pt x="1699" y="1"/>
                    <a:pt x="1699" y="0"/>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6" name="Google Shape;436;p32"/>
            <p:cNvSpPr/>
            <p:nvPr/>
          </p:nvSpPr>
          <p:spPr>
            <a:xfrm>
              <a:off x="3011400" y="2229840"/>
              <a:ext cx="105840" cy="301680"/>
            </a:xfrm>
            <a:custGeom>
              <a:avLst/>
              <a:gdLst>
                <a:gd name="textAreaLeft" fmla="*/ 0 w 105840"/>
                <a:gd name="textAreaRight" fmla="*/ 106200 w 105840"/>
                <a:gd name="textAreaTop" fmla="*/ 0 h 301680"/>
                <a:gd name="textAreaBottom" fmla="*/ 302040 h 301680"/>
              </a:gdLst>
              <a:ahLst/>
              <a:cxnLst/>
              <a:rect l="textAreaLeft" t="textAreaTop" r="textAreaRight" b="textAreaBottom"/>
              <a:pathLst>
                <a:path w="1978" h="5622">
                  <a:moveTo>
                    <a:pt x="1" y="0"/>
                  </a:moveTo>
                  <a:lnTo>
                    <a:pt x="264" y="5622"/>
                  </a:lnTo>
                  <a:cubicBezTo>
                    <a:pt x="1977" y="3353"/>
                    <a:pt x="1" y="1"/>
                    <a:pt x="1" y="0"/>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7" name="Google Shape;437;p32"/>
            <p:cNvSpPr/>
            <p:nvPr/>
          </p:nvSpPr>
          <p:spPr>
            <a:xfrm>
              <a:off x="3124440" y="2406240"/>
              <a:ext cx="71280" cy="479160"/>
            </a:xfrm>
            <a:custGeom>
              <a:avLst/>
              <a:gdLst>
                <a:gd name="textAreaLeft" fmla="*/ 0 w 71280"/>
                <a:gd name="textAreaRight" fmla="*/ 71640 w 71280"/>
                <a:gd name="textAreaTop" fmla="*/ 0 h 479160"/>
                <a:gd name="textAreaBottom" fmla="*/ 479520 h 479160"/>
              </a:gdLst>
              <a:ahLst/>
              <a:cxnLst/>
              <a:rect l="textAreaLeft" t="textAreaTop" r="textAreaRight" b="textAreaBottom"/>
              <a:pathLst>
                <a:path w="1334" h="8931">
                  <a:moveTo>
                    <a:pt x="1" y="1"/>
                  </a:moveTo>
                  <a:cubicBezTo>
                    <a:pt x="1" y="1"/>
                    <a:pt x="1" y="30"/>
                    <a:pt x="30" y="103"/>
                  </a:cubicBezTo>
                  <a:cubicBezTo>
                    <a:pt x="30" y="176"/>
                    <a:pt x="45" y="249"/>
                    <a:pt x="59" y="367"/>
                  </a:cubicBezTo>
                  <a:cubicBezTo>
                    <a:pt x="103" y="601"/>
                    <a:pt x="162" y="923"/>
                    <a:pt x="220" y="1318"/>
                  </a:cubicBezTo>
                  <a:cubicBezTo>
                    <a:pt x="367" y="2123"/>
                    <a:pt x="557" y="3236"/>
                    <a:pt x="733" y="4466"/>
                  </a:cubicBezTo>
                  <a:cubicBezTo>
                    <a:pt x="923" y="5710"/>
                    <a:pt x="1070" y="6823"/>
                    <a:pt x="1157" y="7628"/>
                  </a:cubicBezTo>
                  <a:cubicBezTo>
                    <a:pt x="1201" y="8008"/>
                    <a:pt x="1231" y="8330"/>
                    <a:pt x="1275" y="8579"/>
                  </a:cubicBezTo>
                  <a:cubicBezTo>
                    <a:pt x="1289" y="8667"/>
                    <a:pt x="1289" y="8755"/>
                    <a:pt x="1304" y="8828"/>
                  </a:cubicBezTo>
                  <a:cubicBezTo>
                    <a:pt x="1304" y="8887"/>
                    <a:pt x="1333" y="8931"/>
                    <a:pt x="1333" y="8931"/>
                  </a:cubicBezTo>
                  <a:lnTo>
                    <a:pt x="1333" y="8828"/>
                  </a:lnTo>
                  <a:cubicBezTo>
                    <a:pt x="1333" y="8755"/>
                    <a:pt x="1304" y="8682"/>
                    <a:pt x="1304" y="8579"/>
                  </a:cubicBezTo>
                  <a:cubicBezTo>
                    <a:pt x="1289" y="8330"/>
                    <a:pt x="1260" y="8008"/>
                    <a:pt x="1216" y="7613"/>
                  </a:cubicBezTo>
                  <a:cubicBezTo>
                    <a:pt x="1128" y="6808"/>
                    <a:pt x="996" y="5666"/>
                    <a:pt x="821" y="4436"/>
                  </a:cubicBezTo>
                  <a:cubicBezTo>
                    <a:pt x="630" y="3221"/>
                    <a:pt x="455" y="2094"/>
                    <a:pt x="279" y="1289"/>
                  </a:cubicBezTo>
                  <a:cubicBezTo>
                    <a:pt x="191" y="894"/>
                    <a:pt x="133" y="557"/>
                    <a:pt x="89" y="337"/>
                  </a:cubicBezTo>
                  <a:cubicBezTo>
                    <a:pt x="59" y="235"/>
                    <a:pt x="45" y="162"/>
                    <a:pt x="30" y="88"/>
                  </a:cubicBezTo>
                  <a:cubicBezTo>
                    <a:pt x="30" y="30"/>
                    <a:pt x="1" y="1"/>
                    <a:pt x="1" y="1"/>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8" name="Google Shape;438;p32"/>
            <p:cNvSpPr/>
            <p:nvPr/>
          </p:nvSpPr>
          <p:spPr>
            <a:xfrm>
              <a:off x="2599560" y="2413800"/>
              <a:ext cx="91800" cy="417240"/>
            </a:xfrm>
            <a:custGeom>
              <a:avLst/>
              <a:gdLst>
                <a:gd name="textAreaLeft" fmla="*/ 0 w 91800"/>
                <a:gd name="textAreaRight" fmla="*/ 92160 w 91800"/>
                <a:gd name="textAreaTop" fmla="*/ 0 h 417240"/>
                <a:gd name="textAreaBottom" fmla="*/ 417600 h 417240"/>
              </a:gdLst>
              <a:ahLst/>
              <a:cxnLst/>
              <a:rect l="textAreaLeft" t="textAreaTop" r="textAreaRight" b="textAreaBottom"/>
              <a:pathLst>
                <a:path w="1714" h="7775">
                  <a:moveTo>
                    <a:pt x="1714" y="0"/>
                  </a:moveTo>
                  <a:lnTo>
                    <a:pt x="1714" y="0"/>
                  </a:lnTo>
                  <a:cubicBezTo>
                    <a:pt x="1714" y="0"/>
                    <a:pt x="1699" y="103"/>
                    <a:pt x="1611" y="249"/>
                  </a:cubicBezTo>
                  <a:cubicBezTo>
                    <a:pt x="1567" y="468"/>
                    <a:pt x="1523" y="747"/>
                    <a:pt x="1450" y="1098"/>
                  </a:cubicBezTo>
                  <a:cubicBezTo>
                    <a:pt x="1318" y="1801"/>
                    <a:pt x="1099" y="2782"/>
                    <a:pt x="864" y="3850"/>
                  </a:cubicBezTo>
                  <a:cubicBezTo>
                    <a:pt x="616" y="4934"/>
                    <a:pt x="396" y="5900"/>
                    <a:pt x="235" y="6617"/>
                  </a:cubicBezTo>
                  <a:cubicBezTo>
                    <a:pt x="162" y="6968"/>
                    <a:pt x="103" y="7232"/>
                    <a:pt x="59" y="7452"/>
                  </a:cubicBezTo>
                  <a:cubicBezTo>
                    <a:pt x="15" y="7656"/>
                    <a:pt x="1" y="7774"/>
                    <a:pt x="1" y="7774"/>
                  </a:cubicBezTo>
                  <a:cubicBezTo>
                    <a:pt x="1" y="7775"/>
                    <a:pt x="1" y="7775"/>
                    <a:pt x="1" y="7775"/>
                  </a:cubicBezTo>
                  <a:cubicBezTo>
                    <a:pt x="5" y="7775"/>
                    <a:pt x="34" y="7673"/>
                    <a:pt x="89" y="7481"/>
                  </a:cubicBezTo>
                  <a:cubicBezTo>
                    <a:pt x="147" y="7276"/>
                    <a:pt x="220" y="6998"/>
                    <a:pt x="308" y="6661"/>
                  </a:cubicBezTo>
                  <a:cubicBezTo>
                    <a:pt x="498" y="5958"/>
                    <a:pt x="733" y="4992"/>
                    <a:pt x="967" y="3909"/>
                  </a:cubicBezTo>
                  <a:cubicBezTo>
                    <a:pt x="1201" y="2855"/>
                    <a:pt x="1406" y="1859"/>
                    <a:pt x="1538" y="1142"/>
                  </a:cubicBezTo>
                  <a:cubicBezTo>
                    <a:pt x="1611" y="805"/>
                    <a:pt x="1640" y="512"/>
                    <a:pt x="1684" y="307"/>
                  </a:cubicBezTo>
                  <a:cubicBezTo>
                    <a:pt x="1714" y="103"/>
                    <a:pt x="1714" y="0"/>
                    <a:pt x="1714" y="0"/>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9" name="Google Shape;439;p32"/>
            <p:cNvSpPr/>
            <p:nvPr/>
          </p:nvSpPr>
          <p:spPr>
            <a:xfrm>
              <a:off x="2596320" y="2887920"/>
              <a:ext cx="111960" cy="193320"/>
            </a:xfrm>
            <a:custGeom>
              <a:avLst/>
              <a:gdLst>
                <a:gd name="textAreaLeft" fmla="*/ 0 w 111960"/>
                <a:gd name="textAreaRight" fmla="*/ 112320 w 111960"/>
                <a:gd name="textAreaTop" fmla="*/ 0 h 193320"/>
                <a:gd name="textAreaBottom" fmla="*/ 193680 h 193320"/>
              </a:gdLst>
              <a:ahLst/>
              <a:cxnLst/>
              <a:rect l="textAreaLeft" t="textAreaTop" r="textAreaRight" b="textAreaBottom"/>
              <a:pathLst>
                <a:path w="2094" h="3607">
                  <a:moveTo>
                    <a:pt x="513" y="250"/>
                  </a:moveTo>
                  <a:cubicBezTo>
                    <a:pt x="502" y="250"/>
                    <a:pt x="499" y="256"/>
                    <a:pt x="508" y="290"/>
                  </a:cubicBezTo>
                  <a:lnTo>
                    <a:pt x="508" y="290"/>
                  </a:lnTo>
                  <a:cubicBezTo>
                    <a:pt x="513" y="263"/>
                    <a:pt x="513" y="250"/>
                    <a:pt x="513" y="250"/>
                  </a:cubicBezTo>
                  <a:close/>
                  <a:moveTo>
                    <a:pt x="508" y="290"/>
                  </a:moveTo>
                  <a:cubicBezTo>
                    <a:pt x="506" y="303"/>
                    <a:pt x="503" y="318"/>
                    <a:pt x="498" y="337"/>
                  </a:cubicBezTo>
                  <a:cubicBezTo>
                    <a:pt x="483" y="411"/>
                    <a:pt x="454" y="498"/>
                    <a:pt x="439" y="586"/>
                  </a:cubicBezTo>
                  <a:cubicBezTo>
                    <a:pt x="401" y="729"/>
                    <a:pt x="357" y="920"/>
                    <a:pt x="311" y="1145"/>
                  </a:cubicBezTo>
                  <a:lnTo>
                    <a:pt x="311" y="1145"/>
                  </a:lnTo>
                  <a:cubicBezTo>
                    <a:pt x="361" y="927"/>
                    <a:pt x="408" y="740"/>
                    <a:pt x="454" y="601"/>
                  </a:cubicBezTo>
                  <a:cubicBezTo>
                    <a:pt x="498" y="498"/>
                    <a:pt x="513" y="411"/>
                    <a:pt x="527" y="352"/>
                  </a:cubicBezTo>
                  <a:cubicBezTo>
                    <a:pt x="518" y="325"/>
                    <a:pt x="512" y="305"/>
                    <a:pt x="508" y="290"/>
                  </a:cubicBezTo>
                  <a:close/>
                  <a:moveTo>
                    <a:pt x="2094" y="1"/>
                  </a:moveTo>
                  <a:lnTo>
                    <a:pt x="2035" y="15"/>
                  </a:lnTo>
                  <a:cubicBezTo>
                    <a:pt x="1581" y="118"/>
                    <a:pt x="1215" y="206"/>
                    <a:pt x="937" y="264"/>
                  </a:cubicBezTo>
                  <a:cubicBezTo>
                    <a:pt x="820" y="293"/>
                    <a:pt x="717" y="308"/>
                    <a:pt x="644" y="337"/>
                  </a:cubicBezTo>
                  <a:cubicBezTo>
                    <a:pt x="571" y="352"/>
                    <a:pt x="527" y="367"/>
                    <a:pt x="527" y="367"/>
                  </a:cubicBezTo>
                  <a:cubicBezTo>
                    <a:pt x="527" y="367"/>
                    <a:pt x="571" y="367"/>
                    <a:pt x="644" y="352"/>
                  </a:cubicBezTo>
                  <a:cubicBezTo>
                    <a:pt x="717" y="337"/>
                    <a:pt x="805" y="308"/>
                    <a:pt x="937" y="293"/>
                  </a:cubicBezTo>
                  <a:cubicBezTo>
                    <a:pt x="1205" y="237"/>
                    <a:pt x="1554" y="194"/>
                    <a:pt x="1985" y="100"/>
                  </a:cubicBezTo>
                  <a:lnTo>
                    <a:pt x="1985" y="100"/>
                  </a:lnTo>
                  <a:cubicBezTo>
                    <a:pt x="1868" y="885"/>
                    <a:pt x="1690" y="1922"/>
                    <a:pt x="1186" y="2972"/>
                  </a:cubicBezTo>
                  <a:cubicBezTo>
                    <a:pt x="1113" y="3090"/>
                    <a:pt x="1040" y="3236"/>
                    <a:pt x="937" y="3338"/>
                  </a:cubicBezTo>
                  <a:cubicBezTo>
                    <a:pt x="820" y="3426"/>
                    <a:pt x="674" y="3499"/>
                    <a:pt x="556" y="3499"/>
                  </a:cubicBezTo>
                  <a:cubicBezTo>
                    <a:pt x="410" y="3499"/>
                    <a:pt x="278" y="3441"/>
                    <a:pt x="205" y="3338"/>
                  </a:cubicBezTo>
                  <a:cubicBezTo>
                    <a:pt x="117" y="3221"/>
                    <a:pt x="73" y="3090"/>
                    <a:pt x="59" y="2972"/>
                  </a:cubicBezTo>
                  <a:cubicBezTo>
                    <a:pt x="44" y="2694"/>
                    <a:pt x="88" y="2445"/>
                    <a:pt x="132" y="2197"/>
                  </a:cubicBezTo>
                  <a:cubicBezTo>
                    <a:pt x="161" y="1962"/>
                    <a:pt x="205" y="1743"/>
                    <a:pt x="234" y="1538"/>
                  </a:cubicBezTo>
                  <a:cubicBezTo>
                    <a:pt x="260" y="1399"/>
                    <a:pt x="286" y="1267"/>
                    <a:pt x="311" y="1145"/>
                  </a:cubicBezTo>
                  <a:lnTo>
                    <a:pt x="311" y="1145"/>
                  </a:lnTo>
                  <a:cubicBezTo>
                    <a:pt x="282" y="1271"/>
                    <a:pt x="252" y="1408"/>
                    <a:pt x="220" y="1552"/>
                  </a:cubicBezTo>
                  <a:cubicBezTo>
                    <a:pt x="161" y="1757"/>
                    <a:pt x="132" y="1977"/>
                    <a:pt x="88" y="2211"/>
                  </a:cubicBezTo>
                  <a:cubicBezTo>
                    <a:pt x="73" y="2328"/>
                    <a:pt x="59" y="2460"/>
                    <a:pt x="29" y="2577"/>
                  </a:cubicBezTo>
                  <a:cubicBezTo>
                    <a:pt x="15" y="2709"/>
                    <a:pt x="0" y="2841"/>
                    <a:pt x="15" y="2987"/>
                  </a:cubicBezTo>
                  <a:cubicBezTo>
                    <a:pt x="15" y="3133"/>
                    <a:pt x="73" y="3280"/>
                    <a:pt x="161" y="3412"/>
                  </a:cubicBezTo>
                  <a:cubicBezTo>
                    <a:pt x="239" y="3515"/>
                    <a:pt x="385" y="3607"/>
                    <a:pt x="529" y="3607"/>
                  </a:cubicBezTo>
                  <a:cubicBezTo>
                    <a:pt x="548" y="3607"/>
                    <a:pt x="567" y="3605"/>
                    <a:pt x="586" y="3602"/>
                  </a:cubicBezTo>
                  <a:cubicBezTo>
                    <a:pt x="747" y="3587"/>
                    <a:pt x="908" y="3514"/>
                    <a:pt x="1025" y="3412"/>
                  </a:cubicBezTo>
                  <a:cubicBezTo>
                    <a:pt x="1142" y="3295"/>
                    <a:pt x="1230" y="3148"/>
                    <a:pt x="1303" y="3002"/>
                  </a:cubicBezTo>
                  <a:cubicBezTo>
                    <a:pt x="1815" y="1918"/>
                    <a:pt x="1976" y="850"/>
                    <a:pt x="2094" y="59"/>
                  </a:cubicBezTo>
                  <a:lnTo>
                    <a:pt x="2094" y="1"/>
                  </a:ln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0" name="Google Shape;440;p32"/>
            <p:cNvSpPr/>
            <p:nvPr/>
          </p:nvSpPr>
          <p:spPr>
            <a:xfrm>
              <a:off x="3247920" y="2700720"/>
              <a:ext cx="34200" cy="72000"/>
            </a:xfrm>
            <a:custGeom>
              <a:avLst/>
              <a:gdLst>
                <a:gd name="textAreaLeft" fmla="*/ 0 w 34200"/>
                <a:gd name="textAreaRight" fmla="*/ 34560 w 34200"/>
                <a:gd name="textAreaTop" fmla="*/ 0 h 72000"/>
                <a:gd name="textAreaBottom" fmla="*/ 72360 h 72000"/>
              </a:gdLst>
              <a:ahLst/>
              <a:cxnLst/>
              <a:rect l="textAreaLeft" t="textAreaTop" r="textAreaRight" b="textAreaBottom"/>
              <a:pathLst>
                <a:path w="645" h="1348">
                  <a:moveTo>
                    <a:pt x="615" y="0"/>
                  </a:moveTo>
                  <a:cubicBezTo>
                    <a:pt x="601" y="0"/>
                    <a:pt x="396" y="264"/>
                    <a:pt x="235" y="630"/>
                  </a:cubicBezTo>
                  <a:cubicBezTo>
                    <a:pt x="73" y="1025"/>
                    <a:pt x="0" y="1347"/>
                    <a:pt x="15" y="1347"/>
                  </a:cubicBezTo>
                  <a:cubicBezTo>
                    <a:pt x="16" y="1348"/>
                    <a:pt x="17" y="1348"/>
                    <a:pt x="18" y="1348"/>
                  </a:cubicBezTo>
                  <a:cubicBezTo>
                    <a:pt x="64" y="1348"/>
                    <a:pt x="165" y="1046"/>
                    <a:pt x="308" y="674"/>
                  </a:cubicBezTo>
                  <a:cubicBezTo>
                    <a:pt x="498" y="308"/>
                    <a:pt x="644" y="15"/>
                    <a:pt x="615" y="0"/>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1" name="Google Shape;441;p32"/>
            <p:cNvSpPr/>
            <p:nvPr/>
          </p:nvSpPr>
          <p:spPr>
            <a:xfrm>
              <a:off x="3277080" y="2693160"/>
              <a:ext cx="10800" cy="90720"/>
            </a:xfrm>
            <a:custGeom>
              <a:avLst/>
              <a:gdLst>
                <a:gd name="textAreaLeft" fmla="*/ 0 w 10800"/>
                <a:gd name="textAreaRight" fmla="*/ 11160 w 10800"/>
                <a:gd name="textAreaTop" fmla="*/ 0 h 90720"/>
                <a:gd name="textAreaBottom" fmla="*/ 91080 h 90720"/>
              </a:gdLst>
              <a:ahLst/>
              <a:cxnLst/>
              <a:rect l="textAreaLeft" t="textAreaTop" r="textAreaRight" b="textAreaBottom"/>
              <a:pathLst>
                <a:path w="206" h="1699">
                  <a:moveTo>
                    <a:pt x="191" y="0"/>
                  </a:moveTo>
                  <a:lnTo>
                    <a:pt x="191" y="0"/>
                  </a:lnTo>
                  <a:cubicBezTo>
                    <a:pt x="177" y="0"/>
                    <a:pt x="118" y="366"/>
                    <a:pt x="60" y="834"/>
                  </a:cubicBezTo>
                  <a:cubicBezTo>
                    <a:pt x="30" y="1318"/>
                    <a:pt x="1" y="1698"/>
                    <a:pt x="30" y="1698"/>
                  </a:cubicBezTo>
                  <a:cubicBezTo>
                    <a:pt x="45" y="1698"/>
                    <a:pt x="118" y="1318"/>
                    <a:pt x="147" y="849"/>
                  </a:cubicBezTo>
                  <a:cubicBezTo>
                    <a:pt x="191" y="381"/>
                    <a:pt x="206" y="0"/>
                    <a:pt x="191" y="0"/>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2" name="Google Shape;442;p32"/>
            <p:cNvSpPr/>
            <p:nvPr/>
          </p:nvSpPr>
          <p:spPr>
            <a:xfrm>
              <a:off x="2410920" y="2740320"/>
              <a:ext cx="154440" cy="50040"/>
            </a:xfrm>
            <a:custGeom>
              <a:avLst/>
              <a:gdLst>
                <a:gd name="textAreaLeft" fmla="*/ 0 w 154440"/>
                <a:gd name="textAreaRight" fmla="*/ 154800 w 154440"/>
                <a:gd name="textAreaTop" fmla="*/ 0 h 50040"/>
                <a:gd name="textAreaBottom" fmla="*/ 50400 h 50040"/>
              </a:gdLst>
              <a:ahLst/>
              <a:cxnLst/>
              <a:rect l="textAreaLeft" t="textAreaTop" r="textAreaRight" b="textAreaBottom"/>
              <a:pathLst>
                <a:path w="2885" h="939">
                  <a:moveTo>
                    <a:pt x="1597" y="1"/>
                  </a:moveTo>
                  <a:cubicBezTo>
                    <a:pt x="1049" y="1"/>
                    <a:pt x="498" y="184"/>
                    <a:pt x="73" y="541"/>
                  </a:cubicBezTo>
                  <a:lnTo>
                    <a:pt x="73" y="453"/>
                  </a:lnTo>
                  <a:lnTo>
                    <a:pt x="0" y="541"/>
                  </a:lnTo>
                  <a:cubicBezTo>
                    <a:pt x="454" y="702"/>
                    <a:pt x="937" y="878"/>
                    <a:pt x="1406" y="922"/>
                  </a:cubicBezTo>
                  <a:cubicBezTo>
                    <a:pt x="1501" y="933"/>
                    <a:pt x="1598" y="939"/>
                    <a:pt x="1694" y="939"/>
                  </a:cubicBezTo>
                  <a:cubicBezTo>
                    <a:pt x="2096" y="939"/>
                    <a:pt x="2489" y="836"/>
                    <a:pt x="2796" y="600"/>
                  </a:cubicBezTo>
                  <a:cubicBezTo>
                    <a:pt x="2855" y="556"/>
                    <a:pt x="2884" y="512"/>
                    <a:pt x="2884" y="453"/>
                  </a:cubicBezTo>
                  <a:cubicBezTo>
                    <a:pt x="2884" y="395"/>
                    <a:pt x="2840" y="365"/>
                    <a:pt x="2782" y="321"/>
                  </a:cubicBezTo>
                  <a:cubicBezTo>
                    <a:pt x="2428" y="106"/>
                    <a:pt x="2013" y="1"/>
                    <a:pt x="1597" y="1"/>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3" name="Google Shape;443;p32"/>
            <p:cNvSpPr/>
            <p:nvPr/>
          </p:nvSpPr>
          <p:spPr>
            <a:xfrm>
              <a:off x="2463480" y="2593080"/>
              <a:ext cx="12960" cy="92520"/>
            </a:xfrm>
            <a:custGeom>
              <a:avLst/>
              <a:gdLst>
                <a:gd name="textAreaLeft" fmla="*/ 0 w 12960"/>
                <a:gd name="textAreaRight" fmla="*/ 13320 w 12960"/>
                <a:gd name="textAreaTop" fmla="*/ 0 h 92520"/>
                <a:gd name="textAreaBottom" fmla="*/ 92880 h 92520"/>
              </a:gdLst>
              <a:ahLst/>
              <a:cxnLst/>
              <a:rect l="textAreaLeft" t="textAreaTop" r="textAreaRight" b="textAreaBottom"/>
              <a:pathLst>
                <a:path w="249" h="1729">
                  <a:moveTo>
                    <a:pt x="190" y="1"/>
                  </a:moveTo>
                  <a:cubicBezTo>
                    <a:pt x="176" y="1"/>
                    <a:pt x="176" y="396"/>
                    <a:pt x="117" y="865"/>
                  </a:cubicBezTo>
                  <a:cubicBezTo>
                    <a:pt x="59" y="1348"/>
                    <a:pt x="0" y="1728"/>
                    <a:pt x="29" y="1728"/>
                  </a:cubicBezTo>
                  <a:cubicBezTo>
                    <a:pt x="44" y="1728"/>
                    <a:pt x="146" y="1362"/>
                    <a:pt x="205" y="879"/>
                  </a:cubicBezTo>
                  <a:cubicBezTo>
                    <a:pt x="249" y="381"/>
                    <a:pt x="205" y="1"/>
                    <a:pt x="190" y="1"/>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4" name="Google Shape;444;p32"/>
            <p:cNvSpPr/>
            <p:nvPr/>
          </p:nvSpPr>
          <p:spPr>
            <a:xfrm>
              <a:off x="2473560" y="2593080"/>
              <a:ext cx="30240" cy="83880"/>
            </a:xfrm>
            <a:custGeom>
              <a:avLst/>
              <a:gdLst>
                <a:gd name="textAreaLeft" fmla="*/ 0 w 30240"/>
                <a:gd name="textAreaRight" fmla="*/ 30600 w 30240"/>
                <a:gd name="textAreaTop" fmla="*/ 0 h 83880"/>
                <a:gd name="textAreaBottom" fmla="*/ 84240 h 83880"/>
              </a:gdLst>
              <a:ahLst/>
              <a:cxnLst/>
              <a:rect l="textAreaLeft" t="textAreaTop" r="textAreaRight" b="textAreaBottom"/>
              <a:pathLst>
                <a:path w="572" h="1568">
                  <a:moveTo>
                    <a:pt x="30" y="1"/>
                  </a:moveTo>
                  <a:cubicBezTo>
                    <a:pt x="0" y="1"/>
                    <a:pt x="88" y="352"/>
                    <a:pt x="235" y="791"/>
                  </a:cubicBezTo>
                  <a:cubicBezTo>
                    <a:pt x="366" y="1231"/>
                    <a:pt x="513" y="1567"/>
                    <a:pt x="527" y="1567"/>
                  </a:cubicBezTo>
                  <a:cubicBezTo>
                    <a:pt x="571" y="1567"/>
                    <a:pt x="469" y="1201"/>
                    <a:pt x="322" y="777"/>
                  </a:cubicBezTo>
                  <a:cubicBezTo>
                    <a:pt x="205" y="338"/>
                    <a:pt x="59" y="1"/>
                    <a:pt x="30" y="1"/>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5" name="Google Shape;445;p32"/>
            <p:cNvSpPr/>
            <p:nvPr/>
          </p:nvSpPr>
          <p:spPr>
            <a:xfrm>
              <a:off x="2906640" y="2270880"/>
              <a:ext cx="25560" cy="616680"/>
            </a:xfrm>
            <a:custGeom>
              <a:avLst/>
              <a:gdLst>
                <a:gd name="textAreaLeft" fmla="*/ 0 w 25560"/>
                <a:gd name="textAreaRight" fmla="*/ 25920 w 25560"/>
                <a:gd name="textAreaTop" fmla="*/ 0 h 616680"/>
                <a:gd name="textAreaBottom" fmla="*/ 617040 h 616680"/>
              </a:gdLst>
              <a:ahLst/>
              <a:cxnLst/>
              <a:rect l="textAreaLeft" t="textAreaTop" r="textAreaRight" b="textAreaBottom"/>
              <a:pathLst>
                <a:path w="484" h="11493">
                  <a:moveTo>
                    <a:pt x="425" y="1"/>
                  </a:moveTo>
                  <a:cubicBezTo>
                    <a:pt x="367" y="1"/>
                    <a:pt x="235" y="2563"/>
                    <a:pt x="147" y="5754"/>
                  </a:cubicBezTo>
                  <a:cubicBezTo>
                    <a:pt x="30" y="8916"/>
                    <a:pt x="1" y="11493"/>
                    <a:pt x="59" y="11493"/>
                  </a:cubicBezTo>
                  <a:cubicBezTo>
                    <a:pt x="118" y="11493"/>
                    <a:pt x="220" y="8916"/>
                    <a:pt x="337" y="5754"/>
                  </a:cubicBezTo>
                  <a:cubicBezTo>
                    <a:pt x="440" y="2592"/>
                    <a:pt x="484" y="1"/>
                    <a:pt x="42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6" name="Google Shape;446;p32"/>
            <p:cNvSpPr/>
            <p:nvPr/>
          </p:nvSpPr>
          <p:spPr>
            <a:xfrm>
              <a:off x="2941560" y="2467080"/>
              <a:ext cx="25560" cy="24480"/>
            </a:xfrm>
            <a:custGeom>
              <a:avLst/>
              <a:gdLst>
                <a:gd name="textAreaLeft" fmla="*/ 0 w 25560"/>
                <a:gd name="textAreaRight" fmla="*/ 25920 w 25560"/>
                <a:gd name="textAreaTop" fmla="*/ 0 h 24480"/>
                <a:gd name="textAreaBottom" fmla="*/ 24840 h 24480"/>
              </a:gdLst>
              <a:ahLst/>
              <a:cxnLst/>
              <a:rect l="textAreaLeft" t="textAreaTop" r="textAreaRight" b="textAreaBottom"/>
              <a:pathLst>
                <a:path w="484" h="461">
                  <a:moveTo>
                    <a:pt x="264" y="1"/>
                  </a:moveTo>
                  <a:cubicBezTo>
                    <a:pt x="227" y="1"/>
                    <a:pt x="198" y="14"/>
                    <a:pt x="177" y="36"/>
                  </a:cubicBezTo>
                  <a:cubicBezTo>
                    <a:pt x="162" y="50"/>
                    <a:pt x="162" y="65"/>
                    <a:pt x="162" y="80"/>
                  </a:cubicBezTo>
                  <a:cubicBezTo>
                    <a:pt x="177" y="109"/>
                    <a:pt x="235" y="109"/>
                    <a:pt x="279" y="138"/>
                  </a:cubicBezTo>
                  <a:cubicBezTo>
                    <a:pt x="294" y="153"/>
                    <a:pt x="308" y="197"/>
                    <a:pt x="308" y="211"/>
                  </a:cubicBezTo>
                  <a:cubicBezTo>
                    <a:pt x="308" y="226"/>
                    <a:pt x="308" y="255"/>
                    <a:pt x="279" y="270"/>
                  </a:cubicBezTo>
                  <a:cubicBezTo>
                    <a:pt x="235" y="285"/>
                    <a:pt x="220" y="285"/>
                    <a:pt x="206" y="285"/>
                  </a:cubicBezTo>
                  <a:cubicBezTo>
                    <a:pt x="177" y="285"/>
                    <a:pt x="147" y="255"/>
                    <a:pt x="147" y="226"/>
                  </a:cubicBezTo>
                  <a:cubicBezTo>
                    <a:pt x="118" y="182"/>
                    <a:pt x="147" y="124"/>
                    <a:pt x="118" y="109"/>
                  </a:cubicBezTo>
                  <a:lnTo>
                    <a:pt x="74" y="109"/>
                  </a:lnTo>
                  <a:cubicBezTo>
                    <a:pt x="59" y="124"/>
                    <a:pt x="16" y="153"/>
                    <a:pt x="16" y="211"/>
                  </a:cubicBezTo>
                  <a:cubicBezTo>
                    <a:pt x="1" y="270"/>
                    <a:pt x="16" y="358"/>
                    <a:pt x="89" y="416"/>
                  </a:cubicBezTo>
                  <a:cubicBezTo>
                    <a:pt x="125" y="446"/>
                    <a:pt x="177" y="460"/>
                    <a:pt x="228" y="460"/>
                  </a:cubicBezTo>
                  <a:cubicBezTo>
                    <a:pt x="279" y="460"/>
                    <a:pt x="330" y="446"/>
                    <a:pt x="367" y="416"/>
                  </a:cubicBezTo>
                  <a:cubicBezTo>
                    <a:pt x="440" y="358"/>
                    <a:pt x="484" y="255"/>
                    <a:pt x="455" y="153"/>
                  </a:cubicBezTo>
                  <a:cubicBezTo>
                    <a:pt x="440" y="65"/>
                    <a:pt x="367" y="36"/>
                    <a:pt x="308" y="6"/>
                  </a:cubicBezTo>
                  <a:cubicBezTo>
                    <a:pt x="293" y="3"/>
                    <a:pt x="278" y="1"/>
                    <a:pt x="26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2240" bIns="12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7" name="Google Shape;447;p32"/>
            <p:cNvSpPr/>
            <p:nvPr/>
          </p:nvSpPr>
          <p:spPr>
            <a:xfrm>
              <a:off x="2949120" y="2364480"/>
              <a:ext cx="25560" cy="23760"/>
            </a:xfrm>
            <a:custGeom>
              <a:avLst/>
              <a:gdLst>
                <a:gd name="textAreaLeft" fmla="*/ 0 w 25560"/>
                <a:gd name="textAreaRight" fmla="*/ 25920 w 25560"/>
                <a:gd name="textAreaTop" fmla="*/ 0 h 23760"/>
                <a:gd name="textAreaBottom" fmla="*/ 24120 h 23760"/>
              </a:gdLst>
              <a:ahLst/>
              <a:cxnLst/>
              <a:rect l="textAreaLeft" t="textAreaTop" r="textAreaRight" b="textAreaBottom"/>
              <a:pathLst>
                <a:path w="484" h="446">
                  <a:moveTo>
                    <a:pt x="273" y="0"/>
                  </a:moveTo>
                  <a:cubicBezTo>
                    <a:pt x="253" y="0"/>
                    <a:pt x="235" y="4"/>
                    <a:pt x="220" y="11"/>
                  </a:cubicBezTo>
                  <a:cubicBezTo>
                    <a:pt x="176" y="11"/>
                    <a:pt x="176" y="26"/>
                    <a:pt x="176" y="55"/>
                  </a:cubicBezTo>
                  <a:cubicBezTo>
                    <a:pt x="176" y="70"/>
                    <a:pt x="235" y="85"/>
                    <a:pt x="264" y="128"/>
                  </a:cubicBezTo>
                  <a:cubicBezTo>
                    <a:pt x="293" y="143"/>
                    <a:pt x="308" y="187"/>
                    <a:pt x="308" y="202"/>
                  </a:cubicBezTo>
                  <a:cubicBezTo>
                    <a:pt x="308" y="216"/>
                    <a:pt x="308" y="231"/>
                    <a:pt x="264" y="260"/>
                  </a:cubicBezTo>
                  <a:lnTo>
                    <a:pt x="191" y="260"/>
                  </a:lnTo>
                  <a:cubicBezTo>
                    <a:pt x="176" y="260"/>
                    <a:pt x="161" y="216"/>
                    <a:pt x="161" y="202"/>
                  </a:cubicBezTo>
                  <a:cubicBezTo>
                    <a:pt x="147" y="143"/>
                    <a:pt x="176" y="85"/>
                    <a:pt x="161" y="70"/>
                  </a:cubicBezTo>
                  <a:cubicBezTo>
                    <a:pt x="161" y="63"/>
                    <a:pt x="158" y="59"/>
                    <a:pt x="147" y="59"/>
                  </a:cubicBezTo>
                  <a:cubicBezTo>
                    <a:pt x="136" y="59"/>
                    <a:pt x="117" y="63"/>
                    <a:pt x="88" y="70"/>
                  </a:cubicBezTo>
                  <a:cubicBezTo>
                    <a:pt x="44" y="85"/>
                    <a:pt x="30" y="128"/>
                    <a:pt x="15" y="172"/>
                  </a:cubicBezTo>
                  <a:cubicBezTo>
                    <a:pt x="0" y="231"/>
                    <a:pt x="0" y="304"/>
                    <a:pt x="73" y="377"/>
                  </a:cubicBezTo>
                  <a:cubicBezTo>
                    <a:pt x="119" y="423"/>
                    <a:pt x="182" y="446"/>
                    <a:pt x="241" y="446"/>
                  </a:cubicBezTo>
                  <a:cubicBezTo>
                    <a:pt x="276" y="446"/>
                    <a:pt x="310" y="438"/>
                    <a:pt x="337" y="421"/>
                  </a:cubicBezTo>
                  <a:cubicBezTo>
                    <a:pt x="439" y="377"/>
                    <a:pt x="483" y="275"/>
                    <a:pt x="469" y="172"/>
                  </a:cubicBezTo>
                  <a:cubicBezTo>
                    <a:pt x="454" y="85"/>
                    <a:pt x="396" y="26"/>
                    <a:pt x="337" y="11"/>
                  </a:cubicBezTo>
                  <a:cubicBezTo>
                    <a:pt x="315" y="4"/>
                    <a:pt x="293" y="0"/>
                    <a:pt x="27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8" name="Google Shape;448;p32"/>
            <p:cNvSpPr/>
            <p:nvPr/>
          </p:nvSpPr>
          <p:spPr>
            <a:xfrm>
              <a:off x="2940480" y="2597400"/>
              <a:ext cx="25560" cy="23760"/>
            </a:xfrm>
            <a:custGeom>
              <a:avLst/>
              <a:gdLst>
                <a:gd name="textAreaLeft" fmla="*/ 0 w 25560"/>
                <a:gd name="textAreaRight" fmla="*/ 25920 w 25560"/>
                <a:gd name="textAreaTop" fmla="*/ 0 h 23760"/>
                <a:gd name="textAreaBottom" fmla="*/ 24120 h 23760"/>
              </a:gdLst>
              <a:ahLst/>
              <a:cxnLst/>
              <a:rect l="textAreaLeft" t="textAreaTop" r="textAreaRight" b="textAreaBottom"/>
              <a:pathLst>
                <a:path w="484" h="449">
                  <a:moveTo>
                    <a:pt x="215" y="1"/>
                  </a:moveTo>
                  <a:cubicBezTo>
                    <a:pt x="194" y="1"/>
                    <a:pt x="171" y="7"/>
                    <a:pt x="147" y="23"/>
                  </a:cubicBezTo>
                  <a:cubicBezTo>
                    <a:pt x="88" y="38"/>
                    <a:pt x="30" y="96"/>
                    <a:pt x="15" y="184"/>
                  </a:cubicBezTo>
                  <a:cubicBezTo>
                    <a:pt x="0" y="272"/>
                    <a:pt x="44" y="389"/>
                    <a:pt x="147" y="419"/>
                  </a:cubicBezTo>
                  <a:cubicBezTo>
                    <a:pt x="185" y="438"/>
                    <a:pt x="226" y="449"/>
                    <a:pt x="266" y="449"/>
                  </a:cubicBezTo>
                  <a:cubicBezTo>
                    <a:pt x="318" y="449"/>
                    <a:pt x="369" y="431"/>
                    <a:pt x="410" y="389"/>
                  </a:cubicBezTo>
                  <a:cubicBezTo>
                    <a:pt x="483" y="316"/>
                    <a:pt x="483" y="243"/>
                    <a:pt x="483" y="184"/>
                  </a:cubicBezTo>
                  <a:cubicBezTo>
                    <a:pt x="460" y="78"/>
                    <a:pt x="398" y="48"/>
                    <a:pt x="375" y="48"/>
                  </a:cubicBezTo>
                  <a:cubicBezTo>
                    <a:pt x="370" y="48"/>
                    <a:pt x="366" y="50"/>
                    <a:pt x="366" y="53"/>
                  </a:cubicBezTo>
                  <a:cubicBezTo>
                    <a:pt x="337" y="67"/>
                    <a:pt x="366" y="126"/>
                    <a:pt x="337" y="184"/>
                  </a:cubicBezTo>
                  <a:cubicBezTo>
                    <a:pt x="322" y="214"/>
                    <a:pt x="308" y="243"/>
                    <a:pt x="293" y="258"/>
                  </a:cubicBezTo>
                  <a:cubicBezTo>
                    <a:pt x="278" y="265"/>
                    <a:pt x="267" y="268"/>
                    <a:pt x="256" y="268"/>
                  </a:cubicBezTo>
                  <a:cubicBezTo>
                    <a:pt x="245" y="268"/>
                    <a:pt x="234" y="265"/>
                    <a:pt x="220" y="258"/>
                  </a:cubicBezTo>
                  <a:cubicBezTo>
                    <a:pt x="176" y="243"/>
                    <a:pt x="161" y="214"/>
                    <a:pt x="161" y="199"/>
                  </a:cubicBezTo>
                  <a:cubicBezTo>
                    <a:pt x="161" y="184"/>
                    <a:pt x="176" y="140"/>
                    <a:pt x="191" y="126"/>
                  </a:cubicBezTo>
                  <a:cubicBezTo>
                    <a:pt x="234" y="96"/>
                    <a:pt x="264" y="67"/>
                    <a:pt x="293" y="53"/>
                  </a:cubicBezTo>
                  <a:cubicBezTo>
                    <a:pt x="304" y="42"/>
                    <a:pt x="268" y="1"/>
                    <a:pt x="2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9" name="Google Shape;449;p32"/>
            <p:cNvSpPr/>
            <p:nvPr/>
          </p:nvSpPr>
          <p:spPr>
            <a:xfrm>
              <a:off x="2938320" y="2736000"/>
              <a:ext cx="27360" cy="25200"/>
            </a:xfrm>
            <a:custGeom>
              <a:avLst/>
              <a:gdLst>
                <a:gd name="textAreaLeft" fmla="*/ 0 w 27360"/>
                <a:gd name="textAreaRight" fmla="*/ 27720 w 27360"/>
                <a:gd name="textAreaTop" fmla="*/ 0 h 25200"/>
                <a:gd name="textAreaBottom" fmla="*/ 25560 h 25200"/>
              </a:gdLst>
              <a:ahLst/>
              <a:cxnLst/>
              <a:rect l="textAreaLeft" t="textAreaTop" r="textAreaRight" b="textAreaBottom"/>
              <a:pathLst>
                <a:path w="513" h="478">
                  <a:moveTo>
                    <a:pt x="246" y="1"/>
                  </a:moveTo>
                  <a:cubicBezTo>
                    <a:pt x="220" y="1"/>
                    <a:pt x="191" y="8"/>
                    <a:pt x="161" y="23"/>
                  </a:cubicBezTo>
                  <a:cubicBezTo>
                    <a:pt x="117" y="37"/>
                    <a:pt x="44" y="96"/>
                    <a:pt x="15" y="184"/>
                  </a:cubicBezTo>
                  <a:cubicBezTo>
                    <a:pt x="0" y="301"/>
                    <a:pt x="59" y="389"/>
                    <a:pt x="147" y="447"/>
                  </a:cubicBezTo>
                  <a:cubicBezTo>
                    <a:pt x="179" y="467"/>
                    <a:pt x="222" y="477"/>
                    <a:pt x="266" y="477"/>
                  </a:cubicBezTo>
                  <a:cubicBezTo>
                    <a:pt x="324" y="477"/>
                    <a:pt x="384" y="459"/>
                    <a:pt x="425" y="418"/>
                  </a:cubicBezTo>
                  <a:cubicBezTo>
                    <a:pt x="498" y="374"/>
                    <a:pt x="513" y="272"/>
                    <a:pt x="498" y="228"/>
                  </a:cubicBezTo>
                  <a:cubicBezTo>
                    <a:pt x="483" y="169"/>
                    <a:pt x="454" y="125"/>
                    <a:pt x="425" y="111"/>
                  </a:cubicBezTo>
                  <a:cubicBezTo>
                    <a:pt x="410" y="103"/>
                    <a:pt x="396" y="100"/>
                    <a:pt x="385" y="100"/>
                  </a:cubicBezTo>
                  <a:cubicBezTo>
                    <a:pt x="374" y="100"/>
                    <a:pt x="366" y="103"/>
                    <a:pt x="366" y="111"/>
                  </a:cubicBezTo>
                  <a:cubicBezTo>
                    <a:pt x="352" y="125"/>
                    <a:pt x="381" y="184"/>
                    <a:pt x="366" y="242"/>
                  </a:cubicBezTo>
                  <a:cubicBezTo>
                    <a:pt x="352" y="272"/>
                    <a:pt x="337" y="301"/>
                    <a:pt x="308" y="316"/>
                  </a:cubicBezTo>
                  <a:cubicBezTo>
                    <a:pt x="300" y="323"/>
                    <a:pt x="293" y="327"/>
                    <a:pt x="282" y="327"/>
                  </a:cubicBezTo>
                  <a:cubicBezTo>
                    <a:pt x="271" y="327"/>
                    <a:pt x="257" y="323"/>
                    <a:pt x="235" y="316"/>
                  </a:cubicBezTo>
                  <a:cubicBezTo>
                    <a:pt x="205" y="301"/>
                    <a:pt x="176" y="257"/>
                    <a:pt x="176" y="242"/>
                  </a:cubicBezTo>
                  <a:cubicBezTo>
                    <a:pt x="176" y="228"/>
                    <a:pt x="205" y="184"/>
                    <a:pt x="220" y="169"/>
                  </a:cubicBezTo>
                  <a:cubicBezTo>
                    <a:pt x="278" y="111"/>
                    <a:pt x="308" y="111"/>
                    <a:pt x="337" y="96"/>
                  </a:cubicBezTo>
                  <a:cubicBezTo>
                    <a:pt x="352" y="81"/>
                    <a:pt x="337" y="52"/>
                    <a:pt x="308" y="23"/>
                  </a:cubicBezTo>
                  <a:cubicBezTo>
                    <a:pt x="293" y="8"/>
                    <a:pt x="271" y="1"/>
                    <a:pt x="24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0" name="Google Shape;450;p32"/>
            <p:cNvSpPr/>
            <p:nvPr/>
          </p:nvSpPr>
          <p:spPr>
            <a:xfrm>
              <a:off x="2744280" y="2858760"/>
              <a:ext cx="299160" cy="67320"/>
            </a:xfrm>
            <a:custGeom>
              <a:avLst/>
              <a:gdLst>
                <a:gd name="textAreaLeft" fmla="*/ 0 w 299160"/>
                <a:gd name="textAreaRight" fmla="*/ 299520 w 299160"/>
                <a:gd name="textAreaTop" fmla="*/ 0 h 67320"/>
                <a:gd name="textAreaBottom" fmla="*/ 67680 h 67320"/>
              </a:gdLst>
              <a:ahLst/>
              <a:cxnLst/>
              <a:rect l="textAreaLeft" t="textAreaTop" r="textAreaRight" b="textAreaBottom"/>
              <a:pathLst>
                <a:path w="5579" h="1260">
                  <a:moveTo>
                    <a:pt x="88" y="1"/>
                  </a:moveTo>
                  <a:lnTo>
                    <a:pt x="0" y="630"/>
                  </a:lnTo>
                  <a:lnTo>
                    <a:pt x="5578" y="1260"/>
                  </a:lnTo>
                  <a:lnTo>
                    <a:pt x="5578" y="630"/>
                  </a:lnTo>
                  <a:lnTo>
                    <a:pt x="88"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81" name="Google Shape;451;p32"/>
          <p:cNvGrpSpPr/>
          <p:nvPr/>
        </p:nvGrpSpPr>
        <p:grpSpPr>
          <a:xfrm>
            <a:off x="1417320" y="2903040"/>
            <a:ext cx="1873800" cy="1434960"/>
            <a:chOff x="1417320" y="2903040"/>
            <a:chExt cx="1873800" cy="1434960"/>
          </a:xfrm>
        </p:grpSpPr>
        <p:sp>
          <p:nvSpPr>
            <p:cNvPr id="382" name="Google Shape;452;p32"/>
            <p:cNvSpPr/>
            <p:nvPr/>
          </p:nvSpPr>
          <p:spPr>
            <a:xfrm>
              <a:off x="3017160" y="3212640"/>
              <a:ext cx="81360" cy="1125360"/>
            </a:xfrm>
            <a:custGeom>
              <a:avLst/>
              <a:gdLst>
                <a:gd name="textAreaLeft" fmla="*/ 0 w 81360"/>
                <a:gd name="textAreaRight" fmla="*/ 81720 w 81360"/>
                <a:gd name="textAreaTop" fmla="*/ 0 h 1125360"/>
                <a:gd name="textAreaBottom" fmla="*/ 1125720 h 1125360"/>
              </a:gdLst>
              <a:ahLst/>
              <a:cxnLst/>
              <a:rect l="textAreaLeft" t="textAreaTop" r="textAreaRight" b="textAreaBottom"/>
              <a:pathLst>
                <a:path w="1523" h="20965">
                  <a:moveTo>
                    <a:pt x="0" y="1"/>
                  </a:moveTo>
                  <a:lnTo>
                    <a:pt x="879" y="20965"/>
                  </a:lnTo>
                  <a:lnTo>
                    <a:pt x="1523" y="20965"/>
                  </a:lnTo>
                  <a:lnTo>
                    <a:pt x="762"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3" name="Google Shape;453;p32"/>
            <p:cNvSpPr/>
            <p:nvPr/>
          </p:nvSpPr>
          <p:spPr>
            <a:xfrm>
              <a:off x="3047760" y="3197520"/>
              <a:ext cx="167040" cy="147600"/>
            </a:xfrm>
            <a:custGeom>
              <a:avLst/>
              <a:gdLst>
                <a:gd name="textAreaLeft" fmla="*/ 0 w 167040"/>
                <a:gd name="textAreaRight" fmla="*/ 167400 w 167040"/>
                <a:gd name="textAreaTop" fmla="*/ 0 h 147600"/>
                <a:gd name="textAreaBottom" fmla="*/ 147960 h 147600"/>
              </a:gdLst>
              <a:ahLst/>
              <a:cxnLst/>
              <a:rect l="textAreaLeft" t="textAreaTop" r="textAreaRight" b="textAreaBottom"/>
              <a:pathLst>
                <a:path w="3119" h="2753">
                  <a:moveTo>
                    <a:pt x="2899" y="1"/>
                  </a:moveTo>
                  <a:lnTo>
                    <a:pt x="0" y="2387"/>
                  </a:lnTo>
                  <a:lnTo>
                    <a:pt x="293" y="2753"/>
                  </a:lnTo>
                  <a:lnTo>
                    <a:pt x="3119" y="147"/>
                  </a:lnTo>
                  <a:lnTo>
                    <a:pt x="2899"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73800" bIns="73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4" name="Google Shape;454;p32"/>
            <p:cNvSpPr/>
            <p:nvPr/>
          </p:nvSpPr>
          <p:spPr>
            <a:xfrm>
              <a:off x="2872440" y="3205440"/>
              <a:ext cx="174960" cy="137160"/>
            </a:xfrm>
            <a:custGeom>
              <a:avLst/>
              <a:gdLst>
                <a:gd name="textAreaLeft" fmla="*/ 0 w 174960"/>
                <a:gd name="textAreaRight" fmla="*/ 175320 w 174960"/>
                <a:gd name="textAreaTop" fmla="*/ 0 h 137160"/>
                <a:gd name="textAreaBottom" fmla="*/ 137520 h 137160"/>
              </a:gdLst>
              <a:ahLst/>
              <a:cxnLst/>
              <a:rect l="textAreaLeft" t="textAreaTop" r="textAreaRight" b="textAreaBottom"/>
              <a:pathLst>
                <a:path w="3266" h="2563">
                  <a:moveTo>
                    <a:pt x="89" y="1"/>
                  </a:moveTo>
                  <a:lnTo>
                    <a:pt x="1" y="235"/>
                  </a:lnTo>
                  <a:lnTo>
                    <a:pt x="2958" y="2563"/>
                  </a:lnTo>
                  <a:lnTo>
                    <a:pt x="3265" y="2197"/>
                  </a:lnTo>
                  <a:lnTo>
                    <a:pt x="89"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5" name="Google Shape;455;p32"/>
            <p:cNvSpPr/>
            <p:nvPr/>
          </p:nvSpPr>
          <p:spPr>
            <a:xfrm>
              <a:off x="1417320" y="3161520"/>
              <a:ext cx="1873800" cy="72000"/>
            </a:xfrm>
            <a:custGeom>
              <a:avLst/>
              <a:gdLst>
                <a:gd name="textAreaLeft" fmla="*/ 0 w 1873800"/>
                <a:gd name="textAreaRight" fmla="*/ 1874160 w 1873800"/>
                <a:gd name="textAreaTop" fmla="*/ 0 h 72000"/>
                <a:gd name="textAreaBottom" fmla="*/ 72360 h 72000"/>
              </a:gdLst>
              <a:ahLst/>
              <a:cxnLst/>
              <a:rect l="textAreaLeft" t="textAreaTop" r="textAreaRight" b="textAreaBottom"/>
              <a:pathLst>
                <a:path w="34901" h="1348">
                  <a:moveTo>
                    <a:pt x="0" y="0"/>
                  </a:moveTo>
                  <a:lnTo>
                    <a:pt x="146" y="1347"/>
                  </a:lnTo>
                  <a:lnTo>
                    <a:pt x="34901" y="952"/>
                  </a:lnTo>
                  <a:lnTo>
                    <a:pt x="3490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6" name="Google Shape;456;p32"/>
            <p:cNvSpPr/>
            <p:nvPr/>
          </p:nvSpPr>
          <p:spPr>
            <a:xfrm>
              <a:off x="1630440" y="3212640"/>
              <a:ext cx="81360" cy="1125360"/>
            </a:xfrm>
            <a:custGeom>
              <a:avLst/>
              <a:gdLst>
                <a:gd name="textAreaLeft" fmla="*/ 0 w 81360"/>
                <a:gd name="textAreaRight" fmla="*/ 81720 w 81360"/>
                <a:gd name="textAreaTop" fmla="*/ 0 h 1125360"/>
                <a:gd name="textAreaBottom" fmla="*/ 1125720 h 1125360"/>
              </a:gdLst>
              <a:ahLst/>
              <a:cxnLst/>
              <a:rect l="textAreaLeft" t="textAreaTop" r="textAreaRight" b="textAreaBottom"/>
              <a:pathLst>
                <a:path w="1523" h="20965">
                  <a:moveTo>
                    <a:pt x="0" y="1"/>
                  </a:moveTo>
                  <a:lnTo>
                    <a:pt x="879" y="20965"/>
                  </a:lnTo>
                  <a:lnTo>
                    <a:pt x="1523" y="20965"/>
                  </a:lnTo>
                  <a:lnTo>
                    <a:pt x="776"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7" name="Google Shape;457;p32"/>
            <p:cNvSpPr/>
            <p:nvPr/>
          </p:nvSpPr>
          <p:spPr>
            <a:xfrm>
              <a:off x="1661040" y="3197520"/>
              <a:ext cx="167760" cy="147600"/>
            </a:xfrm>
            <a:custGeom>
              <a:avLst/>
              <a:gdLst>
                <a:gd name="textAreaLeft" fmla="*/ 0 w 167760"/>
                <a:gd name="textAreaRight" fmla="*/ 168120 w 167760"/>
                <a:gd name="textAreaTop" fmla="*/ 0 h 147600"/>
                <a:gd name="textAreaBottom" fmla="*/ 147960 h 147600"/>
              </a:gdLst>
              <a:ahLst/>
              <a:cxnLst/>
              <a:rect l="textAreaLeft" t="textAreaTop" r="textAreaRight" b="textAreaBottom"/>
              <a:pathLst>
                <a:path w="3134" h="2753">
                  <a:moveTo>
                    <a:pt x="2914" y="1"/>
                  </a:moveTo>
                  <a:lnTo>
                    <a:pt x="0" y="2387"/>
                  </a:lnTo>
                  <a:lnTo>
                    <a:pt x="293" y="2753"/>
                  </a:lnTo>
                  <a:lnTo>
                    <a:pt x="3133" y="147"/>
                  </a:lnTo>
                  <a:lnTo>
                    <a:pt x="2914"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73800" bIns="73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8" name="Google Shape;458;p32"/>
            <p:cNvSpPr/>
            <p:nvPr/>
          </p:nvSpPr>
          <p:spPr>
            <a:xfrm>
              <a:off x="1485720" y="3205440"/>
              <a:ext cx="174960" cy="137160"/>
            </a:xfrm>
            <a:custGeom>
              <a:avLst/>
              <a:gdLst>
                <a:gd name="textAreaLeft" fmla="*/ 0 w 174960"/>
                <a:gd name="textAreaRight" fmla="*/ 175320 w 174960"/>
                <a:gd name="textAreaTop" fmla="*/ 0 h 137160"/>
                <a:gd name="textAreaBottom" fmla="*/ 137520 h 137160"/>
              </a:gdLst>
              <a:ahLst/>
              <a:cxnLst/>
              <a:rect l="textAreaLeft" t="textAreaTop" r="textAreaRight" b="textAreaBottom"/>
              <a:pathLst>
                <a:path w="3266" h="2563">
                  <a:moveTo>
                    <a:pt x="103" y="1"/>
                  </a:moveTo>
                  <a:lnTo>
                    <a:pt x="1" y="235"/>
                  </a:lnTo>
                  <a:lnTo>
                    <a:pt x="2973" y="2563"/>
                  </a:lnTo>
                  <a:lnTo>
                    <a:pt x="3265" y="2197"/>
                  </a:lnTo>
                  <a:lnTo>
                    <a:pt x="103"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9" name="Google Shape;459;p32"/>
            <p:cNvSpPr/>
            <p:nvPr/>
          </p:nvSpPr>
          <p:spPr>
            <a:xfrm>
              <a:off x="1627200" y="2903040"/>
              <a:ext cx="604080" cy="259920"/>
            </a:xfrm>
            <a:custGeom>
              <a:avLst/>
              <a:gdLst>
                <a:gd name="textAreaLeft" fmla="*/ 0 w 604080"/>
                <a:gd name="textAreaRight" fmla="*/ 604440 w 604080"/>
                <a:gd name="textAreaTop" fmla="*/ 0 h 259920"/>
                <a:gd name="textAreaBottom" fmla="*/ 260280 h 259920"/>
              </a:gdLst>
              <a:ahLst/>
              <a:cxnLst/>
              <a:rect l="textAreaLeft" t="textAreaTop" r="textAreaRight" b="textAreaBottom"/>
              <a:pathLst>
                <a:path w="11259" h="4847">
                  <a:moveTo>
                    <a:pt x="5666" y="1"/>
                  </a:moveTo>
                  <a:lnTo>
                    <a:pt x="4466" y="4554"/>
                  </a:lnTo>
                  <a:lnTo>
                    <a:pt x="1" y="4554"/>
                  </a:lnTo>
                  <a:lnTo>
                    <a:pt x="1" y="4846"/>
                  </a:lnTo>
                  <a:lnTo>
                    <a:pt x="9721" y="4773"/>
                  </a:lnTo>
                  <a:lnTo>
                    <a:pt x="11259"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0" name="Google Shape;460;p32"/>
            <p:cNvSpPr/>
            <p:nvPr/>
          </p:nvSpPr>
          <p:spPr>
            <a:xfrm>
              <a:off x="2027520" y="3011400"/>
              <a:ext cx="54720" cy="54000"/>
            </a:xfrm>
            <a:custGeom>
              <a:avLst/>
              <a:gdLst>
                <a:gd name="textAreaLeft" fmla="*/ 0 w 54720"/>
                <a:gd name="textAreaRight" fmla="*/ 55080 w 54720"/>
                <a:gd name="textAreaTop" fmla="*/ 0 h 54000"/>
                <a:gd name="textAreaBottom" fmla="*/ 54360 h 54000"/>
              </a:gdLst>
              <a:ahLst/>
              <a:cxnLst/>
              <a:rect l="textAreaLeft" t="textAreaTop" r="textAreaRight" b="textAreaBottom"/>
              <a:pathLst>
                <a:path w="1026" h="1011">
                  <a:moveTo>
                    <a:pt x="513" y="0"/>
                  </a:moveTo>
                  <a:cubicBezTo>
                    <a:pt x="235" y="0"/>
                    <a:pt x="0" y="220"/>
                    <a:pt x="0" y="512"/>
                  </a:cubicBezTo>
                  <a:cubicBezTo>
                    <a:pt x="0" y="791"/>
                    <a:pt x="235" y="1010"/>
                    <a:pt x="513" y="1010"/>
                  </a:cubicBezTo>
                  <a:cubicBezTo>
                    <a:pt x="791" y="1010"/>
                    <a:pt x="1025" y="791"/>
                    <a:pt x="1025" y="512"/>
                  </a:cubicBezTo>
                  <a:cubicBezTo>
                    <a:pt x="1025" y="220"/>
                    <a:pt x="791" y="0"/>
                    <a:pt x="51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91" name="Google Shape;461;p32"/>
          <p:cNvSpPr/>
          <p:nvPr/>
        </p:nvSpPr>
        <p:spPr>
          <a:xfrm>
            <a:off x="4590720" y="2361240"/>
            <a:ext cx="30600" cy="15480"/>
          </a:xfrm>
          <a:custGeom>
            <a:avLst/>
            <a:gdLst>
              <a:gd name="textAreaLeft" fmla="*/ 0 w 30600"/>
              <a:gd name="textAreaRight" fmla="*/ 30960 w 30600"/>
              <a:gd name="textAreaTop" fmla="*/ 0 h 15480"/>
              <a:gd name="textAreaBottom" fmla="*/ 15840 h 15480"/>
            </a:gdLst>
            <a:ahLst/>
            <a:cxnLst/>
            <a:rect l="textAreaLeft" t="textAreaTop" r="textAreaRight" b="textAreaBottom"/>
            <a:pathLst>
              <a:path w="499" h="257">
                <a:moveTo>
                  <a:pt x="458" y="1"/>
                </a:moveTo>
                <a:cubicBezTo>
                  <a:pt x="426" y="1"/>
                  <a:pt x="334" y="39"/>
                  <a:pt x="220" y="77"/>
                </a:cubicBezTo>
                <a:cubicBezTo>
                  <a:pt x="88" y="165"/>
                  <a:pt x="0" y="238"/>
                  <a:pt x="0" y="252"/>
                </a:cubicBezTo>
                <a:cubicBezTo>
                  <a:pt x="3" y="255"/>
                  <a:pt x="8" y="256"/>
                  <a:pt x="16" y="256"/>
                </a:cubicBezTo>
                <a:cubicBezTo>
                  <a:pt x="55" y="256"/>
                  <a:pt x="152" y="228"/>
                  <a:pt x="249" y="179"/>
                </a:cubicBezTo>
                <a:cubicBezTo>
                  <a:pt x="381" y="106"/>
                  <a:pt x="498" y="33"/>
                  <a:pt x="469" y="4"/>
                </a:cubicBezTo>
                <a:cubicBezTo>
                  <a:pt x="467" y="2"/>
                  <a:pt x="463" y="1"/>
                  <a:pt x="45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92" name="Google Shape;462;p32"/>
          <p:cNvGrpSpPr/>
          <p:nvPr/>
        </p:nvGrpSpPr>
        <p:grpSpPr>
          <a:xfrm>
            <a:off x="3231360" y="2472120"/>
            <a:ext cx="1074240" cy="1905120"/>
            <a:chOff x="3231360" y="2472120"/>
            <a:chExt cx="1074240" cy="1905120"/>
          </a:xfrm>
        </p:grpSpPr>
        <p:sp>
          <p:nvSpPr>
            <p:cNvPr id="393" name="Google Shape;463;p32"/>
            <p:cNvSpPr/>
            <p:nvPr/>
          </p:nvSpPr>
          <p:spPr>
            <a:xfrm>
              <a:off x="4106520" y="3689640"/>
              <a:ext cx="50040" cy="613440"/>
            </a:xfrm>
            <a:custGeom>
              <a:avLst/>
              <a:gdLst>
                <a:gd name="textAreaLeft" fmla="*/ 0 w 50040"/>
                <a:gd name="textAreaRight" fmla="*/ 50400 w 50040"/>
                <a:gd name="textAreaTop" fmla="*/ 0 h 613440"/>
                <a:gd name="textAreaBottom" fmla="*/ 613800 h 613440"/>
              </a:gdLst>
              <a:ahLst/>
              <a:cxnLst/>
              <a:rect l="textAreaLeft" t="textAreaTop" r="textAreaRight" b="textAreaBottom"/>
              <a:pathLst>
                <a:path w="938" h="11434">
                  <a:moveTo>
                    <a:pt x="484" y="0"/>
                  </a:moveTo>
                  <a:lnTo>
                    <a:pt x="1" y="11434"/>
                  </a:lnTo>
                  <a:lnTo>
                    <a:pt x="337" y="11434"/>
                  </a:lnTo>
                  <a:lnTo>
                    <a:pt x="937" y="59"/>
                  </a:lnTo>
                  <a:lnTo>
                    <a:pt x="4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4" name="Google Shape;464;p32"/>
            <p:cNvSpPr/>
            <p:nvPr/>
          </p:nvSpPr>
          <p:spPr>
            <a:xfrm>
              <a:off x="3377520" y="4240080"/>
              <a:ext cx="286560" cy="88560"/>
            </a:xfrm>
            <a:custGeom>
              <a:avLst/>
              <a:gdLst>
                <a:gd name="textAreaLeft" fmla="*/ 0 w 286560"/>
                <a:gd name="textAreaRight" fmla="*/ 286920 w 286560"/>
                <a:gd name="textAreaTop" fmla="*/ 0 h 88560"/>
                <a:gd name="textAreaBottom" fmla="*/ 88920 h 88560"/>
              </a:gdLst>
              <a:ahLst/>
              <a:cxnLst/>
              <a:rect l="textAreaLeft" t="textAreaTop" r="textAreaRight" b="textAreaBottom"/>
              <a:pathLst>
                <a:path w="5345" h="1655">
                  <a:moveTo>
                    <a:pt x="1025" y="1"/>
                  </a:moveTo>
                  <a:lnTo>
                    <a:pt x="1245" y="1025"/>
                  </a:lnTo>
                  <a:cubicBezTo>
                    <a:pt x="1245" y="1025"/>
                    <a:pt x="1" y="1655"/>
                    <a:pt x="689" y="1655"/>
                  </a:cubicBezTo>
                  <a:lnTo>
                    <a:pt x="5344" y="1655"/>
                  </a:lnTo>
                  <a:lnTo>
                    <a:pt x="5051"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5" name="Google Shape;465;p32"/>
            <p:cNvSpPr/>
            <p:nvPr/>
          </p:nvSpPr>
          <p:spPr>
            <a:xfrm>
              <a:off x="3231360" y="4289400"/>
              <a:ext cx="286560" cy="87840"/>
            </a:xfrm>
            <a:custGeom>
              <a:avLst/>
              <a:gdLst>
                <a:gd name="textAreaLeft" fmla="*/ 0 w 286560"/>
                <a:gd name="textAreaRight" fmla="*/ 286920 w 286560"/>
                <a:gd name="textAreaTop" fmla="*/ 0 h 87840"/>
                <a:gd name="textAreaBottom" fmla="*/ 88200 h 87840"/>
              </a:gdLst>
              <a:ahLst/>
              <a:cxnLst/>
              <a:rect l="textAreaLeft" t="textAreaTop" r="textAreaRight" b="textAreaBottom"/>
              <a:pathLst>
                <a:path w="5345" h="1640">
                  <a:moveTo>
                    <a:pt x="1025" y="0"/>
                  </a:moveTo>
                  <a:lnTo>
                    <a:pt x="1245" y="1025"/>
                  </a:lnTo>
                  <a:cubicBezTo>
                    <a:pt x="1245" y="1025"/>
                    <a:pt x="1" y="1640"/>
                    <a:pt x="703" y="1640"/>
                  </a:cubicBezTo>
                  <a:lnTo>
                    <a:pt x="5344" y="1640"/>
                  </a:lnTo>
                  <a:lnTo>
                    <a:pt x="505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6" name="Google Shape;466;p32"/>
            <p:cNvSpPr/>
            <p:nvPr/>
          </p:nvSpPr>
          <p:spPr>
            <a:xfrm>
              <a:off x="3395520" y="3366720"/>
              <a:ext cx="851760" cy="916200"/>
            </a:xfrm>
            <a:custGeom>
              <a:avLst/>
              <a:gdLst>
                <a:gd name="textAreaLeft" fmla="*/ 0 w 851760"/>
                <a:gd name="textAreaRight" fmla="*/ 852120 w 851760"/>
                <a:gd name="textAreaTop" fmla="*/ 0 h 916200"/>
                <a:gd name="textAreaBottom" fmla="*/ 916560 h 916200"/>
              </a:gdLst>
              <a:ahLst/>
              <a:cxnLst/>
              <a:rect l="textAreaLeft" t="textAreaTop" r="textAreaRight" b="textAreaBottom"/>
              <a:pathLst>
                <a:path w="15870" h="17070">
                  <a:moveTo>
                    <a:pt x="2760" y="0"/>
                  </a:moveTo>
                  <a:cubicBezTo>
                    <a:pt x="1" y="0"/>
                    <a:pt x="512" y="17070"/>
                    <a:pt x="512" y="17070"/>
                  </a:cubicBezTo>
                  <a:lnTo>
                    <a:pt x="4933" y="17070"/>
                  </a:lnTo>
                  <a:cubicBezTo>
                    <a:pt x="4933" y="17070"/>
                    <a:pt x="5168" y="6295"/>
                    <a:pt x="5197" y="5402"/>
                  </a:cubicBezTo>
                  <a:cubicBezTo>
                    <a:pt x="5205" y="5232"/>
                    <a:pt x="5346" y="5168"/>
                    <a:pt x="5594" y="5168"/>
                  </a:cubicBezTo>
                  <a:cubicBezTo>
                    <a:pt x="6381" y="5168"/>
                    <a:pt x="8241" y="5818"/>
                    <a:pt x="10331" y="5818"/>
                  </a:cubicBezTo>
                  <a:cubicBezTo>
                    <a:pt x="11158" y="5818"/>
                    <a:pt x="12021" y="5716"/>
                    <a:pt x="12868" y="5431"/>
                  </a:cubicBezTo>
                  <a:cubicBezTo>
                    <a:pt x="15869" y="4436"/>
                    <a:pt x="14478" y="952"/>
                    <a:pt x="14478" y="952"/>
                  </a:cubicBezTo>
                  <a:cubicBezTo>
                    <a:pt x="14478" y="952"/>
                    <a:pt x="4933" y="44"/>
                    <a:pt x="2767" y="0"/>
                  </a:cubicBezTo>
                  <a:cubicBezTo>
                    <a:pt x="2764" y="0"/>
                    <a:pt x="2762" y="0"/>
                    <a:pt x="276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7" name="Google Shape;467;p32"/>
            <p:cNvSpPr/>
            <p:nvPr/>
          </p:nvSpPr>
          <p:spPr>
            <a:xfrm>
              <a:off x="3395520" y="3366720"/>
              <a:ext cx="851760" cy="916200"/>
            </a:xfrm>
            <a:custGeom>
              <a:avLst/>
              <a:gdLst>
                <a:gd name="textAreaLeft" fmla="*/ 0 w 851760"/>
                <a:gd name="textAreaRight" fmla="*/ 852120 w 851760"/>
                <a:gd name="textAreaTop" fmla="*/ 0 h 916200"/>
                <a:gd name="textAreaBottom" fmla="*/ 916560 h 916200"/>
              </a:gdLst>
              <a:ahLst/>
              <a:cxnLst/>
              <a:rect l="textAreaLeft" t="textAreaTop" r="textAreaRight" b="textAreaBottom"/>
              <a:pathLst>
                <a:path w="15870" h="17070">
                  <a:moveTo>
                    <a:pt x="2760" y="0"/>
                  </a:moveTo>
                  <a:cubicBezTo>
                    <a:pt x="1" y="0"/>
                    <a:pt x="512" y="17070"/>
                    <a:pt x="512" y="17070"/>
                  </a:cubicBezTo>
                  <a:lnTo>
                    <a:pt x="4933" y="17070"/>
                  </a:lnTo>
                  <a:cubicBezTo>
                    <a:pt x="4933" y="17070"/>
                    <a:pt x="5168" y="6295"/>
                    <a:pt x="5197" y="5402"/>
                  </a:cubicBezTo>
                  <a:cubicBezTo>
                    <a:pt x="5205" y="5232"/>
                    <a:pt x="5346" y="5168"/>
                    <a:pt x="5594" y="5168"/>
                  </a:cubicBezTo>
                  <a:cubicBezTo>
                    <a:pt x="6381" y="5168"/>
                    <a:pt x="8241" y="5818"/>
                    <a:pt x="10331" y="5818"/>
                  </a:cubicBezTo>
                  <a:cubicBezTo>
                    <a:pt x="11158" y="5818"/>
                    <a:pt x="12021" y="5716"/>
                    <a:pt x="12868" y="5431"/>
                  </a:cubicBezTo>
                  <a:cubicBezTo>
                    <a:pt x="15869" y="4436"/>
                    <a:pt x="14478" y="952"/>
                    <a:pt x="14478" y="952"/>
                  </a:cubicBezTo>
                  <a:cubicBezTo>
                    <a:pt x="14478" y="952"/>
                    <a:pt x="4933" y="44"/>
                    <a:pt x="2767" y="0"/>
                  </a:cubicBezTo>
                  <a:cubicBezTo>
                    <a:pt x="2764" y="0"/>
                    <a:pt x="2762" y="0"/>
                    <a:pt x="2760" y="0"/>
                  </a:cubicBezTo>
                  <a:close/>
                </a:path>
              </a:pathLst>
            </a:custGeom>
            <a:solidFill>
              <a:srgbClr val="151F29">
                <a:alpha val="1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8" name="Google Shape;468;p32"/>
            <p:cNvSpPr/>
            <p:nvPr/>
          </p:nvSpPr>
          <p:spPr>
            <a:xfrm>
              <a:off x="3246120" y="3402000"/>
              <a:ext cx="851760" cy="916200"/>
            </a:xfrm>
            <a:custGeom>
              <a:avLst/>
              <a:gdLst>
                <a:gd name="textAreaLeft" fmla="*/ 0 w 851760"/>
                <a:gd name="textAreaRight" fmla="*/ 852120 w 851760"/>
                <a:gd name="textAreaTop" fmla="*/ 0 h 916200"/>
                <a:gd name="textAreaBottom" fmla="*/ 916560 h 916200"/>
              </a:gdLst>
              <a:ahLst/>
              <a:cxnLst/>
              <a:rect l="textAreaLeft" t="textAreaTop" r="textAreaRight" b="textAreaBottom"/>
              <a:pathLst>
                <a:path w="15870" h="17070">
                  <a:moveTo>
                    <a:pt x="2760" y="0"/>
                  </a:moveTo>
                  <a:cubicBezTo>
                    <a:pt x="1" y="0"/>
                    <a:pt x="512" y="17070"/>
                    <a:pt x="512" y="17070"/>
                  </a:cubicBezTo>
                  <a:lnTo>
                    <a:pt x="4933" y="17070"/>
                  </a:lnTo>
                  <a:cubicBezTo>
                    <a:pt x="4933" y="17070"/>
                    <a:pt x="5168" y="6295"/>
                    <a:pt x="5197" y="5402"/>
                  </a:cubicBezTo>
                  <a:cubicBezTo>
                    <a:pt x="5205" y="5232"/>
                    <a:pt x="5346" y="5168"/>
                    <a:pt x="5594" y="5168"/>
                  </a:cubicBezTo>
                  <a:cubicBezTo>
                    <a:pt x="6381" y="5168"/>
                    <a:pt x="8241" y="5818"/>
                    <a:pt x="10331" y="5818"/>
                  </a:cubicBezTo>
                  <a:cubicBezTo>
                    <a:pt x="11158" y="5818"/>
                    <a:pt x="12021" y="5716"/>
                    <a:pt x="12868" y="5431"/>
                  </a:cubicBezTo>
                  <a:cubicBezTo>
                    <a:pt x="15869" y="4436"/>
                    <a:pt x="14478" y="952"/>
                    <a:pt x="14478" y="952"/>
                  </a:cubicBezTo>
                  <a:cubicBezTo>
                    <a:pt x="14478" y="952"/>
                    <a:pt x="4933" y="44"/>
                    <a:pt x="2767" y="0"/>
                  </a:cubicBezTo>
                  <a:cubicBezTo>
                    <a:pt x="2764" y="0"/>
                    <a:pt x="2762" y="0"/>
                    <a:pt x="276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9" name="Google Shape;469;p32"/>
            <p:cNvSpPr/>
            <p:nvPr/>
          </p:nvSpPr>
          <p:spPr>
            <a:xfrm>
              <a:off x="3469680" y="3438360"/>
              <a:ext cx="704160" cy="869760"/>
            </a:xfrm>
            <a:custGeom>
              <a:avLst/>
              <a:gdLst>
                <a:gd name="textAreaLeft" fmla="*/ 0 w 704160"/>
                <a:gd name="textAreaRight" fmla="*/ 704520 w 704160"/>
                <a:gd name="textAreaTop" fmla="*/ 0 h 869760"/>
                <a:gd name="textAreaBottom" fmla="*/ 870120 h 869760"/>
              </a:gdLst>
              <a:ahLst/>
              <a:cxnLst/>
              <a:rect l="textAreaLeft" t="textAreaTop" r="textAreaRight" b="textAreaBottom"/>
              <a:pathLst>
                <a:path w="13118" h="16207">
                  <a:moveTo>
                    <a:pt x="13000" y="0"/>
                  </a:moveTo>
                  <a:cubicBezTo>
                    <a:pt x="13000" y="1"/>
                    <a:pt x="13029" y="89"/>
                    <a:pt x="13044" y="278"/>
                  </a:cubicBezTo>
                  <a:cubicBezTo>
                    <a:pt x="13088" y="439"/>
                    <a:pt x="13088" y="718"/>
                    <a:pt x="13015" y="1040"/>
                  </a:cubicBezTo>
                  <a:cubicBezTo>
                    <a:pt x="12927" y="1376"/>
                    <a:pt x="12751" y="1757"/>
                    <a:pt x="12444" y="2123"/>
                  </a:cubicBezTo>
                  <a:cubicBezTo>
                    <a:pt x="12283" y="2313"/>
                    <a:pt x="12092" y="2489"/>
                    <a:pt x="11873" y="2650"/>
                  </a:cubicBezTo>
                  <a:cubicBezTo>
                    <a:pt x="11653" y="2826"/>
                    <a:pt x="11404" y="2972"/>
                    <a:pt x="11126" y="3075"/>
                  </a:cubicBezTo>
                  <a:cubicBezTo>
                    <a:pt x="10584" y="3309"/>
                    <a:pt x="9911" y="3441"/>
                    <a:pt x="9208" y="3514"/>
                  </a:cubicBezTo>
                  <a:cubicBezTo>
                    <a:pt x="8491" y="3587"/>
                    <a:pt x="7715" y="3646"/>
                    <a:pt x="6925" y="3675"/>
                  </a:cubicBezTo>
                  <a:cubicBezTo>
                    <a:pt x="6289" y="3703"/>
                    <a:pt x="5631" y="3719"/>
                    <a:pt x="4955" y="3719"/>
                  </a:cubicBezTo>
                  <a:cubicBezTo>
                    <a:pt x="3903" y="3719"/>
                    <a:pt x="2807" y="3682"/>
                    <a:pt x="1684" y="3602"/>
                  </a:cubicBezTo>
                  <a:cubicBezTo>
                    <a:pt x="1616" y="3597"/>
                    <a:pt x="1547" y="3594"/>
                    <a:pt x="1476" y="3594"/>
                  </a:cubicBezTo>
                  <a:cubicBezTo>
                    <a:pt x="1318" y="3594"/>
                    <a:pt x="1153" y="3610"/>
                    <a:pt x="981" y="3660"/>
                  </a:cubicBezTo>
                  <a:cubicBezTo>
                    <a:pt x="761" y="3719"/>
                    <a:pt x="542" y="3880"/>
                    <a:pt x="454" y="4099"/>
                  </a:cubicBezTo>
                  <a:cubicBezTo>
                    <a:pt x="366" y="4319"/>
                    <a:pt x="351" y="4553"/>
                    <a:pt x="337" y="4773"/>
                  </a:cubicBezTo>
                  <a:cubicBezTo>
                    <a:pt x="337" y="4992"/>
                    <a:pt x="308" y="5212"/>
                    <a:pt x="308" y="5432"/>
                  </a:cubicBezTo>
                  <a:cubicBezTo>
                    <a:pt x="293" y="6310"/>
                    <a:pt x="264" y="7159"/>
                    <a:pt x="234" y="7964"/>
                  </a:cubicBezTo>
                  <a:cubicBezTo>
                    <a:pt x="176" y="9575"/>
                    <a:pt x="146" y="11024"/>
                    <a:pt x="117" y="12239"/>
                  </a:cubicBezTo>
                  <a:cubicBezTo>
                    <a:pt x="73" y="13469"/>
                    <a:pt x="59" y="14435"/>
                    <a:pt x="44" y="15138"/>
                  </a:cubicBezTo>
                  <a:cubicBezTo>
                    <a:pt x="15" y="15489"/>
                    <a:pt x="15" y="15738"/>
                    <a:pt x="15" y="15928"/>
                  </a:cubicBezTo>
                  <a:cubicBezTo>
                    <a:pt x="29" y="15738"/>
                    <a:pt x="29" y="15474"/>
                    <a:pt x="59" y="15138"/>
                  </a:cubicBezTo>
                  <a:cubicBezTo>
                    <a:pt x="88" y="14435"/>
                    <a:pt x="132" y="13454"/>
                    <a:pt x="161" y="12239"/>
                  </a:cubicBezTo>
                  <a:cubicBezTo>
                    <a:pt x="205" y="11024"/>
                    <a:pt x="249" y="9575"/>
                    <a:pt x="308" y="7964"/>
                  </a:cubicBezTo>
                  <a:cubicBezTo>
                    <a:pt x="322" y="7159"/>
                    <a:pt x="351" y="6310"/>
                    <a:pt x="381" y="5432"/>
                  </a:cubicBezTo>
                  <a:cubicBezTo>
                    <a:pt x="381" y="5212"/>
                    <a:pt x="395" y="4992"/>
                    <a:pt x="395" y="4773"/>
                  </a:cubicBezTo>
                  <a:cubicBezTo>
                    <a:pt x="425" y="4553"/>
                    <a:pt x="439" y="4334"/>
                    <a:pt x="527" y="4143"/>
                  </a:cubicBezTo>
                  <a:cubicBezTo>
                    <a:pt x="615" y="3938"/>
                    <a:pt x="791" y="3792"/>
                    <a:pt x="1010" y="3733"/>
                  </a:cubicBezTo>
                  <a:cubicBezTo>
                    <a:pt x="1178" y="3689"/>
                    <a:pt x="1346" y="3670"/>
                    <a:pt x="1520" y="3670"/>
                  </a:cubicBezTo>
                  <a:cubicBezTo>
                    <a:pt x="1574" y="3670"/>
                    <a:pt x="1628" y="3671"/>
                    <a:pt x="1684" y="3675"/>
                  </a:cubicBezTo>
                  <a:cubicBezTo>
                    <a:pt x="2773" y="3761"/>
                    <a:pt x="3837" y="3796"/>
                    <a:pt x="4855" y="3796"/>
                  </a:cubicBezTo>
                  <a:cubicBezTo>
                    <a:pt x="5575" y="3796"/>
                    <a:pt x="6272" y="3778"/>
                    <a:pt x="6939" y="3748"/>
                  </a:cubicBezTo>
                  <a:cubicBezTo>
                    <a:pt x="7744" y="3719"/>
                    <a:pt x="8506" y="3660"/>
                    <a:pt x="9223" y="3587"/>
                  </a:cubicBezTo>
                  <a:cubicBezTo>
                    <a:pt x="9940" y="3514"/>
                    <a:pt x="10599" y="3367"/>
                    <a:pt x="11155" y="3133"/>
                  </a:cubicBezTo>
                  <a:cubicBezTo>
                    <a:pt x="11448" y="3016"/>
                    <a:pt x="11712" y="2870"/>
                    <a:pt x="11931" y="2709"/>
                  </a:cubicBezTo>
                  <a:cubicBezTo>
                    <a:pt x="12151" y="2548"/>
                    <a:pt x="12356" y="2343"/>
                    <a:pt x="12502" y="2167"/>
                  </a:cubicBezTo>
                  <a:cubicBezTo>
                    <a:pt x="12810" y="1772"/>
                    <a:pt x="12971" y="1376"/>
                    <a:pt x="13044" y="1040"/>
                  </a:cubicBezTo>
                  <a:cubicBezTo>
                    <a:pt x="13117" y="718"/>
                    <a:pt x="13102" y="439"/>
                    <a:pt x="13073" y="264"/>
                  </a:cubicBezTo>
                  <a:cubicBezTo>
                    <a:pt x="13030" y="89"/>
                    <a:pt x="13000" y="1"/>
                    <a:pt x="13000" y="0"/>
                  </a:cubicBezTo>
                  <a:close/>
                  <a:moveTo>
                    <a:pt x="15" y="15928"/>
                  </a:moveTo>
                  <a:cubicBezTo>
                    <a:pt x="15" y="16016"/>
                    <a:pt x="15" y="16074"/>
                    <a:pt x="0" y="16133"/>
                  </a:cubicBezTo>
                  <a:cubicBezTo>
                    <a:pt x="15" y="16177"/>
                    <a:pt x="15" y="16206"/>
                    <a:pt x="15" y="16206"/>
                  </a:cubicBezTo>
                  <a:lnTo>
                    <a:pt x="15" y="16133"/>
                  </a:lnTo>
                  <a:lnTo>
                    <a:pt x="15" y="15928"/>
                  </a:lnTo>
                  <a:close/>
                </a:path>
              </a:pathLst>
            </a:custGeom>
            <a:solidFill>
              <a:srgbClr val="95462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0" name="Google Shape;470;p32"/>
            <p:cNvSpPr/>
            <p:nvPr/>
          </p:nvSpPr>
          <p:spPr>
            <a:xfrm>
              <a:off x="3818520" y="2480760"/>
              <a:ext cx="244080" cy="348480"/>
            </a:xfrm>
            <a:custGeom>
              <a:avLst/>
              <a:gdLst>
                <a:gd name="textAreaLeft" fmla="*/ 0 w 244080"/>
                <a:gd name="textAreaRight" fmla="*/ 244440 w 244080"/>
                <a:gd name="textAreaTop" fmla="*/ 0 h 348480"/>
                <a:gd name="textAreaBottom" fmla="*/ 348840 h 348480"/>
              </a:gdLst>
              <a:ahLst/>
              <a:cxnLst/>
              <a:rect l="textAreaLeft" t="textAreaTop" r="textAreaRight" b="textAreaBottom"/>
              <a:pathLst>
                <a:path w="4553" h="6498">
                  <a:moveTo>
                    <a:pt x="2505" y="0"/>
                  </a:moveTo>
                  <a:cubicBezTo>
                    <a:pt x="2462" y="0"/>
                    <a:pt x="2418" y="1"/>
                    <a:pt x="2372" y="2"/>
                  </a:cubicBezTo>
                  <a:lnTo>
                    <a:pt x="1039" y="32"/>
                  </a:lnTo>
                  <a:cubicBezTo>
                    <a:pt x="1039" y="32"/>
                    <a:pt x="278" y="32"/>
                    <a:pt x="249" y="398"/>
                  </a:cubicBezTo>
                  <a:cubicBezTo>
                    <a:pt x="249" y="398"/>
                    <a:pt x="0" y="4936"/>
                    <a:pt x="1449" y="5009"/>
                  </a:cubicBezTo>
                  <a:lnTo>
                    <a:pt x="2328" y="5009"/>
                  </a:lnTo>
                  <a:lnTo>
                    <a:pt x="2328" y="5653"/>
                  </a:lnTo>
                  <a:cubicBezTo>
                    <a:pt x="2328" y="5873"/>
                    <a:pt x="2430" y="6078"/>
                    <a:pt x="2620" y="6180"/>
                  </a:cubicBezTo>
                  <a:cubicBezTo>
                    <a:pt x="2852" y="6323"/>
                    <a:pt x="3208" y="6498"/>
                    <a:pt x="3567" y="6498"/>
                  </a:cubicBezTo>
                  <a:cubicBezTo>
                    <a:pt x="3798" y="6498"/>
                    <a:pt x="4030" y="6425"/>
                    <a:pt x="4231" y="6224"/>
                  </a:cubicBezTo>
                  <a:cubicBezTo>
                    <a:pt x="4450" y="6005"/>
                    <a:pt x="4553" y="5668"/>
                    <a:pt x="4524" y="5360"/>
                  </a:cubicBezTo>
                  <a:lnTo>
                    <a:pt x="4333" y="2945"/>
                  </a:lnTo>
                  <a:lnTo>
                    <a:pt x="3792" y="1613"/>
                  </a:lnTo>
                  <a:lnTo>
                    <a:pt x="3792" y="588"/>
                  </a:lnTo>
                  <a:cubicBezTo>
                    <a:pt x="3792" y="588"/>
                    <a:pt x="3737" y="0"/>
                    <a:pt x="2505" y="0"/>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1" name="Google Shape;471;p32"/>
            <p:cNvSpPr/>
            <p:nvPr/>
          </p:nvSpPr>
          <p:spPr>
            <a:xfrm>
              <a:off x="3720960" y="2774520"/>
              <a:ext cx="475200" cy="658080"/>
            </a:xfrm>
            <a:custGeom>
              <a:avLst/>
              <a:gdLst>
                <a:gd name="textAreaLeft" fmla="*/ 0 w 475200"/>
                <a:gd name="textAreaRight" fmla="*/ 475560 w 475200"/>
                <a:gd name="textAreaTop" fmla="*/ 0 h 658080"/>
                <a:gd name="textAreaBottom" fmla="*/ 658440 h 658080"/>
              </a:gdLst>
              <a:ahLst/>
              <a:cxnLst/>
              <a:rect l="textAreaLeft" t="textAreaTop" r="textAreaRight" b="textAreaBottom"/>
              <a:pathLst>
                <a:path w="8858" h="12263">
                  <a:moveTo>
                    <a:pt x="4540" y="0"/>
                  </a:moveTo>
                  <a:cubicBezTo>
                    <a:pt x="4182" y="0"/>
                    <a:pt x="3906" y="20"/>
                    <a:pt x="3778" y="61"/>
                  </a:cubicBezTo>
                  <a:cubicBezTo>
                    <a:pt x="2416" y="544"/>
                    <a:pt x="996" y="3794"/>
                    <a:pt x="996" y="3794"/>
                  </a:cubicBezTo>
                  <a:lnTo>
                    <a:pt x="1" y="11319"/>
                  </a:lnTo>
                  <a:cubicBezTo>
                    <a:pt x="1256" y="12101"/>
                    <a:pt x="4090" y="12262"/>
                    <a:pt x="6216" y="12262"/>
                  </a:cubicBezTo>
                  <a:cubicBezTo>
                    <a:pt x="7712" y="12262"/>
                    <a:pt x="8858" y="12183"/>
                    <a:pt x="8858" y="12183"/>
                  </a:cubicBezTo>
                  <a:lnTo>
                    <a:pt x="8506" y="7000"/>
                  </a:lnTo>
                  <a:lnTo>
                    <a:pt x="8301" y="4350"/>
                  </a:lnTo>
                  <a:cubicBezTo>
                    <a:pt x="8536" y="3179"/>
                    <a:pt x="8418" y="2389"/>
                    <a:pt x="8418" y="2389"/>
                  </a:cubicBezTo>
                  <a:lnTo>
                    <a:pt x="8345" y="1950"/>
                  </a:lnTo>
                  <a:cubicBezTo>
                    <a:pt x="8199" y="998"/>
                    <a:pt x="7452" y="251"/>
                    <a:pt x="6501" y="134"/>
                  </a:cubicBezTo>
                  <a:cubicBezTo>
                    <a:pt x="5813" y="46"/>
                    <a:pt x="5083" y="0"/>
                    <a:pt x="454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2" name="Google Shape;472;p32"/>
            <p:cNvSpPr/>
            <p:nvPr/>
          </p:nvSpPr>
          <p:spPr>
            <a:xfrm>
              <a:off x="3794040" y="2472120"/>
              <a:ext cx="274680" cy="240840"/>
            </a:xfrm>
            <a:custGeom>
              <a:avLst/>
              <a:gdLst>
                <a:gd name="textAreaLeft" fmla="*/ 0 w 274680"/>
                <a:gd name="textAreaRight" fmla="*/ 275040 w 274680"/>
                <a:gd name="textAreaTop" fmla="*/ 0 h 240840"/>
                <a:gd name="textAreaBottom" fmla="*/ 241200 h 240840"/>
              </a:gdLst>
              <a:ahLst/>
              <a:cxnLst/>
              <a:rect l="textAreaLeft" t="textAreaTop" r="textAreaRight" b="textAreaBottom"/>
              <a:pathLst>
                <a:path w="5125" h="4493">
                  <a:moveTo>
                    <a:pt x="2778" y="1"/>
                  </a:moveTo>
                  <a:cubicBezTo>
                    <a:pt x="2098" y="1"/>
                    <a:pt x="1417" y="81"/>
                    <a:pt x="761" y="234"/>
                  </a:cubicBezTo>
                  <a:cubicBezTo>
                    <a:pt x="586" y="263"/>
                    <a:pt x="395" y="307"/>
                    <a:pt x="249" y="409"/>
                  </a:cubicBezTo>
                  <a:cubicBezTo>
                    <a:pt x="103" y="497"/>
                    <a:pt x="0" y="687"/>
                    <a:pt x="15" y="863"/>
                  </a:cubicBezTo>
                  <a:cubicBezTo>
                    <a:pt x="29" y="1053"/>
                    <a:pt x="176" y="1200"/>
                    <a:pt x="337" y="1244"/>
                  </a:cubicBezTo>
                  <a:cubicBezTo>
                    <a:pt x="407" y="1265"/>
                    <a:pt x="475" y="1275"/>
                    <a:pt x="541" y="1275"/>
                  </a:cubicBezTo>
                  <a:cubicBezTo>
                    <a:pt x="656" y="1275"/>
                    <a:pt x="767" y="1246"/>
                    <a:pt x="879" y="1200"/>
                  </a:cubicBezTo>
                  <a:lnTo>
                    <a:pt x="879" y="1200"/>
                  </a:lnTo>
                  <a:cubicBezTo>
                    <a:pt x="732" y="1273"/>
                    <a:pt x="732" y="1507"/>
                    <a:pt x="849" y="1595"/>
                  </a:cubicBezTo>
                  <a:cubicBezTo>
                    <a:pt x="906" y="1639"/>
                    <a:pt x="973" y="1659"/>
                    <a:pt x="1041" y="1659"/>
                  </a:cubicBezTo>
                  <a:cubicBezTo>
                    <a:pt x="1131" y="1659"/>
                    <a:pt x="1222" y="1624"/>
                    <a:pt x="1288" y="1566"/>
                  </a:cubicBezTo>
                  <a:cubicBezTo>
                    <a:pt x="1406" y="1449"/>
                    <a:pt x="1479" y="1288"/>
                    <a:pt x="1508" y="1141"/>
                  </a:cubicBezTo>
                  <a:cubicBezTo>
                    <a:pt x="1684" y="1932"/>
                    <a:pt x="1859" y="2737"/>
                    <a:pt x="2313" y="3410"/>
                  </a:cubicBezTo>
                  <a:cubicBezTo>
                    <a:pt x="2715" y="4012"/>
                    <a:pt x="3409" y="4492"/>
                    <a:pt x="4141" y="4492"/>
                  </a:cubicBezTo>
                  <a:cubicBezTo>
                    <a:pt x="4209" y="4492"/>
                    <a:pt x="4279" y="4488"/>
                    <a:pt x="4348" y="4479"/>
                  </a:cubicBezTo>
                  <a:lnTo>
                    <a:pt x="4992" y="4333"/>
                  </a:lnTo>
                  <a:cubicBezTo>
                    <a:pt x="5124" y="3118"/>
                    <a:pt x="5007" y="2181"/>
                    <a:pt x="4904" y="966"/>
                  </a:cubicBezTo>
                  <a:cubicBezTo>
                    <a:pt x="4875" y="746"/>
                    <a:pt x="4421" y="482"/>
                    <a:pt x="4275" y="321"/>
                  </a:cubicBezTo>
                  <a:cubicBezTo>
                    <a:pt x="4099" y="102"/>
                    <a:pt x="3763" y="43"/>
                    <a:pt x="3470" y="29"/>
                  </a:cubicBezTo>
                  <a:cubicBezTo>
                    <a:pt x="3240" y="10"/>
                    <a:pt x="3009" y="1"/>
                    <a:pt x="277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3" name="Google Shape;473;p32"/>
            <p:cNvSpPr/>
            <p:nvPr/>
          </p:nvSpPr>
          <p:spPr>
            <a:xfrm>
              <a:off x="3893400" y="2612520"/>
              <a:ext cx="63360" cy="69480"/>
            </a:xfrm>
            <a:custGeom>
              <a:avLst/>
              <a:gdLst>
                <a:gd name="textAreaLeft" fmla="*/ 0 w 63360"/>
                <a:gd name="textAreaRight" fmla="*/ 63720 w 63360"/>
                <a:gd name="textAreaTop" fmla="*/ 0 h 69480"/>
                <a:gd name="textAreaBottom" fmla="*/ 69840 h 69480"/>
              </a:gdLst>
              <a:ahLst/>
              <a:cxnLst/>
              <a:rect l="textAreaLeft" t="textAreaTop" r="textAreaRight" b="textAreaBottom"/>
              <a:pathLst>
                <a:path w="1187" h="1299">
                  <a:moveTo>
                    <a:pt x="59" y="47"/>
                  </a:moveTo>
                  <a:lnTo>
                    <a:pt x="31" y="110"/>
                  </a:lnTo>
                  <a:lnTo>
                    <a:pt x="31" y="110"/>
                  </a:lnTo>
                  <a:cubicBezTo>
                    <a:pt x="40" y="107"/>
                    <a:pt x="49" y="104"/>
                    <a:pt x="58" y="101"/>
                  </a:cubicBezTo>
                  <a:lnTo>
                    <a:pt x="58" y="101"/>
                  </a:lnTo>
                  <a:cubicBezTo>
                    <a:pt x="59" y="83"/>
                    <a:pt x="59" y="65"/>
                    <a:pt x="59" y="47"/>
                  </a:cubicBezTo>
                  <a:close/>
                  <a:moveTo>
                    <a:pt x="31" y="110"/>
                  </a:moveTo>
                  <a:cubicBezTo>
                    <a:pt x="21" y="113"/>
                    <a:pt x="11" y="117"/>
                    <a:pt x="1" y="120"/>
                  </a:cubicBezTo>
                  <a:lnTo>
                    <a:pt x="1" y="178"/>
                  </a:lnTo>
                  <a:lnTo>
                    <a:pt x="31" y="110"/>
                  </a:lnTo>
                  <a:close/>
                  <a:moveTo>
                    <a:pt x="605" y="1"/>
                  </a:moveTo>
                  <a:cubicBezTo>
                    <a:pt x="425" y="1"/>
                    <a:pt x="238" y="44"/>
                    <a:pt x="58" y="101"/>
                  </a:cubicBezTo>
                  <a:lnTo>
                    <a:pt x="58" y="101"/>
                  </a:lnTo>
                  <a:cubicBezTo>
                    <a:pt x="54" y="264"/>
                    <a:pt x="30" y="448"/>
                    <a:pt x="30" y="632"/>
                  </a:cubicBezTo>
                  <a:cubicBezTo>
                    <a:pt x="30" y="852"/>
                    <a:pt x="30" y="1086"/>
                    <a:pt x="206" y="1218"/>
                  </a:cubicBezTo>
                  <a:cubicBezTo>
                    <a:pt x="269" y="1273"/>
                    <a:pt x="354" y="1299"/>
                    <a:pt x="442" y="1299"/>
                  </a:cubicBezTo>
                  <a:cubicBezTo>
                    <a:pt x="516" y="1299"/>
                    <a:pt x="593" y="1281"/>
                    <a:pt x="660" y="1247"/>
                  </a:cubicBezTo>
                  <a:cubicBezTo>
                    <a:pt x="806" y="1174"/>
                    <a:pt x="908" y="1057"/>
                    <a:pt x="1011" y="925"/>
                  </a:cubicBezTo>
                  <a:cubicBezTo>
                    <a:pt x="1099" y="779"/>
                    <a:pt x="1187" y="618"/>
                    <a:pt x="1172" y="427"/>
                  </a:cubicBezTo>
                  <a:cubicBezTo>
                    <a:pt x="1128" y="193"/>
                    <a:pt x="908" y="47"/>
                    <a:pt x="674" y="3"/>
                  </a:cubicBezTo>
                  <a:cubicBezTo>
                    <a:pt x="651" y="1"/>
                    <a:pt x="628" y="1"/>
                    <a:pt x="605" y="1"/>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34920" bIns="34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4" name="Google Shape;474;p32"/>
            <p:cNvSpPr/>
            <p:nvPr/>
          </p:nvSpPr>
          <p:spPr>
            <a:xfrm>
              <a:off x="3909600" y="2623680"/>
              <a:ext cx="21600" cy="37440"/>
            </a:xfrm>
            <a:custGeom>
              <a:avLst/>
              <a:gdLst>
                <a:gd name="textAreaLeft" fmla="*/ 0 w 21600"/>
                <a:gd name="textAreaRight" fmla="*/ 21960 w 21600"/>
                <a:gd name="textAreaTop" fmla="*/ 0 h 37440"/>
                <a:gd name="textAreaBottom" fmla="*/ 37800 h 37440"/>
              </a:gdLst>
              <a:ahLst/>
              <a:cxnLst/>
              <a:rect l="textAreaLeft" t="textAreaTop" r="textAreaRight" b="textAreaBottom"/>
              <a:pathLst>
                <a:path w="411" h="703">
                  <a:moveTo>
                    <a:pt x="256" y="0"/>
                  </a:moveTo>
                  <a:cubicBezTo>
                    <a:pt x="221" y="0"/>
                    <a:pt x="136" y="86"/>
                    <a:pt x="0" y="221"/>
                  </a:cubicBezTo>
                  <a:lnTo>
                    <a:pt x="7" y="228"/>
                  </a:lnTo>
                  <a:lnTo>
                    <a:pt x="7" y="228"/>
                  </a:lnTo>
                  <a:cubicBezTo>
                    <a:pt x="5" y="231"/>
                    <a:pt x="2" y="233"/>
                    <a:pt x="0" y="236"/>
                  </a:cubicBezTo>
                  <a:lnTo>
                    <a:pt x="59" y="295"/>
                  </a:lnTo>
                  <a:cubicBezTo>
                    <a:pt x="73" y="278"/>
                    <a:pt x="86" y="261"/>
                    <a:pt x="99" y="245"/>
                  </a:cubicBezTo>
                  <a:lnTo>
                    <a:pt x="99" y="245"/>
                  </a:lnTo>
                  <a:cubicBezTo>
                    <a:pt x="114" y="239"/>
                    <a:pt x="132" y="236"/>
                    <a:pt x="150" y="236"/>
                  </a:cubicBezTo>
                  <a:cubicBezTo>
                    <a:pt x="191" y="236"/>
                    <a:pt x="234" y="251"/>
                    <a:pt x="264" y="280"/>
                  </a:cubicBezTo>
                  <a:cubicBezTo>
                    <a:pt x="293" y="338"/>
                    <a:pt x="308" y="412"/>
                    <a:pt x="278" y="456"/>
                  </a:cubicBezTo>
                  <a:cubicBezTo>
                    <a:pt x="264" y="514"/>
                    <a:pt x="205" y="558"/>
                    <a:pt x="161" y="587"/>
                  </a:cubicBezTo>
                  <a:cubicBezTo>
                    <a:pt x="73" y="675"/>
                    <a:pt x="0" y="675"/>
                    <a:pt x="0" y="675"/>
                  </a:cubicBezTo>
                  <a:cubicBezTo>
                    <a:pt x="0" y="691"/>
                    <a:pt x="22" y="703"/>
                    <a:pt x="64" y="703"/>
                  </a:cubicBezTo>
                  <a:cubicBezTo>
                    <a:pt x="98" y="703"/>
                    <a:pt x="146" y="695"/>
                    <a:pt x="205" y="675"/>
                  </a:cubicBezTo>
                  <a:cubicBezTo>
                    <a:pt x="264" y="661"/>
                    <a:pt x="337" y="602"/>
                    <a:pt x="366" y="529"/>
                  </a:cubicBezTo>
                  <a:cubicBezTo>
                    <a:pt x="410" y="456"/>
                    <a:pt x="410" y="338"/>
                    <a:pt x="337" y="236"/>
                  </a:cubicBezTo>
                  <a:cubicBezTo>
                    <a:pt x="288" y="187"/>
                    <a:pt x="225" y="165"/>
                    <a:pt x="165" y="165"/>
                  </a:cubicBezTo>
                  <a:cubicBezTo>
                    <a:pt x="164" y="165"/>
                    <a:pt x="163" y="165"/>
                    <a:pt x="163" y="165"/>
                  </a:cubicBezTo>
                  <a:lnTo>
                    <a:pt x="163" y="165"/>
                  </a:lnTo>
                  <a:cubicBezTo>
                    <a:pt x="234" y="73"/>
                    <a:pt x="274" y="12"/>
                    <a:pt x="264" y="2"/>
                  </a:cubicBezTo>
                  <a:cubicBezTo>
                    <a:pt x="262" y="1"/>
                    <a:pt x="259" y="0"/>
                    <a:pt x="25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5" name="Google Shape;475;p32"/>
            <p:cNvSpPr/>
            <p:nvPr/>
          </p:nvSpPr>
          <p:spPr>
            <a:xfrm>
              <a:off x="3842280" y="2604960"/>
              <a:ext cx="4320" cy="14040"/>
            </a:xfrm>
            <a:custGeom>
              <a:avLst/>
              <a:gdLst>
                <a:gd name="textAreaLeft" fmla="*/ 0 w 4320"/>
                <a:gd name="textAreaRight" fmla="*/ 4680 w 4320"/>
                <a:gd name="textAreaTop" fmla="*/ 0 h 14040"/>
                <a:gd name="textAreaBottom" fmla="*/ 14400 h 14040"/>
              </a:gdLst>
              <a:ahLst/>
              <a:cxnLst/>
              <a:rect l="textAreaLeft" t="textAreaTop" r="textAreaRight" b="textAreaBottom"/>
              <a:pathLst>
                <a:path w="89" h="266">
                  <a:moveTo>
                    <a:pt x="29" y="0"/>
                  </a:moveTo>
                  <a:cubicBezTo>
                    <a:pt x="15" y="0"/>
                    <a:pt x="0" y="59"/>
                    <a:pt x="0" y="132"/>
                  </a:cubicBezTo>
                  <a:cubicBezTo>
                    <a:pt x="0" y="199"/>
                    <a:pt x="25" y="266"/>
                    <a:pt x="51" y="266"/>
                  </a:cubicBezTo>
                  <a:cubicBezTo>
                    <a:pt x="54" y="266"/>
                    <a:pt x="56" y="265"/>
                    <a:pt x="59" y="264"/>
                  </a:cubicBezTo>
                  <a:cubicBezTo>
                    <a:pt x="73" y="264"/>
                    <a:pt x="88" y="205"/>
                    <a:pt x="88" y="132"/>
                  </a:cubicBezTo>
                  <a:cubicBezTo>
                    <a:pt x="88" y="59"/>
                    <a:pt x="73" y="0"/>
                    <a:pt x="2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6" name="Google Shape;476;p32"/>
            <p:cNvSpPr/>
            <p:nvPr/>
          </p:nvSpPr>
          <p:spPr>
            <a:xfrm>
              <a:off x="3918240" y="2860560"/>
              <a:ext cx="387360" cy="889560"/>
            </a:xfrm>
            <a:custGeom>
              <a:avLst/>
              <a:gdLst>
                <a:gd name="textAreaLeft" fmla="*/ 0 w 387360"/>
                <a:gd name="textAreaRight" fmla="*/ 387720 w 387360"/>
                <a:gd name="textAreaTop" fmla="*/ 0 h 889560"/>
                <a:gd name="textAreaBottom" fmla="*/ 889920 h 889560"/>
              </a:gdLst>
              <a:ahLst/>
              <a:cxnLst/>
              <a:rect l="textAreaLeft" t="textAreaTop" r="textAreaRight" b="textAreaBottom"/>
              <a:pathLst>
                <a:path w="7218" h="16573">
                  <a:moveTo>
                    <a:pt x="2152" y="0"/>
                  </a:moveTo>
                  <a:lnTo>
                    <a:pt x="0" y="16382"/>
                  </a:lnTo>
                  <a:lnTo>
                    <a:pt x="5051" y="16572"/>
                  </a:lnTo>
                  <a:lnTo>
                    <a:pt x="7218" y="205"/>
                  </a:lnTo>
                  <a:lnTo>
                    <a:pt x="2152"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7" name="Google Shape;477;p32"/>
            <p:cNvSpPr/>
            <p:nvPr/>
          </p:nvSpPr>
          <p:spPr>
            <a:xfrm>
              <a:off x="3603960" y="3675600"/>
              <a:ext cx="518400" cy="74520"/>
            </a:xfrm>
            <a:custGeom>
              <a:avLst/>
              <a:gdLst>
                <a:gd name="textAreaLeft" fmla="*/ 0 w 518400"/>
                <a:gd name="textAreaRight" fmla="*/ 518760 w 518400"/>
                <a:gd name="textAreaTop" fmla="*/ 0 h 74520"/>
                <a:gd name="textAreaBottom" fmla="*/ 74880 h 74520"/>
              </a:gdLst>
              <a:ahLst/>
              <a:cxnLst/>
              <a:rect l="textAreaLeft" t="textAreaTop" r="textAreaRight" b="textAreaBottom"/>
              <a:pathLst>
                <a:path w="9663" h="1392">
                  <a:moveTo>
                    <a:pt x="0" y="0"/>
                  </a:moveTo>
                  <a:lnTo>
                    <a:pt x="191" y="908"/>
                  </a:lnTo>
                  <a:lnTo>
                    <a:pt x="9428" y="1391"/>
                  </a:lnTo>
                  <a:lnTo>
                    <a:pt x="9663" y="440"/>
                  </a:lnTo>
                  <a:lnTo>
                    <a:pt x="0"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8" name="Google Shape;478;p32"/>
            <p:cNvSpPr/>
            <p:nvPr/>
          </p:nvSpPr>
          <p:spPr>
            <a:xfrm>
              <a:off x="3645720" y="3714840"/>
              <a:ext cx="24840" cy="613440"/>
            </a:xfrm>
            <a:custGeom>
              <a:avLst/>
              <a:gdLst>
                <a:gd name="textAreaLeft" fmla="*/ 0 w 24840"/>
                <a:gd name="textAreaRight" fmla="*/ 25200 w 24840"/>
                <a:gd name="textAreaTop" fmla="*/ 0 h 613440"/>
                <a:gd name="textAreaBottom" fmla="*/ 613800 h 613440"/>
              </a:gdLst>
              <a:ahLst/>
              <a:cxnLst/>
              <a:rect l="textAreaLeft" t="textAreaTop" r="textAreaRight" b="textAreaBottom"/>
              <a:pathLst>
                <a:path w="469" h="11434">
                  <a:moveTo>
                    <a:pt x="0" y="0"/>
                  </a:moveTo>
                  <a:lnTo>
                    <a:pt x="88" y="11434"/>
                  </a:lnTo>
                  <a:lnTo>
                    <a:pt x="425" y="11419"/>
                  </a:lnTo>
                  <a:lnTo>
                    <a:pt x="469" y="15"/>
                  </a:lnTo>
                  <a:lnTo>
                    <a:pt x="0"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9" name="Google Shape;479;p32"/>
            <p:cNvSpPr/>
            <p:nvPr/>
          </p:nvSpPr>
          <p:spPr>
            <a:xfrm>
              <a:off x="3658320" y="3715920"/>
              <a:ext cx="479880" cy="433440"/>
            </a:xfrm>
            <a:custGeom>
              <a:avLst/>
              <a:gdLst>
                <a:gd name="textAreaLeft" fmla="*/ 0 w 479880"/>
                <a:gd name="textAreaRight" fmla="*/ 480240 w 479880"/>
                <a:gd name="textAreaTop" fmla="*/ 0 h 433440"/>
                <a:gd name="textAreaBottom" fmla="*/ 433800 h 433440"/>
              </a:gdLst>
              <a:ahLst/>
              <a:cxnLst/>
              <a:rect l="textAreaLeft" t="textAreaTop" r="textAreaRight" b="textAreaBottom"/>
              <a:pathLst>
                <a:path w="8946" h="8082">
                  <a:moveTo>
                    <a:pt x="235" y="0"/>
                  </a:moveTo>
                  <a:lnTo>
                    <a:pt x="1" y="205"/>
                  </a:lnTo>
                  <a:lnTo>
                    <a:pt x="8945" y="8081"/>
                  </a:lnTo>
                  <a:lnTo>
                    <a:pt x="8945" y="7583"/>
                  </a:lnTo>
                  <a:lnTo>
                    <a:pt x="235"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0" name="Google Shape;480;p32"/>
            <p:cNvSpPr/>
            <p:nvPr/>
          </p:nvSpPr>
          <p:spPr>
            <a:xfrm>
              <a:off x="3654360" y="3733200"/>
              <a:ext cx="509760" cy="375480"/>
            </a:xfrm>
            <a:custGeom>
              <a:avLst/>
              <a:gdLst>
                <a:gd name="textAreaLeft" fmla="*/ 0 w 509760"/>
                <a:gd name="textAreaRight" fmla="*/ 510120 w 509760"/>
                <a:gd name="textAreaTop" fmla="*/ 0 h 375480"/>
                <a:gd name="textAreaBottom" fmla="*/ 375840 h 375480"/>
              </a:gdLst>
              <a:ahLst/>
              <a:cxnLst/>
              <a:rect l="textAreaLeft" t="textAreaTop" r="textAreaRight" b="textAreaBottom"/>
              <a:pathLst>
                <a:path w="9502" h="6998">
                  <a:moveTo>
                    <a:pt x="9209" y="0"/>
                  </a:moveTo>
                  <a:lnTo>
                    <a:pt x="0" y="6720"/>
                  </a:lnTo>
                  <a:lnTo>
                    <a:pt x="74" y="6998"/>
                  </a:lnTo>
                  <a:lnTo>
                    <a:pt x="9443" y="425"/>
                  </a:lnTo>
                  <a:cubicBezTo>
                    <a:pt x="9501" y="366"/>
                    <a:pt x="9501" y="278"/>
                    <a:pt x="9443" y="220"/>
                  </a:cubicBezTo>
                  <a:lnTo>
                    <a:pt x="920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1" name="Google Shape;481;p32"/>
            <p:cNvSpPr/>
            <p:nvPr/>
          </p:nvSpPr>
          <p:spPr>
            <a:xfrm>
              <a:off x="3277080" y="2772360"/>
              <a:ext cx="173520" cy="207360"/>
            </a:xfrm>
            <a:custGeom>
              <a:avLst/>
              <a:gdLst>
                <a:gd name="textAreaLeft" fmla="*/ 0 w 173520"/>
                <a:gd name="textAreaRight" fmla="*/ 173880 w 173520"/>
                <a:gd name="textAreaTop" fmla="*/ 0 h 207360"/>
                <a:gd name="textAreaBottom" fmla="*/ 207720 h 207360"/>
              </a:gdLst>
              <a:ahLst/>
              <a:cxnLst/>
              <a:rect l="textAreaLeft" t="textAreaTop" r="textAreaRight" b="textAreaBottom"/>
              <a:pathLst>
                <a:path w="3236" h="3869">
                  <a:moveTo>
                    <a:pt x="1037" y="1"/>
                  </a:moveTo>
                  <a:cubicBezTo>
                    <a:pt x="1007" y="1"/>
                    <a:pt x="983" y="10"/>
                    <a:pt x="967" y="31"/>
                  </a:cubicBezTo>
                  <a:cubicBezTo>
                    <a:pt x="791" y="309"/>
                    <a:pt x="1874" y="1436"/>
                    <a:pt x="1874" y="1436"/>
                  </a:cubicBezTo>
                  <a:cubicBezTo>
                    <a:pt x="1874" y="1436"/>
                    <a:pt x="943" y="600"/>
                    <a:pt x="601" y="600"/>
                  </a:cubicBezTo>
                  <a:cubicBezTo>
                    <a:pt x="564" y="600"/>
                    <a:pt x="534" y="610"/>
                    <a:pt x="513" y="631"/>
                  </a:cubicBezTo>
                  <a:cubicBezTo>
                    <a:pt x="293" y="851"/>
                    <a:pt x="1259" y="1832"/>
                    <a:pt x="1259" y="1832"/>
                  </a:cubicBezTo>
                  <a:cubicBezTo>
                    <a:pt x="1259" y="1832"/>
                    <a:pt x="450" y="1091"/>
                    <a:pt x="249" y="1091"/>
                  </a:cubicBezTo>
                  <a:cubicBezTo>
                    <a:pt x="224" y="1091"/>
                    <a:pt x="209" y="1103"/>
                    <a:pt x="205" y="1129"/>
                  </a:cubicBezTo>
                  <a:cubicBezTo>
                    <a:pt x="161" y="1363"/>
                    <a:pt x="747" y="2154"/>
                    <a:pt x="747" y="2154"/>
                  </a:cubicBezTo>
                  <a:cubicBezTo>
                    <a:pt x="747" y="2154"/>
                    <a:pt x="255" y="1651"/>
                    <a:pt x="94" y="1651"/>
                  </a:cubicBezTo>
                  <a:cubicBezTo>
                    <a:pt x="66" y="1651"/>
                    <a:pt x="49" y="1666"/>
                    <a:pt x="44" y="1700"/>
                  </a:cubicBezTo>
                  <a:cubicBezTo>
                    <a:pt x="0" y="1934"/>
                    <a:pt x="923" y="3808"/>
                    <a:pt x="923" y="3808"/>
                  </a:cubicBezTo>
                  <a:cubicBezTo>
                    <a:pt x="953" y="3850"/>
                    <a:pt x="1000" y="3868"/>
                    <a:pt x="1059" y="3868"/>
                  </a:cubicBezTo>
                  <a:cubicBezTo>
                    <a:pt x="1605" y="3868"/>
                    <a:pt x="3236" y="2285"/>
                    <a:pt x="3236" y="2285"/>
                  </a:cubicBezTo>
                  <a:cubicBezTo>
                    <a:pt x="3236" y="2285"/>
                    <a:pt x="3206" y="368"/>
                    <a:pt x="3060" y="324"/>
                  </a:cubicBezTo>
                  <a:cubicBezTo>
                    <a:pt x="3055" y="323"/>
                    <a:pt x="3049" y="322"/>
                    <a:pt x="3043" y="322"/>
                  </a:cubicBezTo>
                  <a:cubicBezTo>
                    <a:pt x="2888" y="322"/>
                    <a:pt x="2550" y="698"/>
                    <a:pt x="2606" y="1305"/>
                  </a:cubicBezTo>
                  <a:cubicBezTo>
                    <a:pt x="2606" y="1305"/>
                    <a:pt x="1389" y="1"/>
                    <a:pt x="1037" y="1"/>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2" name="Google Shape;482;p32"/>
            <p:cNvSpPr/>
            <p:nvPr/>
          </p:nvSpPr>
          <p:spPr>
            <a:xfrm>
              <a:off x="3326400" y="2847240"/>
              <a:ext cx="679680" cy="450360"/>
            </a:xfrm>
            <a:custGeom>
              <a:avLst/>
              <a:gdLst>
                <a:gd name="textAreaLeft" fmla="*/ 0 w 679680"/>
                <a:gd name="textAreaRight" fmla="*/ 680040 w 679680"/>
                <a:gd name="textAreaTop" fmla="*/ 0 h 450360"/>
                <a:gd name="textAreaBottom" fmla="*/ 450720 h 450360"/>
              </a:gdLst>
              <a:ahLst/>
              <a:cxnLst/>
              <a:rect l="textAreaLeft" t="textAreaTop" r="textAreaRight" b="textAreaBottom"/>
              <a:pathLst>
                <a:path w="12664" h="8392">
                  <a:moveTo>
                    <a:pt x="10117" y="0"/>
                  </a:moveTo>
                  <a:cubicBezTo>
                    <a:pt x="10117" y="0"/>
                    <a:pt x="6953" y="4771"/>
                    <a:pt x="5826" y="4771"/>
                  </a:cubicBezTo>
                  <a:cubicBezTo>
                    <a:pt x="5741" y="4771"/>
                    <a:pt x="5667" y="4744"/>
                    <a:pt x="5608" y="4685"/>
                  </a:cubicBezTo>
                  <a:cubicBezTo>
                    <a:pt x="3763" y="2840"/>
                    <a:pt x="2314" y="893"/>
                    <a:pt x="2314" y="893"/>
                  </a:cubicBezTo>
                  <a:lnTo>
                    <a:pt x="1" y="2416"/>
                  </a:lnTo>
                  <a:cubicBezTo>
                    <a:pt x="1" y="2416"/>
                    <a:pt x="2358" y="5578"/>
                    <a:pt x="2958" y="6354"/>
                  </a:cubicBezTo>
                  <a:cubicBezTo>
                    <a:pt x="3366" y="6882"/>
                    <a:pt x="4580" y="8391"/>
                    <a:pt x="6195" y="8391"/>
                  </a:cubicBezTo>
                  <a:cubicBezTo>
                    <a:pt x="6954" y="8391"/>
                    <a:pt x="7802" y="8057"/>
                    <a:pt x="8697" y="7130"/>
                  </a:cubicBezTo>
                  <a:cubicBezTo>
                    <a:pt x="11507" y="4246"/>
                    <a:pt x="12664" y="1830"/>
                    <a:pt x="12664" y="1830"/>
                  </a:cubicBezTo>
                  <a:lnTo>
                    <a:pt x="1011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3" name="Google Shape;483;p32"/>
            <p:cNvSpPr/>
            <p:nvPr/>
          </p:nvSpPr>
          <p:spPr>
            <a:xfrm>
              <a:off x="3738240" y="2818080"/>
              <a:ext cx="281160" cy="454680"/>
            </a:xfrm>
            <a:custGeom>
              <a:avLst/>
              <a:gdLst>
                <a:gd name="textAreaLeft" fmla="*/ 0 w 281160"/>
                <a:gd name="textAreaRight" fmla="*/ 281520 w 281160"/>
                <a:gd name="textAreaTop" fmla="*/ 0 h 454680"/>
                <a:gd name="textAreaBottom" fmla="*/ 455040 h 454680"/>
              </a:gdLst>
              <a:ahLst/>
              <a:cxnLst/>
              <a:rect l="textAreaLeft" t="textAreaTop" r="textAreaRight" b="textAreaBottom"/>
              <a:pathLst>
                <a:path w="5242" h="8473">
                  <a:moveTo>
                    <a:pt x="3624" y="0"/>
                  </a:moveTo>
                  <a:cubicBezTo>
                    <a:pt x="3438" y="0"/>
                    <a:pt x="3259" y="37"/>
                    <a:pt x="3104" y="99"/>
                  </a:cubicBezTo>
                  <a:cubicBezTo>
                    <a:pt x="2812" y="202"/>
                    <a:pt x="2563" y="392"/>
                    <a:pt x="2387" y="553"/>
                  </a:cubicBezTo>
                  <a:cubicBezTo>
                    <a:pt x="2197" y="743"/>
                    <a:pt x="2065" y="904"/>
                    <a:pt x="1948" y="1036"/>
                  </a:cubicBezTo>
                  <a:cubicBezTo>
                    <a:pt x="1816" y="1153"/>
                    <a:pt x="1743" y="1270"/>
                    <a:pt x="1699" y="1344"/>
                  </a:cubicBezTo>
                  <a:cubicBezTo>
                    <a:pt x="1640" y="1417"/>
                    <a:pt x="1626" y="1446"/>
                    <a:pt x="1626" y="1446"/>
                  </a:cubicBezTo>
                  <a:lnTo>
                    <a:pt x="1699" y="1373"/>
                  </a:lnTo>
                  <a:cubicBezTo>
                    <a:pt x="1743" y="1300"/>
                    <a:pt x="1831" y="1197"/>
                    <a:pt x="1948" y="1065"/>
                  </a:cubicBezTo>
                  <a:cubicBezTo>
                    <a:pt x="2080" y="919"/>
                    <a:pt x="2226" y="773"/>
                    <a:pt x="2402" y="612"/>
                  </a:cubicBezTo>
                  <a:cubicBezTo>
                    <a:pt x="2607" y="451"/>
                    <a:pt x="2826" y="275"/>
                    <a:pt x="3119" y="172"/>
                  </a:cubicBezTo>
                  <a:cubicBezTo>
                    <a:pt x="3267" y="126"/>
                    <a:pt x="3439" y="92"/>
                    <a:pt x="3616" y="92"/>
                  </a:cubicBezTo>
                  <a:cubicBezTo>
                    <a:pt x="3773" y="92"/>
                    <a:pt x="3934" y="118"/>
                    <a:pt x="4085" y="187"/>
                  </a:cubicBezTo>
                  <a:cubicBezTo>
                    <a:pt x="4437" y="319"/>
                    <a:pt x="4715" y="612"/>
                    <a:pt x="4890" y="978"/>
                  </a:cubicBezTo>
                  <a:cubicBezTo>
                    <a:pt x="5081" y="1344"/>
                    <a:pt x="5169" y="1783"/>
                    <a:pt x="5095" y="2222"/>
                  </a:cubicBezTo>
                  <a:cubicBezTo>
                    <a:pt x="5037" y="2661"/>
                    <a:pt x="4861" y="3100"/>
                    <a:pt x="4598" y="3496"/>
                  </a:cubicBezTo>
                  <a:cubicBezTo>
                    <a:pt x="4349" y="3905"/>
                    <a:pt x="4056" y="4271"/>
                    <a:pt x="3763" y="4623"/>
                  </a:cubicBezTo>
                  <a:cubicBezTo>
                    <a:pt x="3470" y="4960"/>
                    <a:pt x="3178" y="5296"/>
                    <a:pt x="2899" y="5604"/>
                  </a:cubicBezTo>
                  <a:cubicBezTo>
                    <a:pt x="2343" y="6233"/>
                    <a:pt x="1831" y="6760"/>
                    <a:pt x="1377" y="7199"/>
                  </a:cubicBezTo>
                  <a:cubicBezTo>
                    <a:pt x="938" y="7639"/>
                    <a:pt x="557" y="7961"/>
                    <a:pt x="294" y="8209"/>
                  </a:cubicBezTo>
                  <a:cubicBezTo>
                    <a:pt x="191" y="8312"/>
                    <a:pt x="74" y="8400"/>
                    <a:pt x="1" y="8473"/>
                  </a:cubicBezTo>
                  <a:cubicBezTo>
                    <a:pt x="74" y="8429"/>
                    <a:pt x="191" y="8327"/>
                    <a:pt x="323" y="8224"/>
                  </a:cubicBezTo>
                  <a:cubicBezTo>
                    <a:pt x="586" y="8005"/>
                    <a:pt x="982" y="7668"/>
                    <a:pt x="1435" y="7229"/>
                  </a:cubicBezTo>
                  <a:cubicBezTo>
                    <a:pt x="1889" y="6789"/>
                    <a:pt x="2416" y="6262"/>
                    <a:pt x="2973" y="5648"/>
                  </a:cubicBezTo>
                  <a:cubicBezTo>
                    <a:pt x="3251" y="5325"/>
                    <a:pt x="3544" y="5003"/>
                    <a:pt x="3836" y="4652"/>
                  </a:cubicBezTo>
                  <a:cubicBezTo>
                    <a:pt x="4129" y="4301"/>
                    <a:pt x="4422" y="3964"/>
                    <a:pt x="4671" y="3539"/>
                  </a:cubicBezTo>
                  <a:cubicBezTo>
                    <a:pt x="4934" y="3115"/>
                    <a:pt x="5110" y="2676"/>
                    <a:pt x="5183" y="2222"/>
                  </a:cubicBezTo>
                  <a:cubicBezTo>
                    <a:pt x="5242" y="1768"/>
                    <a:pt x="5169" y="1300"/>
                    <a:pt x="4964" y="919"/>
                  </a:cubicBezTo>
                  <a:cubicBezTo>
                    <a:pt x="4788" y="553"/>
                    <a:pt x="4495" y="246"/>
                    <a:pt x="4129" y="99"/>
                  </a:cubicBezTo>
                  <a:cubicBezTo>
                    <a:pt x="3963" y="30"/>
                    <a:pt x="3791" y="0"/>
                    <a:pt x="362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4" name="Google Shape;484;p32"/>
            <p:cNvSpPr/>
            <p:nvPr/>
          </p:nvSpPr>
          <p:spPr>
            <a:xfrm>
              <a:off x="3354840" y="2937600"/>
              <a:ext cx="121680" cy="77400"/>
            </a:xfrm>
            <a:custGeom>
              <a:avLst/>
              <a:gdLst>
                <a:gd name="textAreaLeft" fmla="*/ 0 w 121680"/>
                <a:gd name="textAreaRight" fmla="*/ 122040 w 121680"/>
                <a:gd name="textAreaTop" fmla="*/ 0 h 77400"/>
                <a:gd name="textAreaBottom" fmla="*/ 77760 h 77400"/>
              </a:gdLst>
              <a:ahLst/>
              <a:cxnLst/>
              <a:rect l="textAreaLeft" t="textAreaTop" r="textAreaRight" b="textAreaBottom"/>
              <a:pathLst>
                <a:path w="2270" h="1451">
                  <a:moveTo>
                    <a:pt x="2268" y="0"/>
                  </a:moveTo>
                  <a:cubicBezTo>
                    <a:pt x="2234" y="0"/>
                    <a:pt x="1745" y="332"/>
                    <a:pt x="1157" y="733"/>
                  </a:cubicBezTo>
                  <a:cubicBezTo>
                    <a:pt x="528" y="1128"/>
                    <a:pt x="1" y="1421"/>
                    <a:pt x="15" y="1450"/>
                  </a:cubicBezTo>
                  <a:cubicBezTo>
                    <a:pt x="30" y="1450"/>
                    <a:pt x="162" y="1392"/>
                    <a:pt x="381" y="1275"/>
                  </a:cubicBezTo>
                  <a:cubicBezTo>
                    <a:pt x="601" y="1172"/>
                    <a:pt x="894" y="996"/>
                    <a:pt x="1201" y="806"/>
                  </a:cubicBezTo>
                  <a:cubicBezTo>
                    <a:pt x="1523" y="601"/>
                    <a:pt x="1787" y="396"/>
                    <a:pt x="1977" y="250"/>
                  </a:cubicBezTo>
                  <a:cubicBezTo>
                    <a:pt x="2153" y="103"/>
                    <a:pt x="2270" y="16"/>
                    <a:pt x="2270" y="1"/>
                  </a:cubicBezTo>
                  <a:cubicBezTo>
                    <a:pt x="2270" y="1"/>
                    <a:pt x="2269" y="0"/>
                    <a:pt x="2268"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5" name="Google Shape;485;p32"/>
            <p:cNvSpPr/>
            <p:nvPr/>
          </p:nvSpPr>
          <p:spPr>
            <a:xfrm>
              <a:off x="3431880" y="2916000"/>
              <a:ext cx="21600" cy="19440"/>
            </a:xfrm>
            <a:custGeom>
              <a:avLst/>
              <a:gdLst>
                <a:gd name="textAreaLeft" fmla="*/ 0 w 21600"/>
                <a:gd name="textAreaRight" fmla="*/ 21960 w 21600"/>
                <a:gd name="textAreaTop" fmla="*/ 0 h 19440"/>
                <a:gd name="textAreaBottom" fmla="*/ 19800 h 19440"/>
              </a:gdLst>
              <a:ahLst/>
              <a:cxnLst/>
              <a:rect l="textAreaLeft" t="textAreaTop" r="textAreaRight" b="textAreaBottom"/>
              <a:pathLst>
                <a:path w="411" h="367">
                  <a:moveTo>
                    <a:pt x="222" y="49"/>
                  </a:moveTo>
                  <a:cubicBezTo>
                    <a:pt x="226" y="50"/>
                    <a:pt x="230" y="51"/>
                    <a:pt x="235" y="52"/>
                  </a:cubicBezTo>
                  <a:cubicBezTo>
                    <a:pt x="264" y="95"/>
                    <a:pt x="308" y="125"/>
                    <a:pt x="308" y="169"/>
                  </a:cubicBezTo>
                  <a:cubicBezTo>
                    <a:pt x="308" y="198"/>
                    <a:pt x="264" y="242"/>
                    <a:pt x="205" y="257"/>
                  </a:cubicBezTo>
                  <a:cubicBezTo>
                    <a:pt x="147" y="257"/>
                    <a:pt x="118" y="242"/>
                    <a:pt x="103" y="198"/>
                  </a:cubicBezTo>
                  <a:cubicBezTo>
                    <a:pt x="74" y="169"/>
                    <a:pt x="118" y="125"/>
                    <a:pt x="132" y="95"/>
                  </a:cubicBezTo>
                  <a:cubicBezTo>
                    <a:pt x="162" y="66"/>
                    <a:pt x="196" y="55"/>
                    <a:pt x="222" y="49"/>
                  </a:cubicBezTo>
                  <a:close/>
                  <a:moveTo>
                    <a:pt x="187" y="0"/>
                  </a:moveTo>
                  <a:cubicBezTo>
                    <a:pt x="165" y="0"/>
                    <a:pt x="147" y="8"/>
                    <a:pt x="132" y="22"/>
                  </a:cubicBezTo>
                  <a:cubicBezTo>
                    <a:pt x="103" y="37"/>
                    <a:pt x="103" y="52"/>
                    <a:pt x="103" y="52"/>
                  </a:cubicBezTo>
                  <a:cubicBezTo>
                    <a:pt x="59" y="95"/>
                    <a:pt x="0" y="139"/>
                    <a:pt x="30" y="242"/>
                  </a:cubicBezTo>
                  <a:cubicBezTo>
                    <a:pt x="30" y="314"/>
                    <a:pt x="99" y="367"/>
                    <a:pt x="181" y="367"/>
                  </a:cubicBezTo>
                  <a:cubicBezTo>
                    <a:pt x="198" y="367"/>
                    <a:pt x="216" y="364"/>
                    <a:pt x="235" y="359"/>
                  </a:cubicBezTo>
                  <a:cubicBezTo>
                    <a:pt x="322" y="344"/>
                    <a:pt x="410" y="271"/>
                    <a:pt x="396" y="183"/>
                  </a:cubicBezTo>
                  <a:cubicBezTo>
                    <a:pt x="381" y="95"/>
                    <a:pt x="322" y="37"/>
                    <a:pt x="264" y="22"/>
                  </a:cubicBezTo>
                  <a:cubicBezTo>
                    <a:pt x="235" y="8"/>
                    <a:pt x="209" y="0"/>
                    <a:pt x="18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6" name="Google Shape;486;p32"/>
            <p:cNvSpPr/>
            <p:nvPr/>
          </p:nvSpPr>
          <p:spPr>
            <a:xfrm>
              <a:off x="3868920" y="3102480"/>
              <a:ext cx="38880" cy="323640"/>
            </a:xfrm>
            <a:custGeom>
              <a:avLst/>
              <a:gdLst>
                <a:gd name="textAreaLeft" fmla="*/ 0 w 38880"/>
                <a:gd name="textAreaRight" fmla="*/ 39240 w 38880"/>
                <a:gd name="textAreaTop" fmla="*/ 0 h 323640"/>
                <a:gd name="textAreaBottom" fmla="*/ 324000 h 323640"/>
              </a:gdLst>
              <a:ahLst/>
              <a:cxnLst/>
              <a:rect l="textAreaLeft" t="textAreaTop" r="textAreaRight" b="textAreaBottom"/>
              <a:pathLst>
                <a:path w="733" h="6032">
                  <a:moveTo>
                    <a:pt x="733" y="0"/>
                  </a:moveTo>
                  <a:lnTo>
                    <a:pt x="733" y="0"/>
                  </a:lnTo>
                  <a:cubicBezTo>
                    <a:pt x="733" y="0"/>
                    <a:pt x="704" y="88"/>
                    <a:pt x="674" y="234"/>
                  </a:cubicBezTo>
                  <a:cubicBezTo>
                    <a:pt x="630" y="381"/>
                    <a:pt x="601" y="600"/>
                    <a:pt x="557" y="879"/>
                  </a:cubicBezTo>
                  <a:cubicBezTo>
                    <a:pt x="484" y="1406"/>
                    <a:pt x="382" y="2152"/>
                    <a:pt x="264" y="3001"/>
                  </a:cubicBezTo>
                  <a:cubicBezTo>
                    <a:pt x="177" y="3836"/>
                    <a:pt x="103" y="4597"/>
                    <a:pt x="45" y="5139"/>
                  </a:cubicBezTo>
                  <a:cubicBezTo>
                    <a:pt x="16" y="5417"/>
                    <a:pt x="1" y="5651"/>
                    <a:pt x="1" y="5797"/>
                  </a:cubicBezTo>
                  <a:lnTo>
                    <a:pt x="1" y="6032"/>
                  </a:lnTo>
                  <a:cubicBezTo>
                    <a:pt x="16" y="6032"/>
                    <a:pt x="16" y="5944"/>
                    <a:pt x="30" y="5783"/>
                  </a:cubicBezTo>
                  <a:cubicBezTo>
                    <a:pt x="45" y="5622"/>
                    <a:pt x="74" y="5402"/>
                    <a:pt x="103" y="5139"/>
                  </a:cubicBezTo>
                  <a:cubicBezTo>
                    <a:pt x="177" y="4568"/>
                    <a:pt x="264" y="3821"/>
                    <a:pt x="367" y="3001"/>
                  </a:cubicBezTo>
                  <a:cubicBezTo>
                    <a:pt x="469" y="2182"/>
                    <a:pt x="557" y="1450"/>
                    <a:pt x="630" y="879"/>
                  </a:cubicBezTo>
                  <a:cubicBezTo>
                    <a:pt x="660" y="615"/>
                    <a:pt x="689" y="395"/>
                    <a:pt x="704" y="234"/>
                  </a:cubicBezTo>
                  <a:cubicBezTo>
                    <a:pt x="733" y="88"/>
                    <a:pt x="733" y="0"/>
                    <a:pt x="73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7" name="Google Shape;487;p32"/>
            <p:cNvSpPr/>
            <p:nvPr/>
          </p:nvSpPr>
          <p:spPr>
            <a:xfrm>
              <a:off x="3957840" y="2795400"/>
              <a:ext cx="168840" cy="33480"/>
            </a:xfrm>
            <a:custGeom>
              <a:avLst/>
              <a:gdLst>
                <a:gd name="textAreaLeft" fmla="*/ 0 w 168840"/>
                <a:gd name="textAreaRight" fmla="*/ 169200 w 168840"/>
                <a:gd name="textAreaTop" fmla="*/ 0 h 33480"/>
                <a:gd name="textAreaBottom" fmla="*/ 33840 h 33480"/>
              </a:gdLst>
              <a:ahLst/>
              <a:cxnLst/>
              <a:rect l="textAreaLeft" t="textAreaTop" r="textAreaRight" b="textAreaBottom"/>
              <a:pathLst>
                <a:path w="3148" h="630">
                  <a:moveTo>
                    <a:pt x="1911" y="0"/>
                  </a:moveTo>
                  <a:cubicBezTo>
                    <a:pt x="1786" y="0"/>
                    <a:pt x="1656" y="7"/>
                    <a:pt x="1523" y="24"/>
                  </a:cubicBezTo>
                  <a:cubicBezTo>
                    <a:pt x="1069" y="83"/>
                    <a:pt x="659" y="215"/>
                    <a:pt x="410" y="347"/>
                  </a:cubicBezTo>
                  <a:cubicBezTo>
                    <a:pt x="264" y="434"/>
                    <a:pt x="176" y="478"/>
                    <a:pt x="103" y="537"/>
                  </a:cubicBezTo>
                  <a:lnTo>
                    <a:pt x="0" y="625"/>
                  </a:lnTo>
                  <a:cubicBezTo>
                    <a:pt x="4" y="628"/>
                    <a:pt x="9" y="630"/>
                    <a:pt x="15" y="630"/>
                  </a:cubicBezTo>
                  <a:cubicBezTo>
                    <a:pt x="65" y="630"/>
                    <a:pt x="207" y="538"/>
                    <a:pt x="439" y="434"/>
                  </a:cubicBezTo>
                  <a:cubicBezTo>
                    <a:pt x="718" y="303"/>
                    <a:pt x="1098" y="171"/>
                    <a:pt x="1537" y="112"/>
                  </a:cubicBezTo>
                  <a:cubicBezTo>
                    <a:pt x="1684" y="98"/>
                    <a:pt x="1827" y="91"/>
                    <a:pt x="1964" y="91"/>
                  </a:cubicBezTo>
                  <a:cubicBezTo>
                    <a:pt x="2237" y="91"/>
                    <a:pt x="2484" y="117"/>
                    <a:pt x="2679" y="156"/>
                  </a:cubicBezTo>
                  <a:cubicBezTo>
                    <a:pt x="2934" y="207"/>
                    <a:pt x="3099" y="247"/>
                    <a:pt x="3139" y="247"/>
                  </a:cubicBezTo>
                  <a:cubicBezTo>
                    <a:pt x="3145" y="247"/>
                    <a:pt x="3148" y="246"/>
                    <a:pt x="3148" y="244"/>
                  </a:cubicBezTo>
                  <a:cubicBezTo>
                    <a:pt x="3148" y="229"/>
                    <a:pt x="3118" y="215"/>
                    <a:pt x="3031" y="185"/>
                  </a:cubicBezTo>
                  <a:cubicBezTo>
                    <a:pt x="2957" y="156"/>
                    <a:pt x="2840" y="112"/>
                    <a:pt x="2694" y="83"/>
                  </a:cubicBezTo>
                  <a:cubicBezTo>
                    <a:pt x="2487" y="42"/>
                    <a:pt x="2214" y="0"/>
                    <a:pt x="191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18" name="Google Shape;488;p32"/>
          <p:cNvGrpSpPr/>
          <p:nvPr/>
        </p:nvGrpSpPr>
        <p:grpSpPr>
          <a:xfrm>
            <a:off x="686520" y="1968840"/>
            <a:ext cx="1181880" cy="2374200"/>
            <a:chOff x="686520" y="1968840"/>
            <a:chExt cx="1181880" cy="2374200"/>
          </a:xfrm>
        </p:grpSpPr>
        <p:sp>
          <p:nvSpPr>
            <p:cNvPr id="419" name="Google Shape;489;p32"/>
            <p:cNvSpPr/>
            <p:nvPr/>
          </p:nvSpPr>
          <p:spPr>
            <a:xfrm>
              <a:off x="1697400" y="2910600"/>
              <a:ext cx="171000" cy="106920"/>
            </a:xfrm>
            <a:custGeom>
              <a:avLst/>
              <a:gdLst>
                <a:gd name="textAreaLeft" fmla="*/ 0 w 171000"/>
                <a:gd name="textAreaRight" fmla="*/ 171360 w 171000"/>
                <a:gd name="textAreaTop" fmla="*/ 0 h 106920"/>
                <a:gd name="textAreaBottom" fmla="*/ 107280 h 106920"/>
              </a:gdLst>
              <a:ahLst/>
              <a:cxnLst/>
              <a:rect l="textAreaLeft" t="textAreaTop" r="textAreaRight" b="textAreaBottom"/>
              <a:pathLst>
                <a:path w="3192" h="1995">
                  <a:moveTo>
                    <a:pt x="1538" y="0"/>
                  </a:moveTo>
                  <a:lnTo>
                    <a:pt x="44" y="527"/>
                  </a:lnTo>
                  <a:cubicBezTo>
                    <a:pt x="44" y="527"/>
                    <a:pt x="0" y="952"/>
                    <a:pt x="44" y="1186"/>
                  </a:cubicBezTo>
                  <a:cubicBezTo>
                    <a:pt x="118" y="1449"/>
                    <a:pt x="776" y="1537"/>
                    <a:pt x="776" y="1537"/>
                  </a:cubicBezTo>
                  <a:cubicBezTo>
                    <a:pt x="776" y="1537"/>
                    <a:pt x="615" y="1611"/>
                    <a:pt x="557" y="1889"/>
                  </a:cubicBezTo>
                  <a:cubicBezTo>
                    <a:pt x="546" y="1964"/>
                    <a:pt x="583" y="1994"/>
                    <a:pt x="651" y="1994"/>
                  </a:cubicBezTo>
                  <a:cubicBezTo>
                    <a:pt x="850" y="1994"/>
                    <a:pt x="1309" y="1733"/>
                    <a:pt x="1582" y="1537"/>
                  </a:cubicBezTo>
                  <a:cubicBezTo>
                    <a:pt x="1977" y="1303"/>
                    <a:pt x="1991" y="732"/>
                    <a:pt x="1991" y="732"/>
                  </a:cubicBezTo>
                  <a:cubicBezTo>
                    <a:pt x="1991" y="732"/>
                    <a:pt x="2701" y="1326"/>
                    <a:pt x="2957" y="1326"/>
                  </a:cubicBezTo>
                  <a:cubicBezTo>
                    <a:pt x="2974" y="1326"/>
                    <a:pt x="2989" y="1323"/>
                    <a:pt x="3002" y="1318"/>
                  </a:cubicBezTo>
                  <a:cubicBezTo>
                    <a:pt x="3192" y="1230"/>
                    <a:pt x="1977" y="88"/>
                    <a:pt x="1977" y="88"/>
                  </a:cubicBezTo>
                  <a:lnTo>
                    <a:pt x="1538" y="0"/>
                  </a:lnTo>
                  <a:close/>
                </a:path>
              </a:pathLst>
            </a:custGeom>
            <a:solidFill>
              <a:srgbClr val="AC6E53"/>
            </a:solidFill>
            <a:ln w="0">
              <a:noFill/>
            </a:ln>
          </p:spPr>
          <p:style>
            <a:lnRef idx="0">
              <a:scrgbClr r="0" g="0" b="0"/>
            </a:lnRef>
            <a:fillRef idx="0">
              <a:scrgbClr r="0" g="0" b="0"/>
            </a:fillRef>
            <a:effectRef idx="0">
              <a:scrgbClr r="0" g="0" b="0"/>
            </a:effectRef>
            <a:fontRef idx="minor"/>
          </p:style>
          <p:txBody>
            <a:bodyPr tIns="53640" bIns="53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0" name="Google Shape;490;p32"/>
            <p:cNvSpPr/>
            <p:nvPr/>
          </p:nvSpPr>
          <p:spPr>
            <a:xfrm>
              <a:off x="1140120" y="2869560"/>
              <a:ext cx="231480" cy="176400"/>
            </a:xfrm>
            <a:custGeom>
              <a:avLst/>
              <a:gdLst>
                <a:gd name="textAreaLeft" fmla="*/ 0 w 231480"/>
                <a:gd name="textAreaRight" fmla="*/ 231840 w 231480"/>
                <a:gd name="textAreaTop" fmla="*/ 0 h 176400"/>
                <a:gd name="textAreaBottom" fmla="*/ 176760 h 176400"/>
              </a:gdLst>
              <a:ahLst/>
              <a:cxnLst/>
              <a:rect l="textAreaLeft" t="textAreaTop" r="textAreaRight" b="textAreaBottom"/>
              <a:pathLst>
                <a:path w="4319" h="3291">
                  <a:moveTo>
                    <a:pt x="3153" y="0"/>
                  </a:moveTo>
                  <a:cubicBezTo>
                    <a:pt x="2756" y="0"/>
                    <a:pt x="1318" y="389"/>
                    <a:pt x="1318" y="389"/>
                  </a:cubicBezTo>
                  <a:cubicBezTo>
                    <a:pt x="1318" y="389"/>
                    <a:pt x="0" y="2863"/>
                    <a:pt x="512" y="3009"/>
                  </a:cubicBezTo>
                  <a:cubicBezTo>
                    <a:pt x="512" y="3009"/>
                    <a:pt x="2089" y="3291"/>
                    <a:pt x="2625" y="3291"/>
                  </a:cubicBezTo>
                  <a:cubicBezTo>
                    <a:pt x="2700" y="3291"/>
                    <a:pt x="2755" y="3285"/>
                    <a:pt x="2782" y="3273"/>
                  </a:cubicBezTo>
                  <a:cubicBezTo>
                    <a:pt x="3001" y="3185"/>
                    <a:pt x="2138" y="2731"/>
                    <a:pt x="2137" y="2731"/>
                  </a:cubicBezTo>
                  <a:lnTo>
                    <a:pt x="2137" y="2731"/>
                  </a:lnTo>
                  <a:cubicBezTo>
                    <a:pt x="2138" y="2731"/>
                    <a:pt x="2840" y="2980"/>
                    <a:pt x="3159" y="2980"/>
                  </a:cubicBezTo>
                  <a:cubicBezTo>
                    <a:pt x="3202" y="2980"/>
                    <a:pt x="3238" y="2976"/>
                    <a:pt x="3265" y="2965"/>
                  </a:cubicBezTo>
                  <a:cubicBezTo>
                    <a:pt x="3484" y="2877"/>
                    <a:pt x="2299" y="2145"/>
                    <a:pt x="2298" y="2145"/>
                  </a:cubicBezTo>
                  <a:lnTo>
                    <a:pt x="2298" y="2145"/>
                  </a:lnTo>
                  <a:cubicBezTo>
                    <a:pt x="2299" y="2145"/>
                    <a:pt x="3142" y="2603"/>
                    <a:pt x="3508" y="2603"/>
                  </a:cubicBezTo>
                  <a:cubicBezTo>
                    <a:pt x="3581" y="2603"/>
                    <a:pt x="3636" y="2584"/>
                    <a:pt x="3660" y="2541"/>
                  </a:cubicBezTo>
                  <a:cubicBezTo>
                    <a:pt x="3806" y="2277"/>
                    <a:pt x="2504" y="1472"/>
                    <a:pt x="2503" y="1472"/>
                  </a:cubicBezTo>
                  <a:lnTo>
                    <a:pt x="2503" y="1472"/>
                  </a:lnTo>
                  <a:cubicBezTo>
                    <a:pt x="2504" y="1472"/>
                    <a:pt x="3513" y="1998"/>
                    <a:pt x="3945" y="1998"/>
                  </a:cubicBezTo>
                  <a:cubicBezTo>
                    <a:pt x="4023" y="1998"/>
                    <a:pt x="4082" y="1981"/>
                    <a:pt x="4114" y="1940"/>
                  </a:cubicBezTo>
                  <a:cubicBezTo>
                    <a:pt x="4319" y="1691"/>
                    <a:pt x="2445" y="740"/>
                    <a:pt x="2445" y="740"/>
                  </a:cubicBezTo>
                  <a:cubicBezTo>
                    <a:pt x="3074" y="608"/>
                    <a:pt x="3352" y="154"/>
                    <a:pt x="3250" y="23"/>
                  </a:cubicBezTo>
                  <a:cubicBezTo>
                    <a:pt x="3240" y="7"/>
                    <a:pt x="3205" y="0"/>
                    <a:pt x="3153" y="0"/>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88200" bIns="88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1" name="Google Shape;491;p32"/>
            <p:cNvSpPr/>
            <p:nvPr/>
          </p:nvSpPr>
          <p:spPr>
            <a:xfrm>
              <a:off x="686520" y="2371320"/>
              <a:ext cx="523800" cy="661680"/>
            </a:xfrm>
            <a:custGeom>
              <a:avLst/>
              <a:gdLst>
                <a:gd name="textAreaLeft" fmla="*/ 0 w 523800"/>
                <a:gd name="textAreaRight" fmla="*/ 524160 w 523800"/>
                <a:gd name="textAreaTop" fmla="*/ 0 h 661680"/>
                <a:gd name="textAreaBottom" fmla="*/ 662040 h 661680"/>
              </a:gdLst>
              <a:ahLst/>
              <a:cxnLst/>
              <a:rect l="textAreaLeft" t="textAreaTop" r="textAreaRight" b="textAreaBottom"/>
              <a:pathLst>
                <a:path w="9765" h="12327">
                  <a:moveTo>
                    <a:pt x="6002" y="0"/>
                  </a:moveTo>
                  <a:cubicBezTo>
                    <a:pt x="6002" y="0"/>
                    <a:pt x="4011" y="1757"/>
                    <a:pt x="2006" y="5256"/>
                  </a:cubicBezTo>
                  <a:cubicBezTo>
                    <a:pt x="0" y="8726"/>
                    <a:pt x="3426" y="10190"/>
                    <a:pt x="4348" y="10556"/>
                  </a:cubicBezTo>
                  <a:cubicBezTo>
                    <a:pt x="5256" y="10922"/>
                    <a:pt x="8945" y="12327"/>
                    <a:pt x="8945" y="12327"/>
                  </a:cubicBezTo>
                  <a:lnTo>
                    <a:pt x="9765" y="9677"/>
                  </a:lnTo>
                  <a:cubicBezTo>
                    <a:pt x="9765" y="9677"/>
                    <a:pt x="7510" y="8799"/>
                    <a:pt x="5226" y="7540"/>
                  </a:cubicBezTo>
                  <a:cubicBezTo>
                    <a:pt x="4187" y="6954"/>
                    <a:pt x="7861" y="2694"/>
                    <a:pt x="7861" y="2694"/>
                  </a:cubicBezTo>
                  <a:lnTo>
                    <a:pt x="6002"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2" name="Google Shape;492;p32"/>
            <p:cNvSpPr/>
            <p:nvPr/>
          </p:nvSpPr>
          <p:spPr>
            <a:xfrm>
              <a:off x="946440" y="2131560"/>
              <a:ext cx="280800" cy="300240"/>
            </a:xfrm>
            <a:custGeom>
              <a:avLst/>
              <a:gdLst>
                <a:gd name="textAreaLeft" fmla="*/ 0 w 280800"/>
                <a:gd name="textAreaRight" fmla="*/ 281160 w 280800"/>
                <a:gd name="textAreaTop" fmla="*/ 0 h 300240"/>
                <a:gd name="textAreaBottom" fmla="*/ 300600 h 300240"/>
              </a:gdLst>
              <a:ahLst/>
              <a:cxnLst/>
              <a:rect l="textAreaLeft" t="textAreaTop" r="textAreaRight" b="textAreaBottom"/>
              <a:pathLst>
                <a:path w="5233" h="5601">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3" name="Google Shape;493;p32"/>
            <p:cNvSpPr/>
            <p:nvPr/>
          </p:nvSpPr>
          <p:spPr>
            <a:xfrm>
              <a:off x="1153080" y="1968840"/>
              <a:ext cx="398520" cy="408600"/>
            </a:xfrm>
            <a:custGeom>
              <a:avLst/>
              <a:gdLst>
                <a:gd name="textAreaLeft" fmla="*/ 0 w 398520"/>
                <a:gd name="textAreaRight" fmla="*/ 398880 w 398520"/>
                <a:gd name="textAreaTop" fmla="*/ 0 h 408600"/>
                <a:gd name="textAreaBottom" fmla="*/ 408960 h 40860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4" name="Google Shape;494;p32"/>
            <p:cNvSpPr/>
            <p:nvPr/>
          </p:nvSpPr>
          <p:spPr>
            <a:xfrm>
              <a:off x="968400" y="2303280"/>
              <a:ext cx="519480" cy="729000"/>
            </a:xfrm>
            <a:custGeom>
              <a:avLst/>
              <a:gdLst>
                <a:gd name="textAreaLeft" fmla="*/ 0 w 519480"/>
                <a:gd name="textAreaRight" fmla="*/ 519840 w 519480"/>
                <a:gd name="textAreaTop" fmla="*/ 0 h 729000"/>
                <a:gd name="textAreaBottom" fmla="*/ 729360 h 729000"/>
              </a:gdLst>
              <a:ahLst/>
              <a:cxnLst/>
              <a:rect l="textAreaLeft" t="textAreaTop" r="textAreaRight" b="textAreaBottom"/>
              <a:pathLst>
                <a:path w="9678" h="13585">
                  <a:moveTo>
                    <a:pt x="5478" y="0"/>
                  </a:moveTo>
                  <a:cubicBezTo>
                    <a:pt x="4158" y="0"/>
                    <a:pt x="2567" y="129"/>
                    <a:pt x="1713" y="610"/>
                  </a:cubicBezTo>
                  <a:cubicBezTo>
                    <a:pt x="1713" y="610"/>
                    <a:pt x="264" y="1225"/>
                    <a:pt x="1" y="2088"/>
                  </a:cubicBezTo>
                  <a:lnTo>
                    <a:pt x="2826" y="8222"/>
                  </a:lnTo>
                  <a:lnTo>
                    <a:pt x="689" y="13009"/>
                  </a:lnTo>
                  <a:cubicBezTo>
                    <a:pt x="689" y="13009"/>
                    <a:pt x="3730" y="13584"/>
                    <a:pt x="6387" y="13584"/>
                  </a:cubicBezTo>
                  <a:cubicBezTo>
                    <a:pt x="7730" y="13584"/>
                    <a:pt x="8974" y="13437"/>
                    <a:pt x="9677" y="12995"/>
                  </a:cubicBezTo>
                  <a:lnTo>
                    <a:pt x="8038" y="7856"/>
                  </a:lnTo>
                  <a:cubicBezTo>
                    <a:pt x="9556" y="4662"/>
                    <a:pt x="8327" y="179"/>
                    <a:pt x="7794" y="179"/>
                  </a:cubicBezTo>
                  <a:cubicBezTo>
                    <a:pt x="7782" y="179"/>
                    <a:pt x="7771" y="181"/>
                    <a:pt x="7760" y="185"/>
                  </a:cubicBezTo>
                  <a:cubicBezTo>
                    <a:pt x="7754" y="186"/>
                    <a:pt x="7749" y="187"/>
                    <a:pt x="7744" y="187"/>
                  </a:cubicBezTo>
                  <a:cubicBezTo>
                    <a:pt x="7690" y="187"/>
                    <a:pt x="7637" y="127"/>
                    <a:pt x="7584" y="127"/>
                  </a:cubicBezTo>
                  <a:cubicBezTo>
                    <a:pt x="7343" y="76"/>
                    <a:pt x="6490" y="0"/>
                    <a:pt x="547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5" name="Google Shape;495;p32"/>
            <p:cNvSpPr/>
            <p:nvPr/>
          </p:nvSpPr>
          <p:spPr>
            <a:xfrm>
              <a:off x="1129680" y="2302920"/>
              <a:ext cx="168840" cy="336240"/>
            </a:xfrm>
            <a:custGeom>
              <a:avLst/>
              <a:gdLst>
                <a:gd name="textAreaLeft" fmla="*/ 0 w 168840"/>
                <a:gd name="textAreaRight" fmla="*/ 169200 w 168840"/>
                <a:gd name="textAreaTop" fmla="*/ 0 h 336240"/>
                <a:gd name="textAreaBottom" fmla="*/ 336600 h 336240"/>
              </a:gdLst>
              <a:ahLst/>
              <a:cxnLst/>
              <a:rect l="textAreaLeft" t="textAreaTop" r="textAreaRight" b="textAreaBottom"/>
              <a:pathLst>
                <a:path w="3149" h="6269">
                  <a:moveTo>
                    <a:pt x="2206" y="0"/>
                  </a:moveTo>
                  <a:cubicBezTo>
                    <a:pt x="1444" y="0"/>
                    <a:pt x="431" y="36"/>
                    <a:pt x="1" y="208"/>
                  </a:cubicBezTo>
                  <a:lnTo>
                    <a:pt x="3148" y="6269"/>
                  </a:lnTo>
                  <a:lnTo>
                    <a:pt x="3148" y="17"/>
                  </a:lnTo>
                  <a:cubicBezTo>
                    <a:pt x="3148" y="17"/>
                    <a:pt x="2739" y="0"/>
                    <a:pt x="220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6" name="Google Shape;496;p32"/>
            <p:cNvSpPr/>
            <p:nvPr/>
          </p:nvSpPr>
          <p:spPr>
            <a:xfrm>
              <a:off x="812880" y="2925000"/>
              <a:ext cx="645120" cy="1364400"/>
            </a:xfrm>
            <a:custGeom>
              <a:avLst/>
              <a:gdLst>
                <a:gd name="textAreaLeft" fmla="*/ 0 w 645120"/>
                <a:gd name="textAreaRight" fmla="*/ 645480 w 645120"/>
                <a:gd name="textAreaTop" fmla="*/ 0 h 1364400"/>
                <a:gd name="textAreaBottom" fmla="*/ 1364760 h 1364400"/>
              </a:gdLst>
              <a:ahLst/>
              <a:cxnLst/>
              <a:rect l="textAreaLeft" t="textAreaTop" r="textAreaRight" b="textAreaBottom"/>
              <a:pathLst>
                <a:path w="12020" h="25415">
                  <a:moveTo>
                    <a:pt x="12019" y="1"/>
                  </a:moveTo>
                  <a:lnTo>
                    <a:pt x="8154" y="718"/>
                  </a:lnTo>
                  <a:cubicBezTo>
                    <a:pt x="5973" y="10658"/>
                    <a:pt x="0" y="23380"/>
                    <a:pt x="0" y="23380"/>
                  </a:cubicBezTo>
                  <a:lnTo>
                    <a:pt x="3309" y="25415"/>
                  </a:lnTo>
                  <a:cubicBezTo>
                    <a:pt x="11009" y="10205"/>
                    <a:pt x="12019" y="1"/>
                    <a:pt x="12019" y="1"/>
                  </a:cubicBezTo>
                  <a:close/>
                </a:path>
              </a:pathLst>
            </a:custGeom>
            <a:solidFill>
              <a:srgbClr val="AC6E5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7" name="Google Shape;497;p32"/>
            <p:cNvSpPr/>
            <p:nvPr/>
          </p:nvSpPr>
          <p:spPr>
            <a:xfrm>
              <a:off x="1018800" y="2907720"/>
              <a:ext cx="685800" cy="1414800"/>
            </a:xfrm>
            <a:custGeom>
              <a:avLst/>
              <a:gdLst>
                <a:gd name="textAreaLeft" fmla="*/ 0 w 685800"/>
                <a:gd name="textAreaRight" fmla="*/ 686160 w 685800"/>
                <a:gd name="textAreaTop" fmla="*/ 0 h 1414800"/>
                <a:gd name="textAreaBottom" fmla="*/ 1415160 h 1414800"/>
              </a:gdLst>
              <a:ahLst/>
              <a:cxnLst/>
              <a:rect l="textAreaLeft" t="textAreaTop" r="textAreaRight" b="textAreaBottom"/>
              <a:pathLst>
                <a:path w="12781" h="26352">
                  <a:moveTo>
                    <a:pt x="5168" y="1"/>
                  </a:moveTo>
                  <a:lnTo>
                    <a:pt x="1" y="1743"/>
                  </a:lnTo>
                  <a:cubicBezTo>
                    <a:pt x="1" y="1743"/>
                    <a:pt x="2855" y="15006"/>
                    <a:pt x="9794" y="26352"/>
                  </a:cubicBezTo>
                  <a:lnTo>
                    <a:pt x="12781" y="24741"/>
                  </a:lnTo>
                  <a:cubicBezTo>
                    <a:pt x="12781" y="24741"/>
                    <a:pt x="4905" y="8243"/>
                    <a:pt x="5168" y="1"/>
                  </a:cubicBezTo>
                  <a:close/>
                </a:path>
              </a:pathLst>
            </a:custGeom>
            <a:solidFill>
              <a:srgbClr val="AC6E5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8" name="Google Shape;498;p32"/>
            <p:cNvSpPr/>
            <p:nvPr/>
          </p:nvSpPr>
          <p:spPr>
            <a:xfrm>
              <a:off x="1128240" y="2017080"/>
              <a:ext cx="270000" cy="341280"/>
            </a:xfrm>
            <a:custGeom>
              <a:avLst/>
              <a:gdLst>
                <a:gd name="textAreaLeft" fmla="*/ 0 w 270000"/>
                <a:gd name="textAreaRight" fmla="*/ 270360 w 270000"/>
                <a:gd name="textAreaTop" fmla="*/ 0 h 341280"/>
                <a:gd name="textAreaBottom" fmla="*/ 341640 h 341280"/>
              </a:gdLst>
              <a:ahLst/>
              <a:cxnLst/>
              <a:rect l="textAreaLeft" t="textAreaTop" r="textAreaRight" b="textAreaBottom"/>
              <a:pathLst>
                <a:path w="5037" h="6363">
                  <a:moveTo>
                    <a:pt x="2619" y="0"/>
                  </a:moveTo>
                  <a:cubicBezTo>
                    <a:pt x="1389" y="0"/>
                    <a:pt x="1333" y="587"/>
                    <a:pt x="1333" y="587"/>
                  </a:cubicBezTo>
                  <a:lnTo>
                    <a:pt x="1333" y="1582"/>
                  </a:lnTo>
                  <a:cubicBezTo>
                    <a:pt x="1333" y="1582"/>
                    <a:pt x="999" y="1350"/>
                    <a:pt x="682" y="1350"/>
                  </a:cubicBezTo>
                  <a:cubicBezTo>
                    <a:pt x="447" y="1350"/>
                    <a:pt x="222" y="1477"/>
                    <a:pt x="147" y="1919"/>
                  </a:cubicBezTo>
                  <a:cubicBezTo>
                    <a:pt x="0" y="2724"/>
                    <a:pt x="791" y="2885"/>
                    <a:pt x="791" y="2885"/>
                  </a:cubicBezTo>
                  <a:lnTo>
                    <a:pt x="601" y="5242"/>
                  </a:lnTo>
                  <a:cubicBezTo>
                    <a:pt x="586" y="5564"/>
                    <a:pt x="674" y="5871"/>
                    <a:pt x="893" y="6091"/>
                  </a:cubicBezTo>
                  <a:cubicBezTo>
                    <a:pt x="1098" y="6290"/>
                    <a:pt x="1332" y="6362"/>
                    <a:pt x="1565" y="6362"/>
                  </a:cubicBezTo>
                  <a:cubicBezTo>
                    <a:pt x="1915" y="6362"/>
                    <a:pt x="2260" y="6197"/>
                    <a:pt x="2489" y="6047"/>
                  </a:cubicBezTo>
                  <a:cubicBezTo>
                    <a:pt x="2665" y="5930"/>
                    <a:pt x="2782" y="5740"/>
                    <a:pt x="2782" y="5520"/>
                  </a:cubicBezTo>
                  <a:lnTo>
                    <a:pt x="2782" y="4905"/>
                  </a:lnTo>
                  <a:lnTo>
                    <a:pt x="3646" y="4905"/>
                  </a:lnTo>
                  <a:cubicBezTo>
                    <a:pt x="5036" y="4832"/>
                    <a:pt x="4788" y="382"/>
                    <a:pt x="4788" y="382"/>
                  </a:cubicBezTo>
                  <a:cubicBezTo>
                    <a:pt x="4788" y="43"/>
                    <a:pt x="4135" y="30"/>
                    <a:pt x="4038" y="30"/>
                  </a:cubicBezTo>
                  <a:cubicBezTo>
                    <a:pt x="4030" y="30"/>
                    <a:pt x="4026" y="30"/>
                    <a:pt x="4026" y="30"/>
                  </a:cubicBezTo>
                  <a:lnTo>
                    <a:pt x="2709" y="1"/>
                  </a:lnTo>
                  <a:cubicBezTo>
                    <a:pt x="2678" y="0"/>
                    <a:pt x="2648" y="0"/>
                    <a:pt x="2619" y="0"/>
                  </a:cubicBezTo>
                  <a:close/>
                </a:path>
              </a:pathLst>
            </a:custGeom>
            <a:solidFill>
              <a:srgbClr val="AC6E5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9" name="Google Shape;499;p32"/>
            <p:cNvSpPr/>
            <p:nvPr/>
          </p:nvSpPr>
          <p:spPr>
            <a:xfrm>
              <a:off x="1329480" y="2127960"/>
              <a:ext cx="13680" cy="70560"/>
            </a:xfrm>
            <a:custGeom>
              <a:avLst/>
              <a:gdLst>
                <a:gd name="textAreaLeft" fmla="*/ 0 w 13680"/>
                <a:gd name="textAreaRight" fmla="*/ 14040 w 13680"/>
                <a:gd name="textAreaTop" fmla="*/ 0 h 70560"/>
                <a:gd name="textAreaBottom" fmla="*/ 70920 h 70560"/>
              </a:gdLst>
              <a:ahLst/>
              <a:cxnLst/>
              <a:rect l="textAreaLeft" t="textAreaTop" r="textAreaRight" b="textAreaBottom"/>
              <a:pathLst>
                <a:path w="264" h="1318">
                  <a:moveTo>
                    <a:pt x="205" y="0"/>
                  </a:moveTo>
                  <a:cubicBezTo>
                    <a:pt x="190" y="0"/>
                    <a:pt x="161" y="322"/>
                    <a:pt x="161" y="732"/>
                  </a:cubicBezTo>
                  <a:cubicBezTo>
                    <a:pt x="161" y="908"/>
                    <a:pt x="205" y="1113"/>
                    <a:pt x="147" y="1201"/>
                  </a:cubicBezTo>
                  <a:cubicBezTo>
                    <a:pt x="132" y="1245"/>
                    <a:pt x="88" y="1274"/>
                    <a:pt x="59" y="1274"/>
                  </a:cubicBezTo>
                  <a:cubicBezTo>
                    <a:pt x="15" y="1288"/>
                    <a:pt x="0" y="1288"/>
                    <a:pt x="0" y="1288"/>
                  </a:cubicBezTo>
                  <a:cubicBezTo>
                    <a:pt x="0" y="1288"/>
                    <a:pt x="15" y="1318"/>
                    <a:pt x="59" y="1318"/>
                  </a:cubicBezTo>
                  <a:cubicBezTo>
                    <a:pt x="88" y="1318"/>
                    <a:pt x="147" y="1274"/>
                    <a:pt x="205" y="1215"/>
                  </a:cubicBezTo>
                  <a:cubicBezTo>
                    <a:pt x="234" y="1171"/>
                    <a:pt x="264" y="1084"/>
                    <a:pt x="264" y="981"/>
                  </a:cubicBezTo>
                  <a:lnTo>
                    <a:pt x="264" y="718"/>
                  </a:lnTo>
                  <a:cubicBezTo>
                    <a:pt x="264" y="322"/>
                    <a:pt x="220" y="0"/>
                    <a:pt x="2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0" name="Google Shape;500;p32"/>
            <p:cNvSpPr/>
            <p:nvPr/>
          </p:nvSpPr>
          <p:spPr>
            <a:xfrm>
              <a:off x="1287000" y="2129400"/>
              <a:ext cx="5400" cy="17640"/>
            </a:xfrm>
            <a:custGeom>
              <a:avLst/>
              <a:gdLst>
                <a:gd name="textAreaLeft" fmla="*/ 0 w 5400"/>
                <a:gd name="textAreaRight" fmla="*/ 5760 w 5400"/>
                <a:gd name="textAreaTop" fmla="*/ 0 h 17640"/>
                <a:gd name="textAreaBottom" fmla="*/ 18000 h 17640"/>
              </a:gdLst>
              <a:ahLst/>
              <a:cxnLst/>
              <a:rect l="textAreaLeft" t="textAreaTop" r="textAreaRight" b="textAreaBottom"/>
              <a:pathLst>
                <a:path w="104" h="338">
                  <a:moveTo>
                    <a:pt x="45" y="0"/>
                  </a:moveTo>
                  <a:cubicBezTo>
                    <a:pt x="30" y="0"/>
                    <a:pt x="1" y="103"/>
                    <a:pt x="1" y="176"/>
                  </a:cubicBezTo>
                  <a:cubicBezTo>
                    <a:pt x="1" y="264"/>
                    <a:pt x="45" y="337"/>
                    <a:pt x="59" y="337"/>
                  </a:cubicBezTo>
                  <a:cubicBezTo>
                    <a:pt x="74" y="337"/>
                    <a:pt x="103" y="264"/>
                    <a:pt x="103" y="176"/>
                  </a:cubicBezTo>
                  <a:cubicBezTo>
                    <a:pt x="103" y="74"/>
                    <a:pt x="59" y="0"/>
                    <a:pt x="4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1" name="Google Shape;501;p32"/>
            <p:cNvSpPr/>
            <p:nvPr/>
          </p:nvSpPr>
          <p:spPr>
            <a:xfrm>
              <a:off x="1364040" y="2128680"/>
              <a:ext cx="5040" cy="17640"/>
            </a:xfrm>
            <a:custGeom>
              <a:avLst/>
              <a:gdLst>
                <a:gd name="textAreaLeft" fmla="*/ 0 w 5040"/>
                <a:gd name="textAreaRight" fmla="*/ 5400 w 5040"/>
                <a:gd name="textAreaTop" fmla="*/ 0 h 17640"/>
                <a:gd name="textAreaBottom" fmla="*/ 18000 h 17640"/>
              </a:gdLst>
              <a:ahLst/>
              <a:cxnLst/>
              <a:rect l="textAreaLeft" t="textAreaTop" r="textAreaRight" b="textAreaBottom"/>
              <a:pathLst>
                <a:path w="103" h="338">
                  <a:moveTo>
                    <a:pt x="59" y="1"/>
                  </a:moveTo>
                  <a:cubicBezTo>
                    <a:pt x="15" y="1"/>
                    <a:pt x="0" y="74"/>
                    <a:pt x="15" y="162"/>
                  </a:cubicBezTo>
                  <a:cubicBezTo>
                    <a:pt x="15" y="264"/>
                    <a:pt x="59" y="338"/>
                    <a:pt x="74" y="338"/>
                  </a:cubicBezTo>
                  <a:cubicBezTo>
                    <a:pt x="88" y="338"/>
                    <a:pt x="103" y="264"/>
                    <a:pt x="103" y="162"/>
                  </a:cubicBezTo>
                  <a:cubicBezTo>
                    <a:pt x="103" y="74"/>
                    <a:pt x="74" y="1"/>
                    <a:pt x="5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2" name="Google Shape;502;p32"/>
            <p:cNvSpPr/>
            <p:nvPr/>
          </p:nvSpPr>
          <p:spPr>
            <a:xfrm>
              <a:off x="1237320" y="2253600"/>
              <a:ext cx="41400" cy="74520"/>
            </a:xfrm>
            <a:custGeom>
              <a:avLst/>
              <a:gdLst>
                <a:gd name="textAreaLeft" fmla="*/ 0 w 41400"/>
                <a:gd name="textAreaRight" fmla="*/ 41760 w 41400"/>
                <a:gd name="textAreaTop" fmla="*/ 0 h 74520"/>
                <a:gd name="textAreaBottom" fmla="*/ 74880 h 74520"/>
              </a:gdLst>
              <a:ahLst/>
              <a:cxnLst/>
              <a:rect l="textAreaLeft" t="textAreaTop" r="textAreaRight" b="textAreaBottom"/>
              <a:pathLst>
                <a:path w="777" h="1392">
                  <a:moveTo>
                    <a:pt x="15" y="1"/>
                  </a:moveTo>
                  <a:lnTo>
                    <a:pt x="15" y="1"/>
                  </a:lnTo>
                  <a:cubicBezTo>
                    <a:pt x="0" y="235"/>
                    <a:pt x="0" y="498"/>
                    <a:pt x="74" y="733"/>
                  </a:cubicBezTo>
                  <a:cubicBezTo>
                    <a:pt x="147" y="967"/>
                    <a:pt x="293" y="1186"/>
                    <a:pt x="513" y="1303"/>
                  </a:cubicBezTo>
                  <a:cubicBezTo>
                    <a:pt x="586" y="1333"/>
                    <a:pt x="703" y="1391"/>
                    <a:pt x="703" y="1391"/>
                  </a:cubicBezTo>
                  <a:cubicBezTo>
                    <a:pt x="703" y="1377"/>
                    <a:pt x="747" y="1230"/>
                    <a:pt x="747" y="1201"/>
                  </a:cubicBezTo>
                  <a:cubicBezTo>
                    <a:pt x="776" y="967"/>
                    <a:pt x="776" y="762"/>
                    <a:pt x="747" y="469"/>
                  </a:cubicBezTo>
                  <a:cubicBezTo>
                    <a:pt x="454" y="396"/>
                    <a:pt x="191" y="220"/>
                    <a:pt x="15" y="1"/>
                  </a:cubicBezTo>
                  <a:close/>
                </a:path>
              </a:pathLst>
            </a:custGeom>
            <a:solidFill>
              <a:srgbClr val="BA6136">
                <a:alpha val="25000"/>
              </a:srgbClr>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3" name="Google Shape;503;p32"/>
            <p:cNvSpPr/>
            <p:nvPr/>
          </p:nvSpPr>
          <p:spPr>
            <a:xfrm>
              <a:off x="1159560" y="2110680"/>
              <a:ext cx="34920" cy="47520"/>
            </a:xfrm>
            <a:custGeom>
              <a:avLst/>
              <a:gdLst>
                <a:gd name="textAreaLeft" fmla="*/ 0 w 34920"/>
                <a:gd name="textAreaRight" fmla="*/ 35280 w 34920"/>
                <a:gd name="textAreaTop" fmla="*/ 0 h 47520"/>
                <a:gd name="textAreaBottom" fmla="*/ 47880 h 47520"/>
              </a:gdLst>
              <a:ahLst/>
              <a:cxnLst/>
              <a:rect l="textAreaLeft" t="textAreaTop" r="textAreaRight" b="textAreaBottom"/>
              <a:pathLst>
                <a:path w="659" h="894">
                  <a:moveTo>
                    <a:pt x="73" y="0"/>
                  </a:moveTo>
                  <a:cubicBezTo>
                    <a:pt x="73" y="29"/>
                    <a:pt x="132" y="44"/>
                    <a:pt x="220" y="103"/>
                  </a:cubicBezTo>
                  <a:cubicBezTo>
                    <a:pt x="276" y="140"/>
                    <a:pt x="337" y="189"/>
                    <a:pt x="397" y="261"/>
                  </a:cubicBezTo>
                  <a:lnTo>
                    <a:pt x="397" y="261"/>
                  </a:lnTo>
                  <a:cubicBezTo>
                    <a:pt x="383" y="256"/>
                    <a:pt x="368" y="252"/>
                    <a:pt x="351" y="249"/>
                  </a:cubicBezTo>
                  <a:cubicBezTo>
                    <a:pt x="332" y="245"/>
                    <a:pt x="312" y="243"/>
                    <a:pt x="293" y="243"/>
                  </a:cubicBezTo>
                  <a:cubicBezTo>
                    <a:pt x="240" y="243"/>
                    <a:pt x="189" y="257"/>
                    <a:pt x="146" y="278"/>
                  </a:cubicBezTo>
                  <a:cubicBezTo>
                    <a:pt x="88" y="322"/>
                    <a:pt x="59" y="381"/>
                    <a:pt x="29" y="425"/>
                  </a:cubicBezTo>
                  <a:cubicBezTo>
                    <a:pt x="0" y="542"/>
                    <a:pt x="29" y="644"/>
                    <a:pt x="88" y="717"/>
                  </a:cubicBezTo>
                  <a:cubicBezTo>
                    <a:pt x="176" y="864"/>
                    <a:pt x="293" y="893"/>
                    <a:pt x="293" y="893"/>
                  </a:cubicBezTo>
                  <a:cubicBezTo>
                    <a:pt x="307" y="864"/>
                    <a:pt x="220" y="820"/>
                    <a:pt x="146" y="703"/>
                  </a:cubicBezTo>
                  <a:cubicBezTo>
                    <a:pt x="103" y="630"/>
                    <a:pt x="88" y="556"/>
                    <a:pt x="132" y="469"/>
                  </a:cubicBezTo>
                  <a:cubicBezTo>
                    <a:pt x="145" y="379"/>
                    <a:pt x="213" y="334"/>
                    <a:pt x="289" y="334"/>
                  </a:cubicBezTo>
                  <a:cubicBezTo>
                    <a:pt x="300" y="334"/>
                    <a:pt x="311" y="335"/>
                    <a:pt x="322" y="337"/>
                  </a:cubicBezTo>
                  <a:cubicBezTo>
                    <a:pt x="395" y="351"/>
                    <a:pt x="454" y="395"/>
                    <a:pt x="512" y="425"/>
                  </a:cubicBezTo>
                  <a:lnTo>
                    <a:pt x="659" y="513"/>
                  </a:lnTo>
                  <a:lnTo>
                    <a:pt x="586" y="366"/>
                  </a:lnTo>
                  <a:cubicBezTo>
                    <a:pt x="498" y="190"/>
                    <a:pt x="366" y="103"/>
                    <a:pt x="249" y="44"/>
                  </a:cubicBezTo>
                  <a:cubicBezTo>
                    <a:pt x="146" y="0"/>
                    <a:pt x="73" y="0"/>
                    <a:pt x="7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4" name="Google Shape;504;p32"/>
            <p:cNvSpPr/>
            <p:nvPr/>
          </p:nvSpPr>
          <p:spPr>
            <a:xfrm>
              <a:off x="1293840" y="2193840"/>
              <a:ext cx="41400" cy="33120"/>
            </a:xfrm>
            <a:custGeom>
              <a:avLst/>
              <a:gdLst>
                <a:gd name="textAreaLeft" fmla="*/ 0 w 41400"/>
                <a:gd name="textAreaRight" fmla="*/ 41760 w 41400"/>
                <a:gd name="textAreaTop" fmla="*/ 0 h 33120"/>
                <a:gd name="textAreaBottom" fmla="*/ 33480 h 33120"/>
              </a:gdLst>
              <a:ahLst/>
              <a:cxnLst/>
              <a:rect l="textAreaLeft" t="textAreaTop" r="textAreaRight" b="textAreaBottom"/>
              <a:pathLst>
                <a:path w="777" h="621">
                  <a:moveTo>
                    <a:pt x="44" y="1"/>
                  </a:moveTo>
                  <a:cubicBezTo>
                    <a:pt x="15" y="1"/>
                    <a:pt x="0" y="45"/>
                    <a:pt x="15" y="162"/>
                  </a:cubicBezTo>
                  <a:cubicBezTo>
                    <a:pt x="44" y="264"/>
                    <a:pt x="118" y="411"/>
                    <a:pt x="235" y="513"/>
                  </a:cubicBezTo>
                  <a:cubicBezTo>
                    <a:pt x="339" y="595"/>
                    <a:pt x="453" y="621"/>
                    <a:pt x="554" y="621"/>
                  </a:cubicBezTo>
                  <a:cubicBezTo>
                    <a:pt x="580" y="621"/>
                    <a:pt x="606" y="619"/>
                    <a:pt x="630" y="616"/>
                  </a:cubicBezTo>
                  <a:cubicBezTo>
                    <a:pt x="718" y="616"/>
                    <a:pt x="776" y="572"/>
                    <a:pt x="776" y="557"/>
                  </a:cubicBezTo>
                  <a:cubicBezTo>
                    <a:pt x="776" y="550"/>
                    <a:pt x="762" y="550"/>
                    <a:pt x="734" y="550"/>
                  </a:cubicBezTo>
                  <a:cubicBezTo>
                    <a:pt x="707" y="550"/>
                    <a:pt x="666" y="550"/>
                    <a:pt x="615" y="543"/>
                  </a:cubicBezTo>
                  <a:cubicBezTo>
                    <a:pt x="527" y="543"/>
                    <a:pt x="396" y="513"/>
                    <a:pt x="293" y="425"/>
                  </a:cubicBezTo>
                  <a:cubicBezTo>
                    <a:pt x="191" y="338"/>
                    <a:pt x="132" y="235"/>
                    <a:pt x="88" y="147"/>
                  </a:cubicBezTo>
                  <a:cubicBezTo>
                    <a:pt x="59" y="45"/>
                    <a:pt x="59" y="1"/>
                    <a:pt x="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5" name="Google Shape;505;p32"/>
            <p:cNvSpPr/>
            <p:nvPr/>
          </p:nvSpPr>
          <p:spPr>
            <a:xfrm>
              <a:off x="1284480" y="2190600"/>
              <a:ext cx="20880" cy="12960"/>
            </a:xfrm>
            <a:custGeom>
              <a:avLst/>
              <a:gdLst>
                <a:gd name="textAreaLeft" fmla="*/ 0 w 20880"/>
                <a:gd name="textAreaRight" fmla="*/ 21240 w 20880"/>
                <a:gd name="textAreaTop" fmla="*/ 0 h 12960"/>
                <a:gd name="textAreaBottom" fmla="*/ 13320 h 12960"/>
              </a:gdLst>
              <a:ahLst/>
              <a:cxnLst/>
              <a:rect l="textAreaLeft" t="textAreaTop" r="textAreaRight" b="textAreaBottom"/>
              <a:pathLst>
                <a:path w="396" h="250">
                  <a:moveTo>
                    <a:pt x="323" y="0"/>
                  </a:moveTo>
                  <a:cubicBezTo>
                    <a:pt x="279" y="0"/>
                    <a:pt x="220" y="0"/>
                    <a:pt x="132" y="30"/>
                  </a:cubicBezTo>
                  <a:cubicBezTo>
                    <a:pt x="59" y="74"/>
                    <a:pt x="30" y="132"/>
                    <a:pt x="15" y="176"/>
                  </a:cubicBezTo>
                  <a:cubicBezTo>
                    <a:pt x="1" y="220"/>
                    <a:pt x="1" y="249"/>
                    <a:pt x="15" y="249"/>
                  </a:cubicBezTo>
                  <a:cubicBezTo>
                    <a:pt x="30" y="249"/>
                    <a:pt x="74" y="161"/>
                    <a:pt x="176" y="103"/>
                  </a:cubicBezTo>
                  <a:cubicBezTo>
                    <a:pt x="294" y="59"/>
                    <a:pt x="396" y="59"/>
                    <a:pt x="396" y="30"/>
                  </a:cubicBezTo>
                  <a:lnTo>
                    <a:pt x="32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6" name="Google Shape;506;p32"/>
            <p:cNvSpPr/>
            <p:nvPr/>
          </p:nvSpPr>
          <p:spPr>
            <a:xfrm>
              <a:off x="1005480" y="2802960"/>
              <a:ext cx="478440" cy="911880"/>
            </a:xfrm>
            <a:custGeom>
              <a:avLst/>
              <a:gdLst>
                <a:gd name="textAreaLeft" fmla="*/ 0 w 478440"/>
                <a:gd name="textAreaRight" fmla="*/ 478800 w 478440"/>
                <a:gd name="textAreaTop" fmla="*/ 0 h 911880"/>
                <a:gd name="textAreaBottom" fmla="*/ 912240 h 911880"/>
              </a:gdLst>
              <a:ahLst/>
              <a:cxnLst/>
              <a:rect l="textAreaLeft" t="textAreaTop" r="textAreaRight" b="textAreaBottom"/>
              <a:pathLst>
                <a:path w="8917" h="16987">
                  <a:moveTo>
                    <a:pt x="7804" y="1"/>
                  </a:moveTo>
                  <a:lnTo>
                    <a:pt x="1" y="3543"/>
                  </a:lnTo>
                  <a:cubicBezTo>
                    <a:pt x="1" y="3543"/>
                    <a:pt x="777" y="6442"/>
                    <a:pt x="1977" y="10043"/>
                  </a:cubicBezTo>
                  <a:cubicBezTo>
                    <a:pt x="2094" y="12107"/>
                    <a:pt x="1260" y="13996"/>
                    <a:pt x="250" y="15855"/>
                  </a:cubicBezTo>
                  <a:lnTo>
                    <a:pt x="1538" y="16353"/>
                  </a:lnTo>
                  <a:cubicBezTo>
                    <a:pt x="2634" y="16774"/>
                    <a:pt x="3787" y="16986"/>
                    <a:pt x="4939" y="16986"/>
                  </a:cubicBezTo>
                  <a:cubicBezTo>
                    <a:pt x="6111" y="16986"/>
                    <a:pt x="7282" y="16767"/>
                    <a:pt x="8389" y="16324"/>
                  </a:cubicBezTo>
                  <a:cubicBezTo>
                    <a:pt x="8726" y="16192"/>
                    <a:pt x="8916" y="16075"/>
                    <a:pt x="8902" y="16045"/>
                  </a:cubicBezTo>
                  <a:cubicBezTo>
                    <a:pt x="8828" y="15884"/>
                    <a:pt x="8887" y="8711"/>
                    <a:pt x="8740" y="3338"/>
                  </a:cubicBezTo>
                  <a:cubicBezTo>
                    <a:pt x="8711" y="2387"/>
                    <a:pt x="7862" y="747"/>
                    <a:pt x="7804"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7" name="Google Shape;507;p32"/>
            <p:cNvSpPr/>
            <p:nvPr/>
          </p:nvSpPr>
          <p:spPr>
            <a:xfrm>
              <a:off x="1004760" y="2978280"/>
              <a:ext cx="489240" cy="54720"/>
            </a:xfrm>
            <a:custGeom>
              <a:avLst/>
              <a:gdLst>
                <a:gd name="textAreaLeft" fmla="*/ 0 w 489240"/>
                <a:gd name="textAreaRight" fmla="*/ 489600 w 489240"/>
                <a:gd name="textAreaTop" fmla="*/ 0 h 54720"/>
                <a:gd name="textAreaBottom" fmla="*/ 55080 h 54720"/>
              </a:gdLst>
              <a:ahLst/>
              <a:cxnLst/>
              <a:rect l="textAreaLeft" t="textAreaTop" r="textAreaRight" b="textAreaBottom"/>
              <a:pathLst>
                <a:path w="9121" h="1027">
                  <a:moveTo>
                    <a:pt x="6149" y="0"/>
                  </a:moveTo>
                  <a:lnTo>
                    <a:pt x="6134" y="29"/>
                  </a:lnTo>
                  <a:cubicBezTo>
                    <a:pt x="5768" y="395"/>
                    <a:pt x="5241" y="630"/>
                    <a:pt x="4670" y="761"/>
                  </a:cubicBezTo>
                  <a:cubicBezTo>
                    <a:pt x="4144" y="893"/>
                    <a:pt x="3637" y="927"/>
                    <a:pt x="3158" y="927"/>
                  </a:cubicBezTo>
                  <a:cubicBezTo>
                    <a:pt x="3051" y="927"/>
                    <a:pt x="2945" y="925"/>
                    <a:pt x="2840" y="922"/>
                  </a:cubicBezTo>
                  <a:cubicBezTo>
                    <a:pt x="2269" y="879"/>
                    <a:pt x="1786" y="791"/>
                    <a:pt x="1362" y="703"/>
                  </a:cubicBezTo>
                  <a:cubicBezTo>
                    <a:pt x="937" y="615"/>
                    <a:pt x="615" y="498"/>
                    <a:pt x="366" y="439"/>
                  </a:cubicBezTo>
                  <a:cubicBezTo>
                    <a:pt x="264" y="410"/>
                    <a:pt x="176" y="395"/>
                    <a:pt x="103" y="366"/>
                  </a:cubicBezTo>
                  <a:cubicBezTo>
                    <a:pt x="44" y="352"/>
                    <a:pt x="0" y="352"/>
                    <a:pt x="0" y="352"/>
                  </a:cubicBezTo>
                  <a:lnTo>
                    <a:pt x="0" y="352"/>
                  </a:lnTo>
                  <a:cubicBezTo>
                    <a:pt x="0" y="352"/>
                    <a:pt x="44" y="366"/>
                    <a:pt x="103" y="395"/>
                  </a:cubicBezTo>
                  <a:cubicBezTo>
                    <a:pt x="146" y="410"/>
                    <a:pt x="249" y="439"/>
                    <a:pt x="351" y="483"/>
                  </a:cubicBezTo>
                  <a:cubicBezTo>
                    <a:pt x="586" y="571"/>
                    <a:pt x="922" y="659"/>
                    <a:pt x="1347" y="776"/>
                  </a:cubicBezTo>
                  <a:cubicBezTo>
                    <a:pt x="1757" y="864"/>
                    <a:pt x="2284" y="981"/>
                    <a:pt x="2840" y="1010"/>
                  </a:cubicBezTo>
                  <a:cubicBezTo>
                    <a:pt x="2980" y="1021"/>
                    <a:pt x="3124" y="1027"/>
                    <a:pt x="3272" y="1027"/>
                  </a:cubicBezTo>
                  <a:cubicBezTo>
                    <a:pt x="3726" y="1027"/>
                    <a:pt x="4209" y="974"/>
                    <a:pt x="4685" y="864"/>
                  </a:cubicBezTo>
                  <a:cubicBezTo>
                    <a:pt x="5247" y="734"/>
                    <a:pt x="5794" y="491"/>
                    <a:pt x="6174" y="135"/>
                  </a:cubicBezTo>
                  <a:lnTo>
                    <a:pt x="6174" y="135"/>
                  </a:lnTo>
                  <a:cubicBezTo>
                    <a:pt x="6931" y="457"/>
                    <a:pt x="7617" y="650"/>
                    <a:pt x="8146" y="650"/>
                  </a:cubicBezTo>
                  <a:cubicBezTo>
                    <a:pt x="8199" y="650"/>
                    <a:pt x="8251" y="648"/>
                    <a:pt x="8301" y="644"/>
                  </a:cubicBezTo>
                  <a:cubicBezTo>
                    <a:pt x="8593" y="630"/>
                    <a:pt x="8798" y="542"/>
                    <a:pt x="8916" y="469"/>
                  </a:cubicBezTo>
                  <a:cubicBezTo>
                    <a:pt x="8974" y="439"/>
                    <a:pt x="9033" y="410"/>
                    <a:pt x="9062" y="395"/>
                  </a:cubicBezTo>
                  <a:cubicBezTo>
                    <a:pt x="9106" y="366"/>
                    <a:pt x="9120" y="352"/>
                    <a:pt x="9120" y="352"/>
                  </a:cubicBezTo>
                  <a:cubicBezTo>
                    <a:pt x="9120" y="349"/>
                    <a:pt x="9118" y="348"/>
                    <a:pt x="9113" y="348"/>
                  </a:cubicBezTo>
                  <a:cubicBezTo>
                    <a:pt x="9092" y="348"/>
                    <a:pt x="9019" y="374"/>
                    <a:pt x="8886" y="410"/>
                  </a:cubicBezTo>
                  <a:cubicBezTo>
                    <a:pt x="8754" y="483"/>
                    <a:pt x="8550" y="556"/>
                    <a:pt x="8271" y="571"/>
                  </a:cubicBezTo>
                  <a:cubicBezTo>
                    <a:pt x="8252" y="572"/>
                    <a:pt x="8233" y="572"/>
                    <a:pt x="8214" y="572"/>
                  </a:cubicBezTo>
                  <a:cubicBezTo>
                    <a:pt x="7691" y="572"/>
                    <a:pt x="6968" y="382"/>
                    <a:pt x="6178" y="29"/>
                  </a:cubicBezTo>
                  <a:lnTo>
                    <a:pt x="6149" y="0"/>
                  </a:ln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8" name="Google Shape;508;p32"/>
            <p:cNvSpPr/>
            <p:nvPr/>
          </p:nvSpPr>
          <p:spPr>
            <a:xfrm>
              <a:off x="1299600" y="2630160"/>
              <a:ext cx="37440" cy="351720"/>
            </a:xfrm>
            <a:custGeom>
              <a:avLst/>
              <a:gdLst>
                <a:gd name="textAreaLeft" fmla="*/ 0 w 37440"/>
                <a:gd name="textAreaRight" fmla="*/ 37800 w 37440"/>
                <a:gd name="textAreaTop" fmla="*/ 0 h 351720"/>
                <a:gd name="textAreaBottom" fmla="*/ 352080 h 351720"/>
              </a:gdLst>
              <a:ahLst/>
              <a:cxnLst/>
              <a:rect l="textAreaLeft" t="textAreaTop" r="textAreaRight" b="textAreaBottom"/>
              <a:pathLst>
                <a:path w="704" h="6560">
                  <a:moveTo>
                    <a:pt x="1" y="1"/>
                  </a:moveTo>
                  <a:cubicBezTo>
                    <a:pt x="1" y="1"/>
                    <a:pt x="1" y="89"/>
                    <a:pt x="30" y="250"/>
                  </a:cubicBezTo>
                  <a:cubicBezTo>
                    <a:pt x="45" y="440"/>
                    <a:pt x="59" y="660"/>
                    <a:pt x="103" y="952"/>
                  </a:cubicBezTo>
                  <a:cubicBezTo>
                    <a:pt x="162" y="1553"/>
                    <a:pt x="264" y="2358"/>
                    <a:pt x="352" y="3265"/>
                  </a:cubicBezTo>
                  <a:cubicBezTo>
                    <a:pt x="455" y="4158"/>
                    <a:pt x="528" y="4993"/>
                    <a:pt x="572" y="5593"/>
                  </a:cubicBezTo>
                  <a:cubicBezTo>
                    <a:pt x="616" y="5886"/>
                    <a:pt x="630" y="6120"/>
                    <a:pt x="645" y="6310"/>
                  </a:cubicBezTo>
                  <a:cubicBezTo>
                    <a:pt x="674" y="6472"/>
                    <a:pt x="689" y="6559"/>
                    <a:pt x="689" y="6559"/>
                  </a:cubicBezTo>
                  <a:cubicBezTo>
                    <a:pt x="704" y="6559"/>
                    <a:pt x="704" y="6472"/>
                    <a:pt x="704" y="6310"/>
                  </a:cubicBezTo>
                  <a:cubicBezTo>
                    <a:pt x="704" y="6149"/>
                    <a:pt x="689" y="5886"/>
                    <a:pt x="660" y="5593"/>
                  </a:cubicBezTo>
                  <a:cubicBezTo>
                    <a:pt x="630" y="5008"/>
                    <a:pt x="557" y="4188"/>
                    <a:pt x="469" y="3265"/>
                  </a:cubicBezTo>
                  <a:cubicBezTo>
                    <a:pt x="367" y="2358"/>
                    <a:pt x="264" y="1538"/>
                    <a:pt x="177" y="952"/>
                  </a:cubicBezTo>
                  <a:cubicBezTo>
                    <a:pt x="133" y="660"/>
                    <a:pt x="103" y="411"/>
                    <a:pt x="59" y="250"/>
                  </a:cubicBezTo>
                  <a:cubicBezTo>
                    <a:pt x="30" y="89"/>
                    <a:pt x="1" y="1"/>
                    <a:pt x="1"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9" name="Google Shape;509;p32"/>
            <p:cNvSpPr/>
            <p:nvPr/>
          </p:nvSpPr>
          <p:spPr>
            <a:xfrm>
              <a:off x="1086480" y="2817360"/>
              <a:ext cx="104400" cy="114480"/>
            </a:xfrm>
            <a:custGeom>
              <a:avLst/>
              <a:gdLst>
                <a:gd name="textAreaLeft" fmla="*/ 0 w 104400"/>
                <a:gd name="textAreaRight" fmla="*/ 104760 w 104400"/>
                <a:gd name="textAreaTop" fmla="*/ 0 h 114480"/>
                <a:gd name="textAreaBottom" fmla="*/ 114840 h 114480"/>
              </a:gdLst>
              <a:ahLst/>
              <a:cxnLst/>
              <a:rect l="textAreaLeft" t="textAreaTop" r="textAreaRight" b="textAreaBottom"/>
              <a:pathLst>
                <a:path w="1948" h="2142">
                  <a:moveTo>
                    <a:pt x="191" y="44"/>
                  </a:moveTo>
                  <a:cubicBezTo>
                    <a:pt x="179" y="44"/>
                    <a:pt x="148" y="102"/>
                    <a:pt x="144" y="248"/>
                  </a:cubicBezTo>
                  <a:lnTo>
                    <a:pt x="144" y="248"/>
                  </a:lnTo>
                  <a:cubicBezTo>
                    <a:pt x="179" y="116"/>
                    <a:pt x="191" y="44"/>
                    <a:pt x="191" y="44"/>
                  </a:cubicBezTo>
                  <a:close/>
                  <a:moveTo>
                    <a:pt x="144" y="248"/>
                  </a:moveTo>
                  <a:cubicBezTo>
                    <a:pt x="141" y="262"/>
                    <a:pt x="137" y="277"/>
                    <a:pt x="132" y="293"/>
                  </a:cubicBezTo>
                  <a:cubicBezTo>
                    <a:pt x="117" y="386"/>
                    <a:pt x="97" y="496"/>
                    <a:pt x="80" y="625"/>
                  </a:cubicBezTo>
                  <a:lnTo>
                    <a:pt x="80" y="625"/>
                  </a:lnTo>
                  <a:cubicBezTo>
                    <a:pt x="99" y="527"/>
                    <a:pt x="122" y="441"/>
                    <a:pt x="147" y="366"/>
                  </a:cubicBezTo>
                  <a:cubicBezTo>
                    <a:pt x="144" y="321"/>
                    <a:pt x="144" y="282"/>
                    <a:pt x="144" y="248"/>
                  </a:cubicBezTo>
                  <a:close/>
                  <a:moveTo>
                    <a:pt x="118" y="0"/>
                  </a:moveTo>
                  <a:cubicBezTo>
                    <a:pt x="118" y="0"/>
                    <a:pt x="206" y="29"/>
                    <a:pt x="367" y="44"/>
                  </a:cubicBezTo>
                  <a:cubicBezTo>
                    <a:pt x="557" y="44"/>
                    <a:pt x="791" y="73"/>
                    <a:pt x="1084" y="88"/>
                  </a:cubicBezTo>
                  <a:cubicBezTo>
                    <a:pt x="1230" y="117"/>
                    <a:pt x="1391" y="117"/>
                    <a:pt x="1582" y="132"/>
                  </a:cubicBezTo>
                  <a:cubicBezTo>
                    <a:pt x="1669" y="146"/>
                    <a:pt x="1757" y="146"/>
                    <a:pt x="1801" y="205"/>
                  </a:cubicBezTo>
                  <a:cubicBezTo>
                    <a:pt x="1831" y="264"/>
                    <a:pt x="1831" y="366"/>
                    <a:pt x="1831" y="469"/>
                  </a:cubicBezTo>
                  <a:cubicBezTo>
                    <a:pt x="1816" y="659"/>
                    <a:pt x="1816" y="878"/>
                    <a:pt x="1772" y="1083"/>
                  </a:cubicBezTo>
                  <a:cubicBezTo>
                    <a:pt x="1728" y="1288"/>
                    <a:pt x="1655" y="1508"/>
                    <a:pt x="1494" y="1654"/>
                  </a:cubicBezTo>
                  <a:cubicBezTo>
                    <a:pt x="1318" y="1815"/>
                    <a:pt x="1128" y="1903"/>
                    <a:pt x="923" y="1962"/>
                  </a:cubicBezTo>
                  <a:cubicBezTo>
                    <a:pt x="826" y="1989"/>
                    <a:pt x="726" y="2004"/>
                    <a:pt x="630" y="2004"/>
                  </a:cubicBezTo>
                  <a:cubicBezTo>
                    <a:pt x="524" y="2004"/>
                    <a:pt x="422" y="1986"/>
                    <a:pt x="337" y="1947"/>
                  </a:cubicBezTo>
                  <a:cubicBezTo>
                    <a:pt x="162" y="1859"/>
                    <a:pt x="74" y="1669"/>
                    <a:pt x="59" y="1508"/>
                  </a:cubicBezTo>
                  <a:cubicBezTo>
                    <a:pt x="30" y="1318"/>
                    <a:pt x="44" y="1157"/>
                    <a:pt x="44" y="1010"/>
                  </a:cubicBezTo>
                  <a:cubicBezTo>
                    <a:pt x="51" y="866"/>
                    <a:pt x="65" y="738"/>
                    <a:pt x="80" y="625"/>
                  </a:cubicBezTo>
                  <a:lnTo>
                    <a:pt x="80" y="625"/>
                  </a:lnTo>
                  <a:cubicBezTo>
                    <a:pt x="53" y="756"/>
                    <a:pt x="32" y="908"/>
                    <a:pt x="15" y="1083"/>
                  </a:cubicBezTo>
                  <a:cubicBezTo>
                    <a:pt x="1" y="1230"/>
                    <a:pt x="1" y="1391"/>
                    <a:pt x="15" y="1581"/>
                  </a:cubicBezTo>
                  <a:cubicBezTo>
                    <a:pt x="44" y="1757"/>
                    <a:pt x="132" y="1962"/>
                    <a:pt x="337" y="2079"/>
                  </a:cubicBezTo>
                  <a:cubicBezTo>
                    <a:pt x="432" y="2123"/>
                    <a:pt x="535" y="2141"/>
                    <a:pt x="641" y="2141"/>
                  </a:cubicBezTo>
                  <a:cubicBezTo>
                    <a:pt x="747" y="2141"/>
                    <a:pt x="857" y="2123"/>
                    <a:pt x="967" y="2094"/>
                  </a:cubicBezTo>
                  <a:cubicBezTo>
                    <a:pt x="1186" y="2035"/>
                    <a:pt x="1406" y="1932"/>
                    <a:pt x="1582" y="1757"/>
                  </a:cubicBezTo>
                  <a:cubicBezTo>
                    <a:pt x="1757" y="1581"/>
                    <a:pt x="1845" y="1362"/>
                    <a:pt x="1889" y="1142"/>
                  </a:cubicBezTo>
                  <a:cubicBezTo>
                    <a:pt x="1918" y="922"/>
                    <a:pt x="1918" y="703"/>
                    <a:pt x="1918" y="498"/>
                  </a:cubicBezTo>
                  <a:cubicBezTo>
                    <a:pt x="1918" y="395"/>
                    <a:pt x="1948" y="278"/>
                    <a:pt x="1874" y="190"/>
                  </a:cubicBezTo>
                  <a:cubicBezTo>
                    <a:pt x="1831" y="132"/>
                    <a:pt x="1772" y="88"/>
                    <a:pt x="1728" y="88"/>
                  </a:cubicBezTo>
                  <a:cubicBezTo>
                    <a:pt x="1669" y="73"/>
                    <a:pt x="1611" y="73"/>
                    <a:pt x="1582" y="73"/>
                  </a:cubicBezTo>
                  <a:cubicBezTo>
                    <a:pt x="1391" y="59"/>
                    <a:pt x="1230" y="44"/>
                    <a:pt x="1084" y="44"/>
                  </a:cubicBezTo>
                  <a:cubicBezTo>
                    <a:pt x="791" y="15"/>
                    <a:pt x="557" y="0"/>
                    <a:pt x="367"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0" name="Google Shape;510;p32"/>
            <p:cNvSpPr/>
            <p:nvPr/>
          </p:nvSpPr>
          <p:spPr>
            <a:xfrm>
              <a:off x="1298880" y="2304000"/>
              <a:ext cx="53280" cy="269280"/>
            </a:xfrm>
            <a:custGeom>
              <a:avLst/>
              <a:gdLst>
                <a:gd name="textAreaLeft" fmla="*/ 0 w 53280"/>
                <a:gd name="textAreaRight" fmla="*/ 53640 w 53280"/>
                <a:gd name="textAreaTop" fmla="*/ 0 h 269280"/>
                <a:gd name="textAreaBottom" fmla="*/ 269640 h 269280"/>
              </a:gdLst>
              <a:ahLst/>
              <a:cxnLst/>
              <a:rect l="textAreaLeft" t="textAreaTop" r="textAreaRight" b="textAreaBottom"/>
              <a:pathLst>
                <a:path w="996" h="5022">
                  <a:moveTo>
                    <a:pt x="0" y="0"/>
                  </a:moveTo>
                  <a:lnTo>
                    <a:pt x="0" y="5022"/>
                  </a:lnTo>
                  <a:cubicBezTo>
                    <a:pt x="0" y="5022"/>
                    <a:pt x="996" y="2079"/>
                    <a:pt x="776" y="1552"/>
                  </a:cubicBezTo>
                  <a:cubicBezTo>
                    <a:pt x="586" y="1025"/>
                    <a:pt x="0" y="0"/>
                    <a:pt x="0"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1" name="Google Shape;511;p32"/>
            <p:cNvSpPr/>
            <p:nvPr/>
          </p:nvSpPr>
          <p:spPr>
            <a:xfrm>
              <a:off x="1544760" y="4230720"/>
              <a:ext cx="244080" cy="91440"/>
            </a:xfrm>
            <a:custGeom>
              <a:avLst/>
              <a:gdLst>
                <a:gd name="textAreaLeft" fmla="*/ 0 w 244080"/>
                <a:gd name="textAreaRight" fmla="*/ 244440 w 244080"/>
                <a:gd name="textAreaTop" fmla="*/ 0 h 91440"/>
                <a:gd name="textAreaBottom" fmla="*/ 91800 h 91440"/>
              </a:gdLst>
              <a:ahLst/>
              <a:cxnLst/>
              <a:rect l="textAreaLeft" t="textAreaTop" r="textAreaRight" b="textAreaBottom"/>
              <a:pathLst>
                <a:path w="4554" h="1709">
                  <a:moveTo>
                    <a:pt x="4060" y="1"/>
                  </a:moveTo>
                  <a:cubicBezTo>
                    <a:pt x="3618" y="1"/>
                    <a:pt x="2987" y="98"/>
                    <a:pt x="2987" y="98"/>
                  </a:cubicBezTo>
                  <a:lnTo>
                    <a:pt x="0" y="1709"/>
                  </a:lnTo>
                  <a:cubicBezTo>
                    <a:pt x="0" y="1709"/>
                    <a:pt x="4553" y="303"/>
                    <a:pt x="4480" y="98"/>
                  </a:cubicBezTo>
                  <a:cubicBezTo>
                    <a:pt x="4456" y="25"/>
                    <a:pt x="4282" y="1"/>
                    <a:pt x="406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2" name="Google Shape;512;p32"/>
            <p:cNvSpPr/>
            <p:nvPr/>
          </p:nvSpPr>
          <p:spPr>
            <a:xfrm>
              <a:off x="811440" y="4173120"/>
              <a:ext cx="211320" cy="169920"/>
            </a:xfrm>
            <a:custGeom>
              <a:avLst/>
              <a:gdLst>
                <a:gd name="textAreaLeft" fmla="*/ 0 w 211320"/>
                <a:gd name="textAreaRight" fmla="*/ 211680 w 211320"/>
                <a:gd name="textAreaTop" fmla="*/ 0 h 169920"/>
                <a:gd name="textAreaBottom" fmla="*/ 170280 h 169920"/>
              </a:gdLst>
              <a:ahLst/>
              <a:cxnLst/>
              <a:rect l="textAreaLeft" t="textAreaTop" r="textAreaRight" b="textAreaBottom"/>
              <a:pathLst>
                <a:path w="3939" h="3168">
                  <a:moveTo>
                    <a:pt x="1" y="0"/>
                  </a:moveTo>
                  <a:lnTo>
                    <a:pt x="1" y="132"/>
                  </a:lnTo>
                  <a:cubicBezTo>
                    <a:pt x="1" y="132"/>
                    <a:pt x="3451" y="3168"/>
                    <a:pt x="3820" y="3168"/>
                  </a:cubicBezTo>
                  <a:cubicBezTo>
                    <a:pt x="3837" y="3168"/>
                    <a:pt x="3848" y="3161"/>
                    <a:pt x="3851" y="3148"/>
                  </a:cubicBezTo>
                  <a:cubicBezTo>
                    <a:pt x="3939" y="2840"/>
                    <a:pt x="3324" y="2167"/>
                    <a:pt x="3324" y="2167"/>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84960" bIns="84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3" name="Google Shape;513;p32"/>
            <p:cNvSpPr/>
            <p:nvPr/>
          </p:nvSpPr>
          <p:spPr>
            <a:xfrm>
              <a:off x="1183320" y="1991160"/>
              <a:ext cx="221400" cy="118440"/>
            </a:xfrm>
            <a:custGeom>
              <a:avLst/>
              <a:gdLst>
                <a:gd name="textAreaLeft" fmla="*/ 0 w 221400"/>
                <a:gd name="textAreaRight" fmla="*/ 221760 w 221400"/>
                <a:gd name="textAreaTop" fmla="*/ 0 h 118440"/>
                <a:gd name="textAreaBottom" fmla="*/ 118800 h 118440"/>
              </a:gdLst>
              <a:ahLst/>
              <a:cxnLst/>
              <a:rect l="textAreaLeft" t="textAreaTop" r="textAreaRight" b="textAreaBottom"/>
              <a:pathLst>
                <a:path w="4129" h="2214">
                  <a:moveTo>
                    <a:pt x="2123" y="1"/>
                  </a:moveTo>
                  <a:cubicBezTo>
                    <a:pt x="1742" y="1"/>
                    <a:pt x="1376" y="30"/>
                    <a:pt x="1010" y="162"/>
                  </a:cubicBezTo>
                  <a:cubicBezTo>
                    <a:pt x="659" y="294"/>
                    <a:pt x="322" y="528"/>
                    <a:pt x="161" y="879"/>
                  </a:cubicBezTo>
                  <a:cubicBezTo>
                    <a:pt x="0" y="1231"/>
                    <a:pt x="30" y="1670"/>
                    <a:pt x="293" y="1933"/>
                  </a:cubicBezTo>
                  <a:lnTo>
                    <a:pt x="293" y="1992"/>
                  </a:lnTo>
                  <a:cubicBezTo>
                    <a:pt x="381" y="2094"/>
                    <a:pt x="469" y="2168"/>
                    <a:pt x="586" y="2197"/>
                  </a:cubicBezTo>
                  <a:cubicBezTo>
                    <a:pt x="613" y="2208"/>
                    <a:pt x="644" y="2214"/>
                    <a:pt x="677" y="2214"/>
                  </a:cubicBezTo>
                  <a:cubicBezTo>
                    <a:pt x="770" y="2214"/>
                    <a:pt x="872" y="2170"/>
                    <a:pt x="893" y="2094"/>
                  </a:cubicBezTo>
                  <a:cubicBezTo>
                    <a:pt x="952" y="1977"/>
                    <a:pt x="893" y="1846"/>
                    <a:pt x="864" y="1743"/>
                  </a:cubicBezTo>
                  <a:cubicBezTo>
                    <a:pt x="791" y="1538"/>
                    <a:pt x="805" y="1304"/>
                    <a:pt x="879" y="1099"/>
                  </a:cubicBezTo>
                  <a:cubicBezTo>
                    <a:pt x="1098" y="1377"/>
                    <a:pt x="1391" y="1582"/>
                    <a:pt x="1713" y="1626"/>
                  </a:cubicBezTo>
                  <a:cubicBezTo>
                    <a:pt x="1765" y="1635"/>
                    <a:pt x="1819" y="1640"/>
                    <a:pt x="1873" y="1640"/>
                  </a:cubicBezTo>
                  <a:cubicBezTo>
                    <a:pt x="2163" y="1640"/>
                    <a:pt x="2455" y="1507"/>
                    <a:pt x="2591" y="1260"/>
                  </a:cubicBezTo>
                  <a:cubicBezTo>
                    <a:pt x="2635" y="1582"/>
                    <a:pt x="2899" y="1802"/>
                    <a:pt x="3206" y="1889"/>
                  </a:cubicBezTo>
                  <a:cubicBezTo>
                    <a:pt x="3291" y="1920"/>
                    <a:pt x="3389" y="1938"/>
                    <a:pt x="3487" y="1938"/>
                  </a:cubicBezTo>
                  <a:cubicBezTo>
                    <a:pt x="3627" y="1938"/>
                    <a:pt x="3768" y="1902"/>
                    <a:pt x="3880" y="1816"/>
                  </a:cubicBezTo>
                  <a:cubicBezTo>
                    <a:pt x="4055" y="1684"/>
                    <a:pt x="4129" y="1450"/>
                    <a:pt x="4114" y="1231"/>
                  </a:cubicBezTo>
                  <a:cubicBezTo>
                    <a:pt x="4099" y="791"/>
                    <a:pt x="3763" y="425"/>
                    <a:pt x="3382" y="221"/>
                  </a:cubicBezTo>
                  <a:cubicBezTo>
                    <a:pt x="3001" y="30"/>
                    <a:pt x="2547" y="1"/>
                    <a:pt x="2123"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4" name="Google Shape;514;p32"/>
            <p:cNvSpPr/>
            <p:nvPr/>
          </p:nvSpPr>
          <p:spPr>
            <a:xfrm>
              <a:off x="1146240" y="2158560"/>
              <a:ext cx="30240" cy="34560"/>
            </a:xfrm>
            <a:custGeom>
              <a:avLst/>
              <a:gdLst>
                <a:gd name="textAreaLeft" fmla="*/ 0 w 30240"/>
                <a:gd name="textAreaRight" fmla="*/ 30600 w 30240"/>
                <a:gd name="textAreaTop" fmla="*/ 0 h 34560"/>
                <a:gd name="textAreaBottom" fmla="*/ 34920 h 34560"/>
              </a:gdLst>
              <a:ahLst/>
              <a:cxnLst/>
              <a:rect l="textAreaLeft" t="textAreaTop" r="textAreaRight" b="textAreaBottom"/>
              <a:pathLst>
                <a:path w="572" h="651">
                  <a:moveTo>
                    <a:pt x="381" y="0"/>
                  </a:moveTo>
                  <a:cubicBezTo>
                    <a:pt x="337" y="0"/>
                    <a:pt x="322" y="15"/>
                    <a:pt x="322" y="15"/>
                  </a:cubicBezTo>
                  <a:cubicBezTo>
                    <a:pt x="322" y="15"/>
                    <a:pt x="410" y="15"/>
                    <a:pt x="469" y="147"/>
                  </a:cubicBezTo>
                  <a:cubicBezTo>
                    <a:pt x="483" y="190"/>
                    <a:pt x="483" y="264"/>
                    <a:pt x="469" y="337"/>
                  </a:cubicBezTo>
                  <a:cubicBezTo>
                    <a:pt x="439" y="439"/>
                    <a:pt x="410" y="527"/>
                    <a:pt x="337" y="556"/>
                  </a:cubicBezTo>
                  <a:cubicBezTo>
                    <a:pt x="315" y="569"/>
                    <a:pt x="294" y="575"/>
                    <a:pt x="273" y="575"/>
                  </a:cubicBezTo>
                  <a:cubicBezTo>
                    <a:pt x="222" y="575"/>
                    <a:pt x="173" y="544"/>
                    <a:pt x="132" y="513"/>
                  </a:cubicBezTo>
                  <a:cubicBezTo>
                    <a:pt x="88" y="439"/>
                    <a:pt x="88" y="366"/>
                    <a:pt x="88" y="308"/>
                  </a:cubicBezTo>
                  <a:cubicBezTo>
                    <a:pt x="103" y="176"/>
                    <a:pt x="117" y="88"/>
                    <a:pt x="103" y="88"/>
                  </a:cubicBezTo>
                  <a:cubicBezTo>
                    <a:pt x="103" y="87"/>
                    <a:pt x="102" y="86"/>
                    <a:pt x="101" y="86"/>
                  </a:cubicBezTo>
                  <a:cubicBezTo>
                    <a:pt x="93" y="86"/>
                    <a:pt x="43" y="159"/>
                    <a:pt x="29" y="293"/>
                  </a:cubicBezTo>
                  <a:cubicBezTo>
                    <a:pt x="0" y="366"/>
                    <a:pt x="29" y="454"/>
                    <a:pt x="73" y="542"/>
                  </a:cubicBezTo>
                  <a:cubicBezTo>
                    <a:pt x="103" y="586"/>
                    <a:pt x="147" y="615"/>
                    <a:pt x="205" y="630"/>
                  </a:cubicBezTo>
                  <a:cubicBezTo>
                    <a:pt x="231" y="643"/>
                    <a:pt x="261" y="650"/>
                    <a:pt x="290" y="650"/>
                  </a:cubicBezTo>
                  <a:cubicBezTo>
                    <a:pt x="327" y="650"/>
                    <a:pt x="363" y="639"/>
                    <a:pt x="395" y="615"/>
                  </a:cubicBezTo>
                  <a:cubicBezTo>
                    <a:pt x="498" y="542"/>
                    <a:pt x="542" y="439"/>
                    <a:pt x="556" y="337"/>
                  </a:cubicBezTo>
                  <a:cubicBezTo>
                    <a:pt x="571" y="249"/>
                    <a:pt x="556" y="161"/>
                    <a:pt x="513" y="88"/>
                  </a:cubicBezTo>
                  <a:cubicBezTo>
                    <a:pt x="483" y="29"/>
                    <a:pt x="410" y="0"/>
                    <a:pt x="38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5" name="Google Shape;515;p32"/>
            <p:cNvSpPr/>
            <p:nvPr/>
          </p:nvSpPr>
          <p:spPr>
            <a:xfrm>
              <a:off x="1100520" y="2314080"/>
              <a:ext cx="169560" cy="269280"/>
            </a:xfrm>
            <a:custGeom>
              <a:avLst/>
              <a:gdLst>
                <a:gd name="textAreaLeft" fmla="*/ 0 w 169560"/>
                <a:gd name="textAreaRight" fmla="*/ 169920 w 169560"/>
                <a:gd name="textAreaTop" fmla="*/ 0 h 269280"/>
                <a:gd name="textAreaBottom" fmla="*/ 269640 h 269280"/>
              </a:gdLst>
              <a:ahLst/>
              <a:cxnLst/>
              <a:rect l="textAreaLeft" t="textAreaTop" r="textAreaRight" b="textAreaBottom"/>
              <a:pathLst>
                <a:path w="3163" h="5023">
                  <a:moveTo>
                    <a:pt x="542" y="1"/>
                  </a:moveTo>
                  <a:cubicBezTo>
                    <a:pt x="439" y="15"/>
                    <a:pt x="0" y="1816"/>
                    <a:pt x="454" y="2328"/>
                  </a:cubicBezTo>
                  <a:cubicBezTo>
                    <a:pt x="966" y="2914"/>
                    <a:pt x="3162" y="5022"/>
                    <a:pt x="3162" y="5022"/>
                  </a:cubicBezTo>
                  <a:lnTo>
                    <a:pt x="542" y="1"/>
                  </a:ln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6" name="Google Shape;516;p32"/>
            <p:cNvSpPr/>
            <p:nvPr/>
          </p:nvSpPr>
          <p:spPr>
            <a:xfrm>
              <a:off x="1386000" y="2345400"/>
              <a:ext cx="393480" cy="661680"/>
            </a:xfrm>
            <a:custGeom>
              <a:avLst/>
              <a:gdLst>
                <a:gd name="textAreaLeft" fmla="*/ 0 w 393480"/>
                <a:gd name="textAreaRight" fmla="*/ 393840 w 393480"/>
                <a:gd name="textAreaTop" fmla="*/ 0 h 661680"/>
                <a:gd name="textAreaBottom" fmla="*/ 662040 h 661680"/>
              </a:gdLst>
              <a:ahLst/>
              <a:cxnLst/>
              <a:rect l="textAreaLeft" t="textAreaTop" r="textAreaRight" b="textAreaBottom"/>
              <a:pathLst>
                <a:path w="7335" h="12327">
                  <a:moveTo>
                    <a:pt x="439" y="0"/>
                  </a:moveTo>
                  <a:lnTo>
                    <a:pt x="0" y="5710"/>
                  </a:lnTo>
                  <a:cubicBezTo>
                    <a:pt x="0" y="5710"/>
                    <a:pt x="161" y="7745"/>
                    <a:pt x="425" y="8272"/>
                  </a:cubicBezTo>
                  <a:cubicBezTo>
                    <a:pt x="703" y="8813"/>
                    <a:pt x="5944" y="12327"/>
                    <a:pt x="5944" y="12327"/>
                  </a:cubicBezTo>
                  <a:lnTo>
                    <a:pt x="7335" y="10321"/>
                  </a:lnTo>
                  <a:cubicBezTo>
                    <a:pt x="7335" y="10321"/>
                    <a:pt x="2972" y="7013"/>
                    <a:pt x="2445" y="6647"/>
                  </a:cubicBezTo>
                  <a:cubicBezTo>
                    <a:pt x="1903" y="6281"/>
                    <a:pt x="439" y="0"/>
                    <a:pt x="439"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7" name="Google Shape;517;p32"/>
            <p:cNvSpPr/>
            <p:nvPr/>
          </p:nvSpPr>
          <p:spPr>
            <a:xfrm>
              <a:off x="1397160" y="2355120"/>
              <a:ext cx="30960" cy="417960"/>
            </a:xfrm>
            <a:custGeom>
              <a:avLst/>
              <a:gdLst>
                <a:gd name="textAreaLeft" fmla="*/ 0 w 30960"/>
                <a:gd name="textAreaRight" fmla="*/ 31320 w 30960"/>
                <a:gd name="textAreaTop" fmla="*/ 0 h 417960"/>
                <a:gd name="textAreaBottom" fmla="*/ 418320 h 417960"/>
              </a:gdLst>
              <a:ahLst/>
              <a:cxnLst/>
              <a:rect l="textAreaLeft" t="textAreaTop" r="textAreaRight" b="textAreaBottom"/>
              <a:pathLst>
                <a:path w="586" h="7789">
                  <a:moveTo>
                    <a:pt x="0" y="0"/>
                  </a:moveTo>
                  <a:lnTo>
                    <a:pt x="88" y="264"/>
                  </a:lnTo>
                  <a:cubicBezTo>
                    <a:pt x="161" y="454"/>
                    <a:pt x="264" y="732"/>
                    <a:pt x="337" y="1069"/>
                  </a:cubicBezTo>
                  <a:cubicBezTo>
                    <a:pt x="410" y="1420"/>
                    <a:pt x="454" y="1845"/>
                    <a:pt x="454" y="2313"/>
                  </a:cubicBezTo>
                  <a:cubicBezTo>
                    <a:pt x="483" y="2796"/>
                    <a:pt x="439" y="3309"/>
                    <a:pt x="381" y="3850"/>
                  </a:cubicBezTo>
                  <a:cubicBezTo>
                    <a:pt x="337" y="4407"/>
                    <a:pt x="278" y="4919"/>
                    <a:pt x="234" y="5387"/>
                  </a:cubicBezTo>
                  <a:cubicBezTo>
                    <a:pt x="205" y="5870"/>
                    <a:pt x="190" y="6295"/>
                    <a:pt x="205" y="6661"/>
                  </a:cubicBezTo>
                  <a:cubicBezTo>
                    <a:pt x="220" y="6998"/>
                    <a:pt x="264" y="7291"/>
                    <a:pt x="293" y="7495"/>
                  </a:cubicBezTo>
                  <a:cubicBezTo>
                    <a:pt x="322" y="7583"/>
                    <a:pt x="337" y="7657"/>
                    <a:pt x="352" y="7715"/>
                  </a:cubicBezTo>
                  <a:cubicBezTo>
                    <a:pt x="352" y="7774"/>
                    <a:pt x="366" y="7788"/>
                    <a:pt x="366" y="7788"/>
                  </a:cubicBezTo>
                  <a:cubicBezTo>
                    <a:pt x="366" y="7788"/>
                    <a:pt x="352" y="7686"/>
                    <a:pt x="337" y="7481"/>
                  </a:cubicBezTo>
                  <a:cubicBezTo>
                    <a:pt x="308" y="7276"/>
                    <a:pt x="278" y="6983"/>
                    <a:pt x="278" y="6632"/>
                  </a:cubicBezTo>
                  <a:cubicBezTo>
                    <a:pt x="278" y="6295"/>
                    <a:pt x="293" y="5870"/>
                    <a:pt x="337" y="5387"/>
                  </a:cubicBezTo>
                  <a:cubicBezTo>
                    <a:pt x="366" y="4919"/>
                    <a:pt x="439" y="4407"/>
                    <a:pt x="498" y="3850"/>
                  </a:cubicBezTo>
                  <a:cubicBezTo>
                    <a:pt x="556" y="3309"/>
                    <a:pt x="586" y="2796"/>
                    <a:pt x="571" y="2313"/>
                  </a:cubicBezTo>
                  <a:cubicBezTo>
                    <a:pt x="556" y="1859"/>
                    <a:pt x="513" y="1420"/>
                    <a:pt x="425" y="1069"/>
                  </a:cubicBezTo>
                  <a:cubicBezTo>
                    <a:pt x="337" y="732"/>
                    <a:pt x="234" y="454"/>
                    <a:pt x="147" y="264"/>
                  </a:cubicBezTo>
                  <a:cubicBezTo>
                    <a:pt x="117" y="176"/>
                    <a:pt x="59" y="117"/>
                    <a:pt x="44" y="73"/>
                  </a:cubicBezTo>
                  <a:cubicBezTo>
                    <a:pt x="29" y="15"/>
                    <a:pt x="0" y="0"/>
                    <a:pt x="0"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8" name="Google Shape;518;p32"/>
            <p:cNvSpPr/>
            <p:nvPr/>
          </p:nvSpPr>
          <p:spPr>
            <a:xfrm>
              <a:off x="1459800" y="2688840"/>
              <a:ext cx="54000" cy="75240"/>
            </a:xfrm>
            <a:custGeom>
              <a:avLst/>
              <a:gdLst>
                <a:gd name="textAreaLeft" fmla="*/ 0 w 54000"/>
                <a:gd name="textAreaRight" fmla="*/ 54360 w 54000"/>
                <a:gd name="textAreaTop" fmla="*/ 0 h 75240"/>
                <a:gd name="textAreaBottom" fmla="*/ 75600 h 75240"/>
              </a:gdLst>
              <a:ahLst/>
              <a:cxnLst/>
              <a:rect l="textAreaLeft" t="textAreaTop" r="textAreaRight" b="textAreaBottom"/>
              <a:pathLst>
                <a:path w="1011" h="1409">
                  <a:moveTo>
                    <a:pt x="992" y="1"/>
                  </a:moveTo>
                  <a:cubicBezTo>
                    <a:pt x="954" y="1"/>
                    <a:pt x="690" y="271"/>
                    <a:pt x="425" y="662"/>
                  </a:cubicBezTo>
                  <a:cubicBezTo>
                    <a:pt x="176" y="1042"/>
                    <a:pt x="0" y="1394"/>
                    <a:pt x="30" y="1408"/>
                  </a:cubicBezTo>
                  <a:cubicBezTo>
                    <a:pt x="30" y="1409"/>
                    <a:pt x="31" y="1409"/>
                    <a:pt x="32" y="1409"/>
                  </a:cubicBezTo>
                  <a:cubicBezTo>
                    <a:pt x="68" y="1409"/>
                    <a:pt x="269" y="1092"/>
                    <a:pt x="513" y="706"/>
                  </a:cubicBezTo>
                  <a:cubicBezTo>
                    <a:pt x="791" y="325"/>
                    <a:pt x="1010" y="17"/>
                    <a:pt x="996" y="3"/>
                  </a:cubicBezTo>
                  <a:cubicBezTo>
                    <a:pt x="995" y="1"/>
                    <a:pt x="994" y="1"/>
                    <a:pt x="992"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9" name="Google Shape;519;p32"/>
            <p:cNvSpPr/>
            <p:nvPr/>
          </p:nvSpPr>
          <p:spPr>
            <a:xfrm>
              <a:off x="1490400" y="2694600"/>
              <a:ext cx="16920" cy="62640"/>
            </a:xfrm>
            <a:custGeom>
              <a:avLst/>
              <a:gdLst>
                <a:gd name="textAreaLeft" fmla="*/ 0 w 16920"/>
                <a:gd name="textAreaRight" fmla="*/ 17280 w 16920"/>
                <a:gd name="textAreaTop" fmla="*/ 0 h 62640"/>
                <a:gd name="textAreaBottom" fmla="*/ 63000 h 62640"/>
              </a:gdLst>
              <a:ahLst/>
              <a:cxnLst/>
              <a:rect l="textAreaLeft" t="textAreaTop" r="textAreaRight" b="textAreaBottom"/>
              <a:pathLst>
                <a:path w="323" h="1173">
                  <a:moveTo>
                    <a:pt x="306" y="1"/>
                  </a:moveTo>
                  <a:cubicBezTo>
                    <a:pt x="287" y="1"/>
                    <a:pt x="188" y="245"/>
                    <a:pt x="88" y="572"/>
                  </a:cubicBezTo>
                  <a:cubicBezTo>
                    <a:pt x="15" y="894"/>
                    <a:pt x="0" y="1172"/>
                    <a:pt x="15" y="1172"/>
                  </a:cubicBezTo>
                  <a:cubicBezTo>
                    <a:pt x="44" y="1172"/>
                    <a:pt x="88" y="924"/>
                    <a:pt x="191" y="587"/>
                  </a:cubicBezTo>
                  <a:cubicBezTo>
                    <a:pt x="249" y="279"/>
                    <a:pt x="322" y="16"/>
                    <a:pt x="308" y="1"/>
                  </a:cubicBezTo>
                  <a:cubicBezTo>
                    <a:pt x="307" y="1"/>
                    <a:pt x="307" y="1"/>
                    <a:pt x="306"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0" name="Google Shape;520;p32"/>
          <p:cNvGrpSpPr/>
          <p:nvPr/>
        </p:nvGrpSpPr>
        <p:grpSpPr>
          <a:xfrm>
            <a:off x="207000" y="2528280"/>
            <a:ext cx="1252080" cy="1877760"/>
            <a:chOff x="207000" y="2528280"/>
            <a:chExt cx="1252080" cy="1877760"/>
          </a:xfrm>
        </p:grpSpPr>
        <p:sp>
          <p:nvSpPr>
            <p:cNvPr id="451" name="Google Shape;521;p32"/>
            <p:cNvSpPr/>
            <p:nvPr/>
          </p:nvSpPr>
          <p:spPr>
            <a:xfrm>
              <a:off x="1172520" y="4274640"/>
              <a:ext cx="286560" cy="88560"/>
            </a:xfrm>
            <a:custGeom>
              <a:avLst/>
              <a:gdLst>
                <a:gd name="textAreaLeft" fmla="*/ 0 w 286560"/>
                <a:gd name="textAreaRight" fmla="*/ 286920 w 286560"/>
                <a:gd name="textAreaTop" fmla="*/ 0 h 88560"/>
                <a:gd name="textAreaBottom" fmla="*/ 88920 h 88560"/>
              </a:gdLst>
              <a:ahLst/>
              <a:cxnLst/>
              <a:rect l="textAreaLeft" t="textAreaTop" r="textAreaRight" b="textAreaBottom"/>
              <a:pathLst>
                <a:path w="5345" h="1655">
                  <a:moveTo>
                    <a:pt x="294" y="1"/>
                  </a:moveTo>
                  <a:lnTo>
                    <a:pt x="1" y="1655"/>
                  </a:lnTo>
                  <a:lnTo>
                    <a:pt x="4642" y="1655"/>
                  </a:lnTo>
                  <a:cubicBezTo>
                    <a:pt x="5344" y="1655"/>
                    <a:pt x="4085" y="1025"/>
                    <a:pt x="4085" y="1025"/>
                  </a:cubicBezTo>
                  <a:lnTo>
                    <a:pt x="4305"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2" name="Google Shape;522;p32"/>
            <p:cNvSpPr/>
            <p:nvPr/>
          </p:nvSpPr>
          <p:spPr>
            <a:xfrm>
              <a:off x="1032840" y="4317480"/>
              <a:ext cx="286560" cy="88560"/>
            </a:xfrm>
            <a:custGeom>
              <a:avLst/>
              <a:gdLst>
                <a:gd name="textAreaLeft" fmla="*/ 0 w 286560"/>
                <a:gd name="textAreaRight" fmla="*/ 286920 w 286560"/>
                <a:gd name="textAreaTop" fmla="*/ 0 h 88560"/>
                <a:gd name="textAreaBottom" fmla="*/ 88920 h 88560"/>
              </a:gdLst>
              <a:ahLst/>
              <a:cxnLst/>
              <a:rect l="textAreaLeft" t="textAreaTop" r="textAreaRight" b="textAreaBottom"/>
              <a:pathLst>
                <a:path w="5345" h="1655">
                  <a:moveTo>
                    <a:pt x="294" y="1"/>
                  </a:moveTo>
                  <a:lnTo>
                    <a:pt x="1" y="1655"/>
                  </a:lnTo>
                  <a:lnTo>
                    <a:pt x="4642" y="1655"/>
                  </a:lnTo>
                  <a:cubicBezTo>
                    <a:pt x="5344" y="1655"/>
                    <a:pt x="4085" y="1025"/>
                    <a:pt x="4085" y="1025"/>
                  </a:cubicBezTo>
                  <a:lnTo>
                    <a:pt x="4305"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3" name="Google Shape;523;p32"/>
            <p:cNvSpPr/>
            <p:nvPr/>
          </p:nvSpPr>
          <p:spPr>
            <a:xfrm>
              <a:off x="987840" y="3379320"/>
              <a:ext cx="106560" cy="273240"/>
            </a:xfrm>
            <a:custGeom>
              <a:avLst/>
              <a:gdLst>
                <a:gd name="textAreaLeft" fmla="*/ 0 w 106560"/>
                <a:gd name="textAreaRight" fmla="*/ 106920 w 106560"/>
                <a:gd name="textAreaTop" fmla="*/ 0 h 273240"/>
                <a:gd name="textAreaBottom" fmla="*/ 273600 h 273240"/>
              </a:gdLst>
              <a:ahLst/>
              <a:cxnLst/>
              <a:rect l="textAreaLeft" t="textAreaTop" r="textAreaRight" b="textAreaBottom"/>
              <a:pathLst>
                <a:path w="1992" h="5096">
                  <a:moveTo>
                    <a:pt x="16" y="0"/>
                  </a:moveTo>
                  <a:cubicBezTo>
                    <a:pt x="15" y="0"/>
                    <a:pt x="15" y="0"/>
                    <a:pt x="15" y="0"/>
                  </a:cubicBezTo>
                  <a:cubicBezTo>
                    <a:pt x="1" y="30"/>
                    <a:pt x="396" y="1157"/>
                    <a:pt x="952" y="2562"/>
                  </a:cubicBezTo>
                  <a:cubicBezTo>
                    <a:pt x="1490" y="3973"/>
                    <a:pt x="1942" y="5095"/>
                    <a:pt x="1976" y="5095"/>
                  </a:cubicBezTo>
                  <a:cubicBezTo>
                    <a:pt x="1977" y="5095"/>
                    <a:pt x="1977" y="5095"/>
                    <a:pt x="1977" y="5095"/>
                  </a:cubicBezTo>
                  <a:cubicBezTo>
                    <a:pt x="1992" y="5095"/>
                    <a:pt x="1567" y="3938"/>
                    <a:pt x="1040" y="2533"/>
                  </a:cubicBezTo>
                  <a:cubicBezTo>
                    <a:pt x="487" y="1136"/>
                    <a:pt x="36" y="0"/>
                    <a:pt x="16" y="0"/>
                  </a:cubicBezTo>
                  <a:close/>
                </a:path>
              </a:pathLst>
            </a:custGeom>
            <a:solidFill>
              <a:srgbClr val="00737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4" name="Google Shape;524;p32"/>
            <p:cNvSpPr/>
            <p:nvPr/>
          </p:nvSpPr>
          <p:spPr>
            <a:xfrm>
              <a:off x="1001880" y="3422520"/>
              <a:ext cx="33480" cy="190080"/>
            </a:xfrm>
            <a:custGeom>
              <a:avLst/>
              <a:gdLst>
                <a:gd name="textAreaLeft" fmla="*/ 0 w 33480"/>
                <a:gd name="textAreaRight" fmla="*/ 33840 w 33480"/>
                <a:gd name="textAreaTop" fmla="*/ 0 h 190080"/>
                <a:gd name="textAreaBottom" fmla="*/ 190440 h 190080"/>
              </a:gdLst>
              <a:ahLst/>
              <a:cxnLst/>
              <a:rect l="textAreaLeft" t="textAreaTop" r="textAreaRight" b="textAreaBottom"/>
              <a:pathLst>
                <a:path w="630" h="3544">
                  <a:moveTo>
                    <a:pt x="29" y="0"/>
                  </a:moveTo>
                  <a:cubicBezTo>
                    <a:pt x="0" y="0"/>
                    <a:pt x="44" y="205"/>
                    <a:pt x="117" y="513"/>
                  </a:cubicBezTo>
                  <a:cubicBezTo>
                    <a:pt x="176" y="835"/>
                    <a:pt x="264" y="1274"/>
                    <a:pt x="351" y="1757"/>
                  </a:cubicBezTo>
                  <a:cubicBezTo>
                    <a:pt x="425" y="2255"/>
                    <a:pt x="498" y="2694"/>
                    <a:pt x="542" y="3031"/>
                  </a:cubicBezTo>
                  <a:cubicBezTo>
                    <a:pt x="571" y="3338"/>
                    <a:pt x="586" y="3543"/>
                    <a:pt x="615" y="3543"/>
                  </a:cubicBezTo>
                  <a:cubicBezTo>
                    <a:pt x="630" y="3543"/>
                    <a:pt x="630" y="3338"/>
                    <a:pt x="630" y="3002"/>
                  </a:cubicBezTo>
                  <a:cubicBezTo>
                    <a:pt x="586" y="2680"/>
                    <a:pt x="556" y="2240"/>
                    <a:pt x="469" y="1743"/>
                  </a:cubicBezTo>
                  <a:cubicBezTo>
                    <a:pt x="366" y="1245"/>
                    <a:pt x="278" y="806"/>
                    <a:pt x="190" y="498"/>
                  </a:cubicBezTo>
                  <a:cubicBezTo>
                    <a:pt x="103" y="191"/>
                    <a:pt x="44" y="0"/>
                    <a:pt x="29" y="0"/>
                  </a:cubicBezTo>
                  <a:close/>
                </a:path>
              </a:pathLst>
            </a:custGeom>
            <a:solidFill>
              <a:srgbClr val="00737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5" name="Google Shape;525;p32"/>
            <p:cNvSpPr/>
            <p:nvPr/>
          </p:nvSpPr>
          <p:spPr>
            <a:xfrm>
              <a:off x="207000" y="2871360"/>
              <a:ext cx="330480" cy="888840"/>
            </a:xfrm>
            <a:custGeom>
              <a:avLst/>
              <a:gdLst>
                <a:gd name="textAreaLeft" fmla="*/ 0 w 330480"/>
                <a:gd name="textAreaRight" fmla="*/ 330840 w 330480"/>
                <a:gd name="textAreaTop" fmla="*/ 0 h 888840"/>
                <a:gd name="textAreaBottom" fmla="*/ 889200 h 888840"/>
              </a:gdLst>
              <a:ahLst/>
              <a:cxnLst/>
              <a:rect l="textAreaLeft" t="textAreaTop" r="textAreaRight" b="textAreaBottom"/>
              <a:pathLst>
                <a:path w="6164" h="16558">
                  <a:moveTo>
                    <a:pt x="4392" y="0"/>
                  </a:moveTo>
                  <a:lnTo>
                    <a:pt x="1" y="161"/>
                  </a:lnTo>
                  <a:lnTo>
                    <a:pt x="2972" y="16557"/>
                  </a:lnTo>
                  <a:lnTo>
                    <a:pt x="6164" y="16074"/>
                  </a:lnTo>
                  <a:lnTo>
                    <a:pt x="4392"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6" name="Google Shape;526;p32"/>
            <p:cNvSpPr/>
            <p:nvPr/>
          </p:nvSpPr>
          <p:spPr>
            <a:xfrm>
              <a:off x="1163160" y="3135600"/>
              <a:ext cx="174960" cy="218880"/>
            </a:xfrm>
            <a:custGeom>
              <a:avLst/>
              <a:gdLst>
                <a:gd name="textAreaLeft" fmla="*/ 0 w 174960"/>
                <a:gd name="textAreaRight" fmla="*/ 175320 w 174960"/>
                <a:gd name="textAreaTop" fmla="*/ 0 h 218880"/>
                <a:gd name="textAreaBottom" fmla="*/ 219240 h 218880"/>
              </a:gdLst>
              <a:ahLst/>
              <a:cxnLst/>
              <a:rect l="textAreaLeft" t="textAreaTop" r="textAreaRight" b="textAreaBottom"/>
              <a:pathLst>
                <a:path w="3265" h="4082">
                  <a:moveTo>
                    <a:pt x="1223" y="0"/>
                  </a:moveTo>
                  <a:cubicBezTo>
                    <a:pt x="1054" y="0"/>
                    <a:pt x="0" y="1538"/>
                    <a:pt x="0" y="1538"/>
                  </a:cubicBezTo>
                  <a:cubicBezTo>
                    <a:pt x="0" y="1538"/>
                    <a:pt x="585" y="4082"/>
                    <a:pt x="1060" y="4082"/>
                  </a:cubicBezTo>
                  <a:cubicBezTo>
                    <a:pt x="1078" y="4082"/>
                    <a:pt x="1095" y="4078"/>
                    <a:pt x="1113" y="4071"/>
                  </a:cubicBezTo>
                  <a:cubicBezTo>
                    <a:pt x="1113" y="4071"/>
                    <a:pt x="2913" y="3002"/>
                    <a:pt x="3001" y="2783"/>
                  </a:cubicBezTo>
                  <a:cubicBezTo>
                    <a:pt x="3040" y="2709"/>
                    <a:pt x="2961" y="2685"/>
                    <a:pt x="2837" y="2685"/>
                  </a:cubicBezTo>
                  <a:cubicBezTo>
                    <a:pt x="2590" y="2685"/>
                    <a:pt x="2167" y="2783"/>
                    <a:pt x="2167" y="2783"/>
                  </a:cubicBezTo>
                  <a:cubicBezTo>
                    <a:pt x="2167" y="2783"/>
                    <a:pt x="3089" y="2461"/>
                    <a:pt x="3192" y="2241"/>
                  </a:cubicBezTo>
                  <a:cubicBezTo>
                    <a:pt x="3221" y="2168"/>
                    <a:pt x="3088" y="2143"/>
                    <a:pt x="2897" y="2143"/>
                  </a:cubicBezTo>
                  <a:cubicBezTo>
                    <a:pt x="2515" y="2143"/>
                    <a:pt x="1903" y="2241"/>
                    <a:pt x="1903" y="2241"/>
                  </a:cubicBezTo>
                  <a:cubicBezTo>
                    <a:pt x="1903" y="2241"/>
                    <a:pt x="3265" y="1948"/>
                    <a:pt x="3206" y="1655"/>
                  </a:cubicBezTo>
                  <a:cubicBezTo>
                    <a:pt x="3178" y="1543"/>
                    <a:pt x="2938" y="1508"/>
                    <a:pt x="2653" y="1508"/>
                  </a:cubicBezTo>
                  <a:cubicBezTo>
                    <a:pt x="2196" y="1508"/>
                    <a:pt x="1625" y="1597"/>
                    <a:pt x="1625" y="1597"/>
                  </a:cubicBezTo>
                  <a:cubicBezTo>
                    <a:pt x="1625" y="1597"/>
                    <a:pt x="3162" y="1231"/>
                    <a:pt x="3148" y="909"/>
                  </a:cubicBezTo>
                  <a:cubicBezTo>
                    <a:pt x="3144" y="824"/>
                    <a:pt x="3011" y="792"/>
                    <a:pt x="2815" y="792"/>
                  </a:cubicBezTo>
                  <a:cubicBezTo>
                    <a:pt x="2234" y="792"/>
                    <a:pt x="1098" y="1070"/>
                    <a:pt x="1098" y="1070"/>
                  </a:cubicBezTo>
                  <a:cubicBezTo>
                    <a:pt x="1464" y="572"/>
                    <a:pt x="1376" y="60"/>
                    <a:pt x="1230" y="1"/>
                  </a:cubicBezTo>
                  <a:cubicBezTo>
                    <a:pt x="1228" y="0"/>
                    <a:pt x="1226" y="0"/>
                    <a:pt x="1223" y="0"/>
                  </a:cubicBezTo>
                  <a:close/>
                </a:path>
              </a:pathLst>
            </a:custGeom>
            <a:solidFill>
              <a:srgbClr val="AC503B"/>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7" name="Google Shape;527;p32"/>
            <p:cNvSpPr/>
            <p:nvPr/>
          </p:nvSpPr>
          <p:spPr>
            <a:xfrm>
              <a:off x="653760" y="2957040"/>
              <a:ext cx="569520" cy="508680"/>
            </a:xfrm>
            <a:custGeom>
              <a:avLst/>
              <a:gdLst>
                <a:gd name="textAreaLeft" fmla="*/ 0 w 569520"/>
                <a:gd name="textAreaRight" fmla="*/ 569880 w 569520"/>
                <a:gd name="textAreaTop" fmla="*/ 0 h 508680"/>
                <a:gd name="textAreaBottom" fmla="*/ 509040 h 508680"/>
              </a:gdLst>
              <a:ahLst/>
              <a:cxnLst/>
              <a:rect l="textAreaLeft" t="textAreaTop" r="textAreaRight" b="textAreaBottom"/>
              <a:pathLst>
                <a:path w="10615" h="9480">
                  <a:moveTo>
                    <a:pt x="338" y="1"/>
                  </a:moveTo>
                  <a:cubicBezTo>
                    <a:pt x="338" y="1"/>
                    <a:pt x="1" y="2636"/>
                    <a:pt x="747" y="6589"/>
                  </a:cubicBezTo>
                  <a:cubicBezTo>
                    <a:pt x="1188" y="8921"/>
                    <a:pt x="2607" y="9479"/>
                    <a:pt x="3886" y="9479"/>
                  </a:cubicBezTo>
                  <a:cubicBezTo>
                    <a:pt x="4774" y="9479"/>
                    <a:pt x="5596" y="9209"/>
                    <a:pt x="5974" y="9077"/>
                  </a:cubicBezTo>
                  <a:cubicBezTo>
                    <a:pt x="6911" y="8770"/>
                    <a:pt x="10614" y="7409"/>
                    <a:pt x="10614" y="7409"/>
                  </a:cubicBezTo>
                  <a:lnTo>
                    <a:pt x="9487" y="4861"/>
                  </a:lnTo>
                  <a:cubicBezTo>
                    <a:pt x="9487" y="4861"/>
                    <a:pt x="7218" y="5666"/>
                    <a:pt x="4656" y="6223"/>
                  </a:cubicBezTo>
                  <a:cubicBezTo>
                    <a:pt x="4632" y="6228"/>
                    <a:pt x="4608" y="6230"/>
                    <a:pt x="4585" y="6230"/>
                  </a:cubicBezTo>
                  <a:cubicBezTo>
                    <a:pt x="3484" y="6230"/>
                    <a:pt x="3470" y="616"/>
                    <a:pt x="3470" y="616"/>
                  </a:cubicBezTo>
                  <a:lnTo>
                    <a:pt x="338"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8" name="Google Shape;528;p32"/>
            <p:cNvSpPr/>
            <p:nvPr/>
          </p:nvSpPr>
          <p:spPr>
            <a:xfrm>
              <a:off x="429480" y="3383280"/>
              <a:ext cx="1007280" cy="916920"/>
            </a:xfrm>
            <a:custGeom>
              <a:avLst/>
              <a:gdLst>
                <a:gd name="textAreaLeft" fmla="*/ 0 w 1007280"/>
                <a:gd name="textAreaRight" fmla="*/ 1007640 w 1007280"/>
                <a:gd name="textAreaTop" fmla="*/ 0 h 916920"/>
                <a:gd name="textAreaBottom" fmla="*/ 917280 h 916920"/>
              </a:gdLst>
              <a:ahLst/>
              <a:cxnLst/>
              <a:rect l="textAreaLeft" t="textAreaTop" r="textAreaRight" b="textAreaBottom"/>
              <a:pathLst>
                <a:path w="18768" h="17085">
                  <a:moveTo>
                    <a:pt x="16009" y="0"/>
                  </a:moveTo>
                  <a:cubicBezTo>
                    <a:pt x="16006" y="0"/>
                    <a:pt x="16004" y="0"/>
                    <a:pt x="16002" y="1"/>
                  </a:cubicBezTo>
                  <a:cubicBezTo>
                    <a:pt x="13850" y="59"/>
                    <a:pt x="967" y="776"/>
                    <a:pt x="967" y="776"/>
                  </a:cubicBezTo>
                  <a:cubicBezTo>
                    <a:pt x="967" y="776"/>
                    <a:pt x="1" y="4656"/>
                    <a:pt x="3778" y="5403"/>
                  </a:cubicBezTo>
                  <a:cubicBezTo>
                    <a:pt x="4534" y="5557"/>
                    <a:pt x="5376" y="5615"/>
                    <a:pt x="6241" y="5615"/>
                  </a:cubicBezTo>
                  <a:cubicBezTo>
                    <a:pt x="8748" y="5615"/>
                    <a:pt x="11443" y="5132"/>
                    <a:pt x="12757" y="5132"/>
                  </a:cubicBezTo>
                  <a:cubicBezTo>
                    <a:pt x="13263" y="5132"/>
                    <a:pt x="13565" y="5204"/>
                    <a:pt x="13571" y="5403"/>
                  </a:cubicBezTo>
                  <a:cubicBezTo>
                    <a:pt x="13615" y="6296"/>
                    <a:pt x="13850" y="17085"/>
                    <a:pt x="13850" y="17085"/>
                  </a:cubicBezTo>
                  <a:lnTo>
                    <a:pt x="18256" y="17085"/>
                  </a:lnTo>
                  <a:cubicBezTo>
                    <a:pt x="18256" y="17085"/>
                    <a:pt x="18768" y="0"/>
                    <a:pt x="1600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9" name="Google Shape;529;p32"/>
            <p:cNvSpPr/>
            <p:nvPr/>
          </p:nvSpPr>
          <p:spPr>
            <a:xfrm>
              <a:off x="321120" y="2825640"/>
              <a:ext cx="495720" cy="672840"/>
            </a:xfrm>
            <a:custGeom>
              <a:avLst/>
              <a:gdLst>
                <a:gd name="textAreaLeft" fmla="*/ 0 w 495720"/>
                <a:gd name="textAreaRight" fmla="*/ 496080 w 495720"/>
                <a:gd name="textAreaTop" fmla="*/ 0 h 672840"/>
                <a:gd name="textAreaBottom" fmla="*/ 673200 h 672840"/>
              </a:gdLst>
              <a:ahLst/>
              <a:cxnLst/>
              <a:rect l="textAreaLeft" t="textAreaTop" r="textAreaRight" b="textAreaBottom"/>
              <a:pathLst>
                <a:path w="9238" h="12535">
                  <a:moveTo>
                    <a:pt x="5453" y="1"/>
                  </a:moveTo>
                  <a:cubicBezTo>
                    <a:pt x="3946" y="1"/>
                    <a:pt x="1974" y="118"/>
                    <a:pt x="1391" y="561"/>
                  </a:cubicBezTo>
                  <a:cubicBezTo>
                    <a:pt x="1391" y="561"/>
                    <a:pt x="147" y="986"/>
                    <a:pt x="74" y="3079"/>
                  </a:cubicBezTo>
                  <a:cubicBezTo>
                    <a:pt x="0" y="5217"/>
                    <a:pt x="308" y="6988"/>
                    <a:pt x="308" y="6988"/>
                  </a:cubicBezTo>
                  <a:lnTo>
                    <a:pt x="425" y="11512"/>
                  </a:lnTo>
                  <a:cubicBezTo>
                    <a:pt x="425" y="11512"/>
                    <a:pt x="1856" y="12535"/>
                    <a:pt x="4313" y="12535"/>
                  </a:cubicBezTo>
                  <a:cubicBezTo>
                    <a:pt x="5666" y="12535"/>
                    <a:pt x="7330" y="12225"/>
                    <a:pt x="9238" y="11263"/>
                  </a:cubicBezTo>
                  <a:lnTo>
                    <a:pt x="8111" y="6915"/>
                  </a:lnTo>
                  <a:lnTo>
                    <a:pt x="7847" y="1820"/>
                  </a:lnTo>
                  <a:cubicBezTo>
                    <a:pt x="7847" y="1820"/>
                    <a:pt x="7759" y="195"/>
                    <a:pt x="7247" y="78"/>
                  </a:cubicBezTo>
                  <a:cubicBezTo>
                    <a:pt x="7053" y="41"/>
                    <a:pt x="6332" y="1"/>
                    <a:pt x="545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0" name="Google Shape;530;p32"/>
            <p:cNvSpPr/>
            <p:nvPr/>
          </p:nvSpPr>
          <p:spPr>
            <a:xfrm>
              <a:off x="291960" y="3402000"/>
              <a:ext cx="1007280" cy="916200"/>
            </a:xfrm>
            <a:custGeom>
              <a:avLst/>
              <a:gdLst>
                <a:gd name="textAreaLeft" fmla="*/ 0 w 1007280"/>
                <a:gd name="textAreaRight" fmla="*/ 1007640 w 1007280"/>
                <a:gd name="textAreaTop" fmla="*/ 0 h 916200"/>
                <a:gd name="textAreaBottom" fmla="*/ 916560 h 916200"/>
              </a:gdLst>
              <a:ahLst/>
              <a:cxnLst/>
              <a:rect l="textAreaLeft" t="textAreaTop" r="textAreaRight" b="textAreaBottom"/>
              <a:pathLst>
                <a:path w="18768" h="17071">
                  <a:moveTo>
                    <a:pt x="16009" y="1"/>
                  </a:moveTo>
                  <a:cubicBezTo>
                    <a:pt x="16006" y="1"/>
                    <a:pt x="16004" y="1"/>
                    <a:pt x="16002" y="1"/>
                  </a:cubicBezTo>
                  <a:cubicBezTo>
                    <a:pt x="13850" y="59"/>
                    <a:pt x="967" y="777"/>
                    <a:pt x="967" y="777"/>
                  </a:cubicBezTo>
                  <a:cubicBezTo>
                    <a:pt x="967" y="777"/>
                    <a:pt x="1" y="4642"/>
                    <a:pt x="3778" y="5403"/>
                  </a:cubicBezTo>
                  <a:cubicBezTo>
                    <a:pt x="4527" y="5553"/>
                    <a:pt x="5362" y="5609"/>
                    <a:pt x="6219" y="5609"/>
                  </a:cubicBezTo>
                  <a:cubicBezTo>
                    <a:pt x="8723" y="5609"/>
                    <a:pt x="11417" y="5130"/>
                    <a:pt x="12740" y="5130"/>
                  </a:cubicBezTo>
                  <a:cubicBezTo>
                    <a:pt x="13254" y="5130"/>
                    <a:pt x="13562" y="5203"/>
                    <a:pt x="13571" y="5403"/>
                  </a:cubicBezTo>
                  <a:cubicBezTo>
                    <a:pt x="13615" y="6296"/>
                    <a:pt x="13850" y="17071"/>
                    <a:pt x="13850" y="17071"/>
                  </a:cubicBezTo>
                  <a:lnTo>
                    <a:pt x="18256" y="17071"/>
                  </a:lnTo>
                  <a:cubicBezTo>
                    <a:pt x="18256" y="17071"/>
                    <a:pt x="18768" y="1"/>
                    <a:pt x="1600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1" name="Google Shape;531;p32"/>
            <p:cNvSpPr/>
            <p:nvPr/>
          </p:nvSpPr>
          <p:spPr>
            <a:xfrm>
              <a:off x="675000" y="2829960"/>
              <a:ext cx="164880" cy="179640"/>
            </a:xfrm>
            <a:custGeom>
              <a:avLst/>
              <a:gdLst>
                <a:gd name="textAreaLeft" fmla="*/ 0 w 164880"/>
                <a:gd name="textAreaRight" fmla="*/ 165240 w 164880"/>
                <a:gd name="textAreaTop" fmla="*/ 0 h 179640"/>
                <a:gd name="textAreaBottom" fmla="*/ 180000 h 179640"/>
              </a:gdLst>
              <a:ahLst/>
              <a:cxnLst/>
              <a:rect l="textAreaLeft" t="textAreaTop" r="textAreaRight" b="textAreaBottom"/>
              <a:pathLst>
                <a:path w="3075" h="3353">
                  <a:moveTo>
                    <a:pt x="304" y="0"/>
                  </a:moveTo>
                  <a:cubicBezTo>
                    <a:pt x="116" y="0"/>
                    <a:pt x="0" y="15"/>
                    <a:pt x="0" y="15"/>
                  </a:cubicBezTo>
                  <a:lnTo>
                    <a:pt x="600" y="3353"/>
                  </a:lnTo>
                  <a:lnTo>
                    <a:pt x="3074" y="3206"/>
                  </a:lnTo>
                  <a:lnTo>
                    <a:pt x="3060" y="2211"/>
                  </a:lnTo>
                  <a:cubicBezTo>
                    <a:pt x="2724" y="210"/>
                    <a:pt x="1010" y="0"/>
                    <a:pt x="3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0" bIns="90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2" name="Google Shape;532;p32"/>
            <p:cNvSpPr/>
            <p:nvPr/>
          </p:nvSpPr>
          <p:spPr>
            <a:xfrm>
              <a:off x="818640" y="3159000"/>
              <a:ext cx="174240" cy="218880"/>
            </a:xfrm>
            <a:custGeom>
              <a:avLst/>
              <a:gdLst>
                <a:gd name="textAreaLeft" fmla="*/ 0 w 174240"/>
                <a:gd name="textAreaRight" fmla="*/ 174600 w 174240"/>
                <a:gd name="textAreaTop" fmla="*/ 0 h 218880"/>
                <a:gd name="textAreaBottom" fmla="*/ 219240 h 218880"/>
              </a:gdLst>
              <a:ahLst/>
              <a:cxnLst/>
              <a:rect l="textAreaLeft" t="textAreaTop" r="textAreaRight" b="textAreaBottom"/>
              <a:pathLst>
                <a:path w="3251" h="4083">
                  <a:moveTo>
                    <a:pt x="1209" y="0"/>
                  </a:moveTo>
                  <a:cubicBezTo>
                    <a:pt x="1040" y="0"/>
                    <a:pt x="0" y="1538"/>
                    <a:pt x="0" y="1538"/>
                  </a:cubicBezTo>
                  <a:cubicBezTo>
                    <a:pt x="0" y="1538"/>
                    <a:pt x="571" y="4082"/>
                    <a:pt x="1058" y="4082"/>
                  </a:cubicBezTo>
                  <a:cubicBezTo>
                    <a:pt x="1077" y="4082"/>
                    <a:pt x="1095" y="4078"/>
                    <a:pt x="1113" y="4071"/>
                  </a:cubicBezTo>
                  <a:cubicBezTo>
                    <a:pt x="1113" y="4071"/>
                    <a:pt x="2899" y="3002"/>
                    <a:pt x="3001" y="2783"/>
                  </a:cubicBezTo>
                  <a:cubicBezTo>
                    <a:pt x="3035" y="2710"/>
                    <a:pt x="2952" y="2685"/>
                    <a:pt x="2827" y="2685"/>
                  </a:cubicBezTo>
                  <a:cubicBezTo>
                    <a:pt x="2575" y="2685"/>
                    <a:pt x="2152" y="2783"/>
                    <a:pt x="2152" y="2783"/>
                  </a:cubicBezTo>
                  <a:cubicBezTo>
                    <a:pt x="2152" y="2783"/>
                    <a:pt x="3089" y="2461"/>
                    <a:pt x="3177" y="2241"/>
                  </a:cubicBezTo>
                  <a:cubicBezTo>
                    <a:pt x="3206" y="2168"/>
                    <a:pt x="3074" y="2144"/>
                    <a:pt x="2886" y="2144"/>
                  </a:cubicBezTo>
                  <a:cubicBezTo>
                    <a:pt x="2508" y="2144"/>
                    <a:pt x="1903" y="2241"/>
                    <a:pt x="1903" y="2241"/>
                  </a:cubicBezTo>
                  <a:cubicBezTo>
                    <a:pt x="1903" y="2241"/>
                    <a:pt x="3250" y="1948"/>
                    <a:pt x="3192" y="1656"/>
                  </a:cubicBezTo>
                  <a:cubicBezTo>
                    <a:pt x="3163" y="1543"/>
                    <a:pt x="2925" y="1508"/>
                    <a:pt x="2643" y="1508"/>
                  </a:cubicBezTo>
                  <a:cubicBezTo>
                    <a:pt x="2191" y="1508"/>
                    <a:pt x="1625" y="1597"/>
                    <a:pt x="1625" y="1597"/>
                  </a:cubicBezTo>
                  <a:cubicBezTo>
                    <a:pt x="1625" y="1597"/>
                    <a:pt x="3162" y="1231"/>
                    <a:pt x="3148" y="909"/>
                  </a:cubicBezTo>
                  <a:cubicBezTo>
                    <a:pt x="3140" y="824"/>
                    <a:pt x="3006" y="792"/>
                    <a:pt x="2809" y="792"/>
                  </a:cubicBezTo>
                  <a:cubicBezTo>
                    <a:pt x="2226" y="792"/>
                    <a:pt x="1098" y="1070"/>
                    <a:pt x="1098" y="1070"/>
                  </a:cubicBezTo>
                  <a:cubicBezTo>
                    <a:pt x="1464" y="572"/>
                    <a:pt x="1362" y="60"/>
                    <a:pt x="1215" y="1"/>
                  </a:cubicBezTo>
                  <a:cubicBezTo>
                    <a:pt x="1213" y="1"/>
                    <a:pt x="1211" y="0"/>
                    <a:pt x="1209" y="0"/>
                  </a:cubicBezTo>
                  <a:close/>
                </a:path>
              </a:pathLst>
            </a:custGeom>
            <a:solidFill>
              <a:srgbClr val="AC503B"/>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3" name="Google Shape;533;p32"/>
            <p:cNvSpPr/>
            <p:nvPr/>
          </p:nvSpPr>
          <p:spPr>
            <a:xfrm>
              <a:off x="354960" y="3685680"/>
              <a:ext cx="518400" cy="74520"/>
            </a:xfrm>
            <a:custGeom>
              <a:avLst/>
              <a:gdLst>
                <a:gd name="textAreaLeft" fmla="*/ 0 w 518400"/>
                <a:gd name="textAreaRight" fmla="*/ 518760 w 518400"/>
                <a:gd name="textAreaTop" fmla="*/ 0 h 74520"/>
                <a:gd name="textAreaBottom" fmla="*/ 74880 h 74520"/>
              </a:gdLst>
              <a:ahLst/>
              <a:cxnLst/>
              <a:rect l="textAreaLeft" t="textAreaTop" r="textAreaRight" b="textAreaBottom"/>
              <a:pathLst>
                <a:path w="9663" h="1392">
                  <a:moveTo>
                    <a:pt x="9663" y="1"/>
                  </a:moveTo>
                  <a:lnTo>
                    <a:pt x="1" y="425"/>
                  </a:lnTo>
                  <a:lnTo>
                    <a:pt x="220" y="1391"/>
                  </a:lnTo>
                  <a:lnTo>
                    <a:pt x="9473" y="908"/>
                  </a:lnTo>
                  <a:lnTo>
                    <a:pt x="9663"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4" name="Google Shape;534;p32"/>
            <p:cNvSpPr/>
            <p:nvPr/>
          </p:nvSpPr>
          <p:spPr>
            <a:xfrm>
              <a:off x="384120" y="3743280"/>
              <a:ext cx="50040" cy="612720"/>
            </a:xfrm>
            <a:custGeom>
              <a:avLst/>
              <a:gdLst>
                <a:gd name="textAreaLeft" fmla="*/ 0 w 50040"/>
                <a:gd name="textAreaRight" fmla="*/ 50400 w 50040"/>
                <a:gd name="textAreaTop" fmla="*/ 0 h 612720"/>
                <a:gd name="textAreaBottom" fmla="*/ 613080 h 612720"/>
              </a:gdLst>
              <a:ahLst/>
              <a:cxnLst/>
              <a:rect l="textAreaLeft" t="textAreaTop" r="textAreaRight" b="textAreaBottom"/>
              <a:pathLst>
                <a:path w="938" h="11420">
                  <a:moveTo>
                    <a:pt x="484" y="0"/>
                  </a:moveTo>
                  <a:lnTo>
                    <a:pt x="1" y="30"/>
                  </a:lnTo>
                  <a:lnTo>
                    <a:pt x="630" y="11419"/>
                  </a:lnTo>
                  <a:lnTo>
                    <a:pt x="937" y="11419"/>
                  </a:lnTo>
                  <a:lnTo>
                    <a:pt x="4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5" name="Google Shape;535;p32"/>
            <p:cNvSpPr/>
            <p:nvPr/>
          </p:nvSpPr>
          <p:spPr>
            <a:xfrm>
              <a:off x="831960" y="3725280"/>
              <a:ext cx="24120" cy="613800"/>
            </a:xfrm>
            <a:custGeom>
              <a:avLst/>
              <a:gdLst>
                <a:gd name="textAreaLeft" fmla="*/ 0 w 24120"/>
                <a:gd name="textAreaRight" fmla="*/ 24480 w 24120"/>
                <a:gd name="textAreaTop" fmla="*/ 0 h 613800"/>
                <a:gd name="textAreaBottom" fmla="*/ 614160 h 613800"/>
              </a:gdLst>
              <a:ahLst/>
              <a:cxnLst/>
              <a:rect l="textAreaLeft" t="textAreaTop" r="textAreaRight" b="textAreaBottom"/>
              <a:pathLst>
                <a:path w="454" h="11435">
                  <a:moveTo>
                    <a:pt x="454" y="1"/>
                  </a:moveTo>
                  <a:lnTo>
                    <a:pt x="0" y="30"/>
                  </a:lnTo>
                  <a:lnTo>
                    <a:pt x="44" y="11420"/>
                  </a:lnTo>
                  <a:lnTo>
                    <a:pt x="366" y="11434"/>
                  </a:lnTo>
                  <a:lnTo>
                    <a:pt x="454"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6" name="Google Shape;536;p32"/>
            <p:cNvSpPr/>
            <p:nvPr/>
          </p:nvSpPr>
          <p:spPr>
            <a:xfrm>
              <a:off x="410040" y="3726720"/>
              <a:ext cx="434520" cy="391320"/>
            </a:xfrm>
            <a:custGeom>
              <a:avLst/>
              <a:gdLst>
                <a:gd name="textAreaLeft" fmla="*/ 0 w 434520"/>
                <a:gd name="textAreaRight" fmla="*/ 434880 w 434520"/>
                <a:gd name="textAreaTop" fmla="*/ 0 h 391320"/>
                <a:gd name="textAreaBottom" fmla="*/ 391680 h 391320"/>
              </a:gdLst>
              <a:ahLst/>
              <a:cxnLst/>
              <a:rect l="textAreaLeft" t="textAreaTop" r="textAreaRight" b="textAreaBottom"/>
              <a:pathLst>
                <a:path w="8097" h="7292">
                  <a:moveTo>
                    <a:pt x="7847" y="1"/>
                  </a:moveTo>
                  <a:lnTo>
                    <a:pt x="1" y="6808"/>
                  </a:lnTo>
                  <a:lnTo>
                    <a:pt x="1" y="7291"/>
                  </a:lnTo>
                  <a:lnTo>
                    <a:pt x="8096" y="191"/>
                  </a:lnTo>
                  <a:lnTo>
                    <a:pt x="7847"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7" name="Google Shape;537;p32"/>
            <p:cNvSpPr/>
            <p:nvPr/>
          </p:nvSpPr>
          <p:spPr>
            <a:xfrm>
              <a:off x="403560" y="3743280"/>
              <a:ext cx="450000" cy="374760"/>
            </a:xfrm>
            <a:custGeom>
              <a:avLst/>
              <a:gdLst>
                <a:gd name="textAreaLeft" fmla="*/ 0 w 450000"/>
                <a:gd name="textAreaRight" fmla="*/ 450360 w 450000"/>
                <a:gd name="textAreaTop" fmla="*/ 0 h 374760"/>
                <a:gd name="textAreaBottom" fmla="*/ 375120 h 374760"/>
              </a:gdLst>
              <a:ahLst/>
              <a:cxnLst/>
              <a:rect l="textAreaLeft" t="textAreaTop" r="textAreaRight" b="textAreaBottom"/>
              <a:pathLst>
                <a:path w="8389" h="6984">
                  <a:moveTo>
                    <a:pt x="235" y="0"/>
                  </a:moveTo>
                  <a:lnTo>
                    <a:pt x="0" y="220"/>
                  </a:lnTo>
                  <a:lnTo>
                    <a:pt x="8316" y="6983"/>
                  </a:lnTo>
                  <a:lnTo>
                    <a:pt x="8389" y="6705"/>
                  </a:lnTo>
                  <a:lnTo>
                    <a:pt x="235"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8" name="Google Shape;538;p32"/>
            <p:cNvSpPr/>
            <p:nvPr/>
          </p:nvSpPr>
          <p:spPr>
            <a:xfrm>
              <a:off x="515880" y="2822040"/>
              <a:ext cx="158400" cy="258120"/>
            </a:xfrm>
            <a:custGeom>
              <a:avLst/>
              <a:gdLst>
                <a:gd name="textAreaLeft" fmla="*/ 0 w 158400"/>
                <a:gd name="textAreaRight" fmla="*/ 158760 w 158400"/>
                <a:gd name="textAreaTop" fmla="*/ 0 h 258120"/>
                <a:gd name="textAreaBottom" fmla="*/ 258480 h 258120"/>
              </a:gdLst>
              <a:ahLst/>
              <a:cxnLst/>
              <a:rect l="textAreaLeft" t="textAreaTop" r="textAreaRight" b="textAreaBottom"/>
              <a:pathLst>
                <a:path w="2954" h="4813">
                  <a:moveTo>
                    <a:pt x="1619" y="1"/>
                  </a:moveTo>
                  <a:cubicBezTo>
                    <a:pt x="1182" y="1"/>
                    <a:pt x="640" y="40"/>
                    <a:pt x="1" y="157"/>
                  </a:cubicBezTo>
                  <a:lnTo>
                    <a:pt x="2197" y="4812"/>
                  </a:lnTo>
                  <a:lnTo>
                    <a:pt x="2943" y="157"/>
                  </a:lnTo>
                  <a:cubicBezTo>
                    <a:pt x="2953" y="157"/>
                    <a:pt x="2495" y="1"/>
                    <a:pt x="1619"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9" name="Google Shape;539;p32"/>
            <p:cNvSpPr/>
            <p:nvPr/>
          </p:nvSpPr>
          <p:spPr>
            <a:xfrm>
              <a:off x="504360" y="2538000"/>
              <a:ext cx="269280" cy="341640"/>
            </a:xfrm>
            <a:custGeom>
              <a:avLst/>
              <a:gdLst>
                <a:gd name="textAreaLeft" fmla="*/ 0 w 269280"/>
                <a:gd name="textAreaRight" fmla="*/ 269640 w 269280"/>
                <a:gd name="textAreaTop" fmla="*/ 0 h 341640"/>
                <a:gd name="textAreaBottom" fmla="*/ 342000 h 341640"/>
              </a:gdLst>
              <a:ahLst/>
              <a:cxnLst/>
              <a:rect l="textAreaLeft" t="textAreaTop" r="textAreaRight" b="textAreaBottom"/>
              <a:pathLst>
                <a:path w="5022" h="6367">
                  <a:moveTo>
                    <a:pt x="2647" y="1"/>
                  </a:moveTo>
                  <a:cubicBezTo>
                    <a:pt x="1375" y="1"/>
                    <a:pt x="1333" y="587"/>
                    <a:pt x="1333" y="587"/>
                  </a:cubicBezTo>
                  <a:lnTo>
                    <a:pt x="1333" y="1597"/>
                  </a:lnTo>
                  <a:cubicBezTo>
                    <a:pt x="1333" y="1597"/>
                    <a:pt x="997" y="1358"/>
                    <a:pt x="679" y="1358"/>
                  </a:cubicBezTo>
                  <a:cubicBezTo>
                    <a:pt x="445" y="1358"/>
                    <a:pt x="221" y="1487"/>
                    <a:pt x="147" y="1933"/>
                  </a:cubicBezTo>
                  <a:cubicBezTo>
                    <a:pt x="0" y="2739"/>
                    <a:pt x="776" y="2900"/>
                    <a:pt x="776" y="2900"/>
                  </a:cubicBezTo>
                  <a:lnTo>
                    <a:pt x="601" y="5257"/>
                  </a:lnTo>
                  <a:cubicBezTo>
                    <a:pt x="586" y="5564"/>
                    <a:pt x="674" y="5886"/>
                    <a:pt x="893" y="6106"/>
                  </a:cubicBezTo>
                  <a:cubicBezTo>
                    <a:pt x="1096" y="6297"/>
                    <a:pt x="1326" y="6366"/>
                    <a:pt x="1555" y="6366"/>
                  </a:cubicBezTo>
                  <a:cubicBezTo>
                    <a:pt x="1904" y="6366"/>
                    <a:pt x="2250" y="6203"/>
                    <a:pt x="2489" y="6062"/>
                  </a:cubicBezTo>
                  <a:cubicBezTo>
                    <a:pt x="2665" y="5930"/>
                    <a:pt x="2782" y="5754"/>
                    <a:pt x="2782" y="5535"/>
                  </a:cubicBezTo>
                  <a:lnTo>
                    <a:pt x="2782" y="4905"/>
                  </a:lnTo>
                  <a:lnTo>
                    <a:pt x="3631" y="4905"/>
                  </a:lnTo>
                  <a:cubicBezTo>
                    <a:pt x="5022" y="4832"/>
                    <a:pt x="4787" y="396"/>
                    <a:pt x="4787" y="396"/>
                  </a:cubicBezTo>
                  <a:cubicBezTo>
                    <a:pt x="4787" y="57"/>
                    <a:pt x="4135" y="45"/>
                    <a:pt x="4038" y="45"/>
                  </a:cubicBezTo>
                  <a:cubicBezTo>
                    <a:pt x="4030" y="45"/>
                    <a:pt x="4026" y="45"/>
                    <a:pt x="4026" y="45"/>
                  </a:cubicBezTo>
                  <a:lnTo>
                    <a:pt x="2694" y="1"/>
                  </a:lnTo>
                  <a:cubicBezTo>
                    <a:pt x="2678" y="1"/>
                    <a:pt x="2662" y="1"/>
                    <a:pt x="2647" y="1"/>
                  </a:cubicBezTo>
                  <a:close/>
                </a:path>
              </a:pathLst>
            </a:custGeom>
            <a:solidFill>
              <a:srgbClr val="AC503B"/>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0" name="Google Shape;540;p32"/>
            <p:cNvSpPr/>
            <p:nvPr/>
          </p:nvSpPr>
          <p:spPr>
            <a:xfrm>
              <a:off x="705600" y="2650680"/>
              <a:ext cx="12960" cy="70560"/>
            </a:xfrm>
            <a:custGeom>
              <a:avLst/>
              <a:gdLst>
                <a:gd name="textAreaLeft" fmla="*/ 0 w 12960"/>
                <a:gd name="textAreaRight" fmla="*/ 13320 w 12960"/>
                <a:gd name="textAreaTop" fmla="*/ 0 h 70560"/>
                <a:gd name="textAreaBottom" fmla="*/ 70920 h 70560"/>
              </a:gdLst>
              <a:ahLst/>
              <a:cxnLst/>
              <a:rect l="textAreaLeft" t="textAreaTop" r="textAreaRight" b="textAreaBottom"/>
              <a:pathLst>
                <a:path w="249" h="1319">
                  <a:moveTo>
                    <a:pt x="205" y="0"/>
                  </a:moveTo>
                  <a:cubicBezTo>
                    <a:pt x="161" y="0"/>
                    <a:pt x="146" y="308"/>
                    <a:pt x="161" y="732"/>
                  </a:cubicBezTo>
                  <a:cubicBezTo>
                    <a:pt x="161" y="908"/>
                    <a:pt x="205" y="1113"/>
                    <a:pt x="146" y="1201"/>
                  </a:cubicBezTo>
                  <a:cubicBezTo>
                    <a:pt x="132" y="1245"/>
                    <a:pt x="88" y="1274"/>
                    <a:pt x="59" y="1274"/>
                  </a:cubicBezTo>
                  <a:cubicBezTo>
                    <a:pt x="15" y="1303"/>
                    <a:pt x="0" y="1303"/>
                    <a:pt x="0" y="1303"/>
                  </a:cubicBezTo>
                  <a:cubicBezTo>
                    <a:pt x="0" y="1303"/>
                    <a:pt x="15" y="1318"/>
                    <a:pt x="59" y="1318"/>
                  </a:cubicBezTo>
                  <a:cubicBezTo>
                    <a:pt x="88" y="1318"/>
                    <a:pt x="146" y="1274"/>
                    <a:pt x="205" y="1230"/>
                  </a:cubicBezTo>
                  <a:cubicBezTo>
                    <a:pt x="234" y="1172"/>
                    <a:pt x="249" y="1084"/>
                    <a:pt x="249" y="981"/>
                  </a:cubicBezTo>
                  <a:lnTo>
                    <a:pt x="249" y="718"/>
                  </a:lnTo>
                  <a:cubicBezTo>
                    <a:pt x="249" y="323"/>
                    <a:pt x="220" y="0"/>
                    <a:pt x="2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1" name="Google Shape;541;p32"/>
            <p:cNvSpPr/>
            <p:nvPr/>
          </p:nvSpPr>
          <p:spPr>
            <a:xfrm>
              <a:off x="663120" y="2652120"/>
              <a:ext cx="4320" cy="17640"/>
            </a:xfrm>
            <a:custGeom>
              <a:avLst/>
              <a:gdLst>
                <a:gd name="textAreaLeft" fmla="*/ 0 w 4320"/>
                <a:gd name="textAreaRight" fmla="*/ 4680 w 4320"/>
                <a:gd name="textAreaTop" fmla="*/ 0 h 17640"/>
                <a:gd name="textAreaBottom" fmla="*/ 18000 h 17640"/>
              </a:gdLst>
              <a:ahLst/>
              <a:cxnLst/>
              <a:rect l="textAreaLeft" t="textAreaTop" r="textAreaRight" b="textAreaBottom"/>
              <a:pathLst>
                <a:path w="89" h="338">
                  <a:moveTo>
                    <a:pt x="44" y="1"/>
                  </a:moveTo>
                  <a:cubicBezTo>
                    <a:pt x="15" y="1"/>
                    <a:pt x="1" y="74"/>
                    <a:pt x="1" y="176"/>
                  </a:cubicBezTo>
                  <a:cubicBezTo>
                    <a:pt x="1" y="264"/>
                    <a:pt x="44" y="337"/>
                    <a:pt x="59" y="337"/>
                  </a:cubicBezTo>
                  <a:cubicBezTo>
                    <a:pt x="74" y="337"/>
                    <a:pt x="88" y="264"/>
                    <a:pt x="88" y="176"/>
                  </a:cubicBezTo>
                  <a:cubicBezTo>
                    <a:pt x="88" y="74"/>
                    <a:pt x="59" y="1"/>
                    <a:pt x="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2" name="Google Shape;542;p32"/>
            <p:cNvSpPr/>
            <p:nvPr/>
          </p:nvSpPr>
          <p:spPr>
            <a:xfrm>
              <a:off x="740160" y="2650680"/>
              <a:ext cx="4320" cy="16920"/>
            </a:xfrm>
            <a:custGeom>
              <a:avLst/>
              <a:gdLst>
                <a:gd name="textAreaLeft" fmla="*/ 0 w 4320"/>
                <a:gd name="textAreaRight" fmla="*/ 4680 w 4320"/>
                <a:gd name="textAreaTop" fmla="*/ 0 h 16920"/>
                <a:gd name="textAreaBottom" fmla="*/ 17280 h 16920"/>
              </a:gdLst>
              <a:ahLst/>
              <a:cxnLst/>
              <a:rect l="textAreaLeft" t="textAreaTop" r="textAreaRight" b="textAreaBottom"/>
              <a:pathLst>
                <a:path w="89" h="323">
                  <a:moveTo>
                    <a:pt x="29" y="0"/>
                  </a:moveTo>
                  <a:cubicBezTo>
                    <a:pt x="15" y="0"/>
                    <a:pt x="0" y="74"/>
                    <a:pt x="0" y="162"/>
                  </a:cubicBezTo>
                  <a:cubicBezTo>
                    <a:pt x="0" y="249"/>
                    <a:pt x="29" y="323"/>
                    <a:pt x="44" y="323"/>
                  </a:cubicBezTo>
                  <a:cubicBezTo>
                    <a:pt x="73" y="323"/>
                    <a:pt x="88" y="249"/>
                    <a:pt x="88" y="162"/>
                  </a:cubicBezTo>
                  <a:cubicBezTo>
                    <a:pt x="88" y="74"/>
                    <a:pt x="44" y="0"/>
                    <a:pt x="2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3" name="Google Shape;543;p32"/>
            <p:cNvSpPr/>
            <p:nvPr/>
          </p:nvSpPr>
          <p:spPr>
            <a:xfrm>
              <a:off x="535680" y="2632320"/>
              <a:ext cx="34920" cy="46800"/>
            </a:xfrm>
            <a:custGeom>
              <a:avLst/>
              <a:gdLst>
                <a:gd name="textAreaLeft" fmla="*/ 0 w 34920"/>
                <a:gd name="textAreaRight" fmla="*/ 35280 w 34920"/>
                <a:gd name="textAreaTop" fmla="*/ 0 h 46800"/>
                <a:gd name="textAreaBottom" fmla="*/ 47160 h 46800"/>
              </a:gdLst>
              <a:ahLst/>
              <a:cxnLst/>
              <a:rect l="textAreaLeft" t="textAreaTop" r="textAreaRight" b="textAreaBottom"/>
              <a:pathLst>
                <a:path w="660" h="880">
                  <a:moveTo>
                    <a:pt x="74" y="1"/>
                  </a:moveTo>
                  <a:cubicBezTo>
                    <a:pt x="74" y="15"/>
                    <a:pt x="118" y="45"/>
                    <a:pt x="221" y="89"/>
                  </a:cubicBezTo>
                  <a:cubicBezTo>
                    <a:pt x="281" y="129"/>
                    <a:pt x="348" y="182"/>
                    <a:pt x="407" y="269"/>
                  </a:cubicBezTo>
                  <a:lnTo>
                    <a:pt x="407" y="269"/>
                  </a:lnTo>
                  <a:cubicBezTo>
                    <a:pt x="387" y="260"/>
                    <a:pt x="364" y="253"/>
                    <a:pt x="338" y="250"/>
                  </a:cubicBezTo>
                  <a:cubicBezTo>
                    <a:pt x="316" y="241"/>
                    <a:pt x="295" y="238"/>
                    <a:pt x="274" y="238"/>
                  </a:cubicBezTo>
                  <a:cubicBezTo>
                    <a:pt x="224" y="238"/>
                    <a:pt x="178" y="258"/>
                    <a:pt x="147" y="279"/>
                  </a:cubicBezTo>
                  <a:cubicBezTo>
                    <a:pt x="89" y="323"/>
                    <a:pt x="45" y="367"/>
                    <a:pt x="30" y="425"/>
                  </a:cubicBezTo>
                  <a:cubicBezTo>
                    <a:pt x="1" y="542"/>
                    <a:pt x="30" y="645"/>
                    <a:pt x="89" y="718"/>
                  </a:cubicBezTo>
                  <a:cubicBezTo>
                    <a:pt x="177" y="865"/>
                    <a:pt x="294" y="879"/>
                    <a:pt x="294" y="879"/>
                  </a:cubicBezTo>
                  <a:cubicBezTo>
                    <a:pt x="294" y="865"/>
                    <a:pt x="191" y="806"/>
                    <a:pt x="147" y="703"/>
                  </a:cubicBezTo>
                  <a:cubicBezTo>
                    <a:pt x="103" y="630"/>
                    <a:pt x="89" y="557"/>
                    <a:pt x="118" y="455"/>
                  </a:cubicBezTo>
                  <a:cubicBezTo>
                    <a:pt x="144" y="378"/>
                    <a:pt x="214" y="335"/>
                    <a:pt x="290" y="335"/>
                  </a:cubicBezTo>
                  <a:cubicBezTo>
                    <a:pt x="301" y="335"/>
                    <a:pt x="312" y="336"/>
                    <a:pt x="323" y="337"/>
                  </a:cubicBezTo>
                  <a:cubicBezTo>
                    <a:pt x="383" y="349"/>
                    <a:pt x="432" y="371"/>
                    <a:pt x="480" y="402"/>
                  </a:cubicBezTo>
                  <a:lnTo>
                    <a:pt x="480" y="402"/>
                  </a:lnTo>
                  <a:cubicBezTo>
                    <a:pt x="482" y="405"/>
                    <a:pt x="483" y="408"/>
                    <a:pt x="484" y="411"/>
                  </a:cubicBezTo>
                  <a:lnTo>
                    <a:pt x="488" y="407"/>
                  </a:lnTo>
                  <a:lnTo>
                    <a:pt x="488" y="407"/>
                  </a:lnTo>
                  <a:cubicBezTo>
                    <a:pt x="497" y="413"/>
                    <a:pt x="505" y="419"/>
                    <a:pt x="513" y="425"/>
                  </a:cubicBezTo>
                  <a:lnTo>
                    <a:pt x="660" y="513"/>
                  </a:lnTo>
                  <a:lnTo>
                    <a:pt x="587" y="367"/>
                  </a:lnTo>
                  <a:cubicBezTo>
                    <a:pt x="484" y="191"/>
                    <a:pt x="367" y="89"/>
                    <a:pt x="250" y="45"/>
                  </a:cubicBezTo>
                  <a:cubicBezTo>
                    <a:pt x="147" y="1"/>
                    <a:pt x="74" y="1"/>
                    <a:pt x="7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4" name="Google Shape;544;p32"/>
            <p:cNvSpPr/>
            <p:nvPr/>
          </p:nvSpPr>
          <p:spPr>
            <a:xfrm>
              <a:off x="568800" y="2528280"/>
              <a:ext cx="212760" cy="96840"/>
            </a:xfrm>
            <a:custGeom>
              <a:avLst/>
              <a:gdLst>
                <a:gd name="textAreaLeft" fmla="*/ 0 w 212760"/>
                <a:gd name="textAreaRight" fmla="*/ 213120 w 212760"/>
                <a:gd name="textAreaTop" fmla="*/ 0 h 96840"/>
                <a:gd name="textAreaBottom" fmla="*/ 97200 h 96840"/>
              </a:gdLst>
              <a:ahLst/>
              <a:cxnLst/>
              <a:rect l="textAreaLeft" t="textAreaTop" r="textAreaRight" b="textAreaBottom"/>
              <a:pathLst>
                <a:path w="3969" h="1812">
                  <a:moveTo>
                    <a:pt x="2068" y="0"/>
                  </a:moveTo>
                  <a:cubicBezTo>
                    <a:pt x="1112" y="0"/>
                    <a:pt x="374" y="160"/>
                    <a:pt x="133" y="389"/>
                  </a:cubicBezTo>
                  <a:cubicBezTo>
                    <a:pt x="1" y="521"/>
                    <a:pt x="74" y="1794"/>
                    <a:pt x="74" y="1794"/>
                  </a:cubicBezTo>
                  <a:cubicBezTo>
                    <a:pt x="112" y="1806"/>
                    <a:pt x="159" y="1811"/>
                    <a:pt x="213" y="1811"/>
                  </a:cubicBezTo>
                  <a:cubicBezTo>
                    <a:pt x="491" y="1811"/>
                    <a:pt x="923" y="1677"/>
                    <a:pt x="923" y="1677"/>
                  </a:cubicBezTo>
                  <a:cubicBezTo>
                    <a:pt x="1187" y="1560"/>
                    <a:pt x="1392" y="1267"/>
                    <a:pt x="1377" y="975"/>
                  </a:cubicBezTo>
                  <a:lnTo>
                    <a:pt x="1377" y="975"/>
                  </a:lnTo>
                  <a:cubicBezTo>
                    <a:pt x="1405" y="1294"/>
                    <a:pt x="1696" y="1548"/>
                    <a:pt x="2001" y="1548"/>
                  </a:cubicBezTo>
                  <a:cubicBezTo>
                    <a:pt x="2017" y="1548"/>
                    <a:pt x="2034" y="1547"/>
                    <a:pt x="2050" y="1546"/>
                  </a:cubicBezTo>
                  <a:cubicBezTo>
                    <a:pt x="2387" y="1502"/>
                    <a:pt x="2651" y="1194"/>
                    <a:pt x="2621" y="872"/>
                  </a:cubicBezTo>
                  <a:lnTo>
                    <a:pt x="2621" y="872"/>
                  </a:lnTo>
                  <a:cubicBezTo>
                    <a:pt x="2709" y="1062"/>
                    <a:pt x="2826" y="1311"/>
                    <a:pt x="3046" y="1399"/>
                  </a:cubicBezTo>
                  <a:cubicBezTo>
                    <a:pt x="3093" y="1417"/>
                    <a:pt x="3143" y="1425"/>
                    <a:pt x="3193" y="1425"/>
                  </a:cubicBezTo>
                  <a:cubicBezTo>
                    <a:pt x="3391" y="1425"/>
                    <a:pt x="3599" y="1296"/>
                    <a:pt x="3705" y="1121"/>
                  </a:cubicBezTo>
                  <a:cubicBezTo>
                    <a:pt x="3822" y="916"/>
                    <a:pt x="3851" y="653"/>
                    <a:pt x="3807" y="389"/>
                  </a:cubicBezTo>
                  <a:cubicBezTo>
                    <a:pt x="3807" y="389"/>
                    <a:pt x="3968" y="111"/>
                    <a:pt x="2709" y="23"/>
                  </a:cubicBezTo>
                  <a:cubicBezTo>
                    <a:pt x="2487" y="8"/>
                    <a:pt x="2273" y="0"/>
                    <a:pt x="206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5" name="Google Shape;545;p32"/>
            <p:cNvSpPr/>
            <p:nvPr/>
          </p:nvSpPr>
          <p:spPr>
            <a:xfrm>
              <a:off x="655920" y="2718720"/>
              <a:ext cx="87840" cy="23400"/>
            </a:xfrm>
            <a:custGeom>
              <a:avLst/>
              <a:gdLst>
                <a:gd name="textAreaLeft" fmla="*/ 0 w 87840"/>
                <a:gd name="textAreaRight" fmla="*/ 88200 w 87840"/>
                <a:gd name="textAreaTop" fmla="*/ 0 h 23400"/>
                <a:gd name="textAreaBottom" fmla="*/ 23760 h 23400"/>
              </a:gdLst>
              <a:ahLst/>
              <a:cxnLst/>
              <a:rect l="textAreaLeft" t="textAreaTop" r="textAreaRight" b="textAreaBottom"/>
              <a:pathLst>
                <a:path w="1641" h="443">
                  <a:moveTo>
                    <a:pt x="1078" y="1"/>
                  </a:moveTo>
                  <a:cubicBezTo>
                    <a:pt x="851" y="1"/>
                    <a:pt x="606" y="55"/>
                    <a:pt x="396" y="120"/>
                  </a:cubicBezTo>
                  <a:lnTo>
                    <a:pt x="479" y="116"/>
                  </a:lnTo>
                  <a:lnTo>
                    <a:pt x="479" y="116"/>
                  </a:lnTo>
                  <a:cubicBezTo>
                    <a:pt x="284" y="156"/>
                    <a:pt x="107" y="272"/>
                    <a:pt x="1" y="442"/>
                  </a:cubicBezTo>
                  <a:cubicBezTo>
                    <a:pt x="557" y="442"/>
                    <a:pt x="1084" y="413"/>
                    <a:pt x="1640" y="340"/>
                  </a:cubicBezTo>
                  <a:cubicBezTo>
                    <a:pt x="1640" y="223"/>
                    <a:pt x="1567" y="135"/>
                    <a:pt x="1465" y="76"/>
                  </a:cubicBezTo>
                  <a:cubicBezTo>
                    <a:pt x="1377" y="32"/>
                    <a:pt x="1274" y="3"/>
                    <a:pt x="1157" y="3"/>
                  </a:cubicBezTo>
                  <a:cubicBezTo>
                    <a:pt x="1131" y="2"/>
                    <a:pt x="1105" y="1"/>
                    <a:pt x="107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6" name="Google Shape;546;p32"/>
            <p:cNvSpPr/>
            <p:nvPr/>
          </p:nvSpPr>
          <p:spPr>
            <a:xfrm>
              <a:off x="673920" y="2746080"/>
              <a:ext cx="28080" cy="6480"/>
            </a:xfrm>
            <a:custGeom>
              <a:avLst/>
              <a:gdLst>
                <a:gd name="textAreaLeft" fmla="*/ 0 w 28080"/>
                <a:gd name="textAreaRight" fmla="*/ 28440 w 28080"/>
                <a:gd name="textAreaTop" fmla="*/ 0 h 6480"/>
                <a:gd name="textAreaBottom" fmla="*/ 6840 h 6480"/>
              </a:gdLst>
              <a:ahLst/>
              <a:cxnLst/>
              <a:rect l="textAreaLeft" t="textAreaTop" r="textAreaRight" b="textAreaBottom"/>
              <a:pathLst>
                <a:path w="528" h="126">
                  <a:moveTo>
                    <a:pt x="47" y="1"/>
                  </a:moveTo>
                  <a:cubicBezTo>
                    <a:pt x="30" y="1"/>
                    <a:pt x="19" y="3"/>
                    <a:pt x="15" y="7"/>
                  </a:cubicBezTo>
                  <a:cubicBezTo>
                    <a:pt x="0" y="36"/>
                    <a:pt x="103" y="109"/>
                    <a:pt x="279" y="124"/>
                  </a:cubicBezTo>
                  <a:cubicBezTo>
                    <a:pt x="295" y="125"/>
                    <a:pt x="310" y="126"/>
                    <a:pt x="325" y="126"/>
                  </a:cubicBezTo>
                  <a:cubicBezTo>
                    <a:pt x="446" y="126"/>
                    <a:pt x="527" y="78"/>
                    <a:pt x="527" y="65"/>
                  </a:cubicBezTo>
                  <a:cubicBezTo>
                    <a:pt x="513" y="50"/>
                    <a:pt x="396" y="50"/>
                    <a:pt x="279" y="36"/>
                  </a:cubicBezTo>
                  <a:cubicBezTo>
                    <a:pt x="182" y="14"/>
                    <a:pt x="94" y="1"/>
                    <a:pt x="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7" name="Google Shape;547;p32"/>
            <p:cNvSpPr/>
            <p:nvPr/>
          </p:nvSpPr>
          <p:spPr>
            <a:xfrm>
              <a:off x="636480" y="2630520"/>
              <a:ext cx="57960" cy="58320"/>
            </a:xfrm>
            <a:custGeom>
              <a:avLst/>
              <a:gdLst>
                <a:gd name="textAreaLeft" fmla="*/ 0 w 57960"/>
                <a:gd name="textAreaRight" fmla="*/ 58320 w 57960"/>
                <a:gd name="textAreaTop" fmla="*/ 0 h 58320"/>
                <a:gd name="textAreaBottom" fmla="*/ 58680 h 58320"/>
              </a:gdLst>
              <a:ahLst/>
              <a:cxnLst/>
              <a:rect l="textAreaLeft" t="textAreaTop" r="textAreaRight" b="textAreaBottom"/>
              <a:pathLst>
                <a:path w="1085" h="1095">
                  <a:moveTo>
                    <a:pt x="1084" y="575"/>
                  </a:moveTo>
                  <a:cubicBezTo>
                    <a:pt x="1084" y="576"/>
                    <a:pt x="1084" y="605"/>
                    <a:pt x="1069" y="693"/>
                  </a:cubicBezTo>
                  <a:cubicBezTo>
                    <a:pt x="1084" y="620"/>
                    <a:pt x="1084" y="576"/>
                    <a:pt x="1084" y="575"/>
                  </a:cubicBezTo>
                  <a:close/>
                  <a:moveTo>
                    <a:pt x="558" y="1"/>
                  </a:moveTo>
                  <a:cubicBezTo>
                    <a:pt x="497" y="1"/>
                    <a:pt x="432" y="11"/>
                    <a:pt x="367" y="34"/>
                  </a:cubicBezTo>
                  <a:cubicBezTo>
                    <a:pt x="176" y="92"/>
                    <a:pt x="1" y="312"/>
                    <a:pt x="1" y="546"/>
                  </a:cubicBezTo>
                  <a:cubicBezTo>
                    <a:pt x="1" y="795"/>
                    <a:pt x="176" y="985"/>
                    <a:pt x="367" y="1059"/>
                  </a:cubicBezTo>
                  <a:cubicBezTo>
                    <a:pt x="437" y="1084"/>
                    <a:pt x="507" y="1095"/>
                    <a:pt x="573" y="1095"/>
                  </a:cubicBezTo>
                  <a:cubicBezTo>
                    <a:pt x="700" y="1095"/>
                    <a:pt x="812" y="1053"/>
                    <a:pt x="879" y="985"/>
                  </a:cubicBezTo>
                  <a:cubicBezTo>
                    <a:pt x="996" y="898"/>
                    <a:pt x="1055" y="766"/>
                    <a:pt x="1069" y="693"/>
                  </a:cubicBezTo>
                  <a:lnTo>
                    <a:pt x="1069" y="693"/>
                  </a:lnTo>
                  <a:cubicBezTo>
                    <a:pt x="1026" y="766"/>
                    <a:pt x="982" y="883"/>
                    <a:pt x="865" y="971"/>
                  </a:cubicBezTo>
                  <a:cubicBezTo>
                    <a:pt x="774" y="1031"/>
                    <a:pt x="664" y="1077"/>
                    <a:pt x="542" y="1077"/>
                  </a:cubicBezTo>
                  <a:cubicBezTo>
                    <a:pt x="486" y="1077"/>
                    <a:pt x="427" y="1067"/>
                    <a:pt x="367" y="1044"/>
                  </a:cubicBezTo>
                  <a:cubicBezTo>
                    <a:pt x="191" y="985"/>
                    <a:pt x="45" y="780"/>
                    <a:pt x="45" y="561"/>
                  </a:cubicBezTo>
                  <a:cubicBezTo>
                    <a:pt x="30" y="356"/>
                    <a:pt x="191" y="151"/>
                    <a:pt x="367" y="92"/>
                  </a:cubicBezTo>
                  <a:cubicBezTo>
                    <a:pt x="427" y="69"/>
                    <a:pt x="489" y="59"/>
                    <a:pt x="548" y="59"/>
                  </a:cubicBezTo>
                  <a:cubicBezTo>
                    <a:pt x="677" y="59"/>
                    <a:pt x="794" y="106"/>
                    <a:pt x="865" y="166"/>
                  </a:cubicBezTo>
                  <a:cubicBezTo>
                    <a:pt x="996" y="239"/>
                    <a:pt x="1055" y="370"/>
                    <a:pt x="1069" y="444"/>
                  </a:cubicBezTo>
                  <a:cubicBezTo>
                    <a:pt x="1084" y="516"/>
                    <a:pt x="1084" y="575"/>
                    <a:pt x="1084" y="575"/>
                  </a:cubicBezTo>
                  <a:lnTo>
                    <a:pt x="1084" y="575"/>
                  </a:lnTo>
                  <a:cubicBezTo>
                    <a:pt x="1084" y="575"/>
                    <a:pt x="1084" y="516"/>
                    <a:pt x="1069" y="400"/>
                  </a:cubicBezTo>
                  <a:cubicBezTo>
                    <a:pt x="1069" y="327"/>
                    <a:pt x="1011" y="209"/>
                    <a:pt x="879" y="107"/>
                  </a:cubicBezTo>
                  <a:cubicBezTo>
                    <a:pt x="809" y="47"/>
                    <a:pt x="691" y="1"/>
                    <a:pt x="55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9160" bIns="29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8" name="Google Shape;548;p32"/>
            <p:cNvSpPr/>
            <p:nvPr/>
          </p:nvSpPr>
          <p:spPr>
            <a:xfrm>
              <a:off x="721080" y="2629080"/>
              <a:ext cx="57960" cy="58320"/>
            </a:xfrm>
            <a:custGeom>
              <a:avLst/>
              <a:gdLst>
                <a:gd name="textAreaLeft" fmla="*/ 0 w 57960"/>
                <a:gd name="textAreaRight" fmla="*/ 58320 w 57960"/>
                <a:gd name="textAreaTop" fmla="*/ 0 h 58320"/>
                <a:gd name="textAreaBottom" fmla="*/ 58680 h 58320"/>
              </a:gdLst>
              <a:ahLst/>
              <a:cxnLst/>
              <a:rect l="textAreaLeft" t="textAreaTop" r="textAreaRight" b="textAreaBottom"/>
              <a:pathLst>
                <a:path w="1085" h="1092">
                  <a:moveTo>
                    <a:pt x="1072" y="480"/>
                  </a:moveTo>
                  <a:lnTo>
                    <a:pt x="1072" y="480"/>
                  </a:lnTo>
                  <a:cubicBezTo>
                    <a:pt x="1084" y="544"/>
                    <a:pt x="1084" y="561"/>
                    <a:pt x="1084" y="561"/>
                  </a:cubicBezTo>
                  <a:cubicBezTo>
                    <a:pt x="1084" y="561"/>
                    <a:pt x="1084" y="528"/>
                    <a:pt x="1072" y="480"/>
                  </a:cubicBezTo>
                  <a:close/>
                  <a:moveTo>
                    <a:pt x="555" y="0"/>
                  </a:moveTo>
                  <a:cubicBezTo>
                    <a:pt x="495" y="0"/>
                    <a:pt x="432" y="10"/>
                    <a:pt x="367" y="34"/>
                  </a:cubicBezTo>
                  <a:cubicBezTo>
                    <a:pt x="162" y="92"/>
                    <a:pt x="1" y="312"/>
                    <a:pt x="1" y="546"/>
                  </a:cubicBezTo>
                  <a:cubicBezTo>
                    <a:pt x="1" y="780"/>
                    <a:pt x="162" y="985"/>
                    <a:pt x="367" y="1058"/>
                  </a:cubicBezTo>
                  <a:cubicBezTo>
                    <a:pt x="432" y="1081"/>
                    <a:pt x="495" y="1091"/>
                    <a:pt x="555" y="1091"/>
                  </a:cubicBezTo>
                  <a:cubicBezTo>
                    <a:pt x="685" y="1091"/>
                    <a:pt x="799" y="1045"/>
                    <a:pt x="879" y="985"/>
                  </a:cubicBezTo>
                  <a:cubicBezTo>
                    <a:pt x="982" y="897"/>
                    <a:pt x="1040" y="765"/>
                    <a:pt x="1055" y="692"/>
                  </a:cubicBezTo>
                  <a:lnTo>
                    <a:pt x="1055" y="692"/>
                  </a:lnTo>
                  <a:cubicBezTo>
                    <a:pt x="1026" y="765"/>
                    <a:pt x="967" y="868"/>
                    <a:pt x="865" y="956"/>
                  </a:cubicBezTo>
                  <a:cubicBezTo>
                    <a:pt x="778" y="1023"/>
                    <a:pt x="665" y="1072"/>
                    <a:pt x="549" y="1072"/>
                  </a:cubicBezTo>
                  <a:cubicBezTo>
                    <a:pt x="488" y="1072"/>
                    <a:pt x="427" y="1059"/>
                    <a:pt x="367" y="1029"/>
                  </a:cubicBezTo>
                  <a:cubicBezTo>
                    <a:pt x="177" y="985"/>
                    <a:pt x="30" y="780"/>
                    <a:pt x="30" y="561"/>
                  </a:cubicBezTo>
                  <a:cubicBezTo>
                    <a:pt x="15" y="341"/>
                    <a:pt x="177" y="136"/>
                    <a:pt x="367" y="92"/>
                  </a:cubicBezTo>
                  <a:cubicBezTo>
                    <a:pt x="427" y="67"/>
                    <a:pt x="490" y="56"/>
                    <a:pt x="552" y="56"/>
                  </a:cubicBezTo>
                  <a:cubicBezTo>
                    <a:pt x="672" y="56"/>
                    <a:pt x="787" y="98"/>
                    <a:pt x="865" y="165"/>
                  </a:cubicBezTo>
                  <a:cubicBezTo>
                    <a:pt x="982" y="238"/>
                    <a:pt x="1040" y="356"/>
                    <a:pt x="1055" y="429"/>
                  </a:cubicBezTo>
                  <a:cubicBezTo>
                    <a:pt x="1062" y="447"/>
                    <a:pt x="1068" y="464"/>
                    <a:pt x="1072" y="480"/>
                  </a:cubicBezTo>
                  <a:lnTo>
                    <a:pt x="1072" y="480"/>
                  </a:lnTo>
                  <a:cubicBezTo>
                    <a:pt x="1068" y="459"/>
                    <a:pt x="1062" y="432"/>
                    <a:pt x="1055" y="399"/>
                  </a:cubicBezTo>
                  <a:cubicBezTo>
                    <a:pt x="1055" y="326"/>
                    <a:pt x="1011" y="195"/>
                    <a:pt x="879" y="107"/>
                  </a:cubicBezTo>
                  <a:cubicBezTo>
                    <a:pt x="799" y="47"/>
                    <a:pt x="685" y="0"/>
                    <a:pt x="55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9160" bIns="29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9" name="Google Shape;549;p32"/>
            <p:cNvSpPr/>
            <p:nvPr/>
          </p:nvSpPr>
          <p:spPr>
            <a:xfrm>
              <a:off x="694440" y="2660040"/>
              <a:ext cx="27360" cy="2160"/>
            </a:xfrm>
            <a:custGeom>
              <a:avLst/>
              <a:gdLst>
                <a:gd name="textAreaLeft" fmla="*/ 0 w 27360"/>
                <a:gd name="textAreaRight" fmla="*/ 27720 w 27360"/>
                <a:gd name="textAreaTop" fmla="*/ 0 h 2160"/>
                <a:gd name="textAreaBottom" fmla="*/ 2520 h 2160"/>
              </a:gdLst>
              <a:ahLst/>
              <a:cxnLst/>
              <a:rect l="textAreaLeft" t="textAreaTop" r="textAreaRight" b="textAreaBottom"/>
              <a:pathLst>
                <a:path w="513" h="45">
                  <a:moveTo>
                    <a:pt x="249" y="0"/>
                  </a:moveTo>
                  <a:cubicBezTo>
                    <a:pt x="103" y="0"/>
                    <a:pt x="0" y="0"/>
                    <a:pt x="0" y="29"/>
                  </a:cubicBezTo>
                  <a:cubicBezTo>
                    <a:pt x="0" y="44"/>
                    <a:pt x="117" y="44"/>
                    <a:pt x="249" y="44"/>
                  </a:cubicBezTo>
                  <a:cubicBezTo>
                    <a:pt x="410" y="44"/>
                    <a:pt x="512" y="44"/>
                    <a:pt x="512" y="29"/>
                  </a:cubicBezTo>
                  <a:cubicBezTo>
                    <a:pt x="512" y="0"/>
                    <a:pt x="381" y="0"/>
                    <a:pt x="24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0" name="Google Shape;550;p32"/>
            <p:cNvSpPr/>
            <p:nvPr/>
          </p:nvSpPr>
          <p:spPr>
            <a:xfrm>
              <a:off x="572760" y="2622240"/>
              <a:ext cx="66600" cy="27360"/>
            </a:xfrm>
            <a:custGeom>
              <a:avLst/>
              <a:gdLst>
                <a:gd name="textAreaLeft" fmla="*/ 0 w 66600"/>
                <a:gd name="textAreaRight" fmla="*/ 66960 w 66600"/>
                <a:gd name="textAreaTop" fmla="*/ 0 h 27360"/>
                <a:gd name="textAreaBottom" fmla="*/ 27720 h 27360"/>
              </a:gdLst>
              <a:ahLst/>
              <a:cxnLst/>
              <a:rect l="textAreaLeft" t="textAreaTop" r="textAreaRight" b="textAreaBottom"/>
              <a:pathLst>
                <a:path w="1246" h="513">
                  <a:moveTo>
                    <a:pt x="1" y="0"/>
                  </a:moveTo>
                  <a:cubicBezTo>
                    <a:pt x="1" y="15"/>
                    <a:pt x="74" y="30"/>
                    <a:pt x="177" y="88"/>
                  </a:cubicBezTo>
                  <a:cubicBezTo>
                    <a:pt x="294" y="147"/>
                    <a:pt x="455" y="191"/>
                    <a:pt x="616" y="264"/>
                  </a:cubicBezTo>
                  <a:cubicBezTo>
                    <a:pt x="792" y="337"/>
                    <a:pt x="953" y="410"/>
                    <a:pt x="1055" y="454"/>
                  </a:cubicBezTo>
                  <a:cubicBezTo>
                    <a:pt x="1172" y="484"/>
                    <a:pt x="1245" y="513"/>
                    <a:pt x="1245" y="513"/>
                  </a:cubicBezTo>
                  <a:cubicBezTo>
                    <a:pt x="1245" y="513"/>
                    <a:pt x="1187" y="469"/>
                    <a:pt x="1055" y="410"/>
                  </a:cubicBezTo>
                  <a:cubicBezTo>
                    <a:pt x="953" y="366"/>
                    <a:pt x="792" y="308"/>
                    <a:pt x="616" y="235"/>
                  </a:cubicBezTo>
                  <a:cubicBezTo>
                    <a:pt x="455" y="162"/>
                    <a:pt x="294" y="88"/>
                    <a:pt x="177" y="44"/>
                  </a:cubicBezTo>
                  <a:cubicBezTo>
                    <a:pt x="74" y="15"/>
                    <a:pt x="1" y="0"/>
                    <a:pt x="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1" name="Google Shape;551;p32"/>
            <p:cNvSpPr/>
            <p:nvPr/>
          </p:nvSpPr>
          <p:spPr>
            <a:xfrm>
              <a:off x="630720" y="3079800"/>
              <a:ext cx="30960" cy="196920"/>
            </a:xfrm>
            <a:custGeom>
              <a:avLst/>
              <a:gdLst>
                <a:gd name="textAreaLeft" fmla="*/ 0 w 30960"/>
                <a:gd name="textAreaRight" fmla="*/ 31320 w 30960"/>
                <a:gd name="textAreaTop" fmla="*/ 0 h 196920"/>
                <a:gd name="textAreaBottom" fmla="*/ 197280 h 196920"/>
              </a:gdLst>
              <a:ahLst/>
              <a:cxnLst/>
              <a:rect l="textAreaLeft" t="textAreaTop" r="textAreaRight" b="textAreaBottom"/>
              <a:pathLst>
                <a:path w="586" h="3676">
                  <a:moveTo>
                    <a:pt x="15" y="1"/>
                  </a:moveTo>
                  <a:cubicBezTo>
                    <a:pt x="0" y="1"/>
                    <a:pt x="88" y="850"/>
                    <a:pt x="235" y="1845"/>
                  </a:cubicBezTo>
                  <a:cubicBezTo>
                    <a:pt x="381" y="2855"/>
                    <a:pt x="527" y="3675"/>
                    <a:pt x="542" y="3675"/>
                  </a:cubicBezTo>
                  <a:cubicBezTo>
                    <a:pt x="586" y="3675"/>
                    <a:pt x="469" y="2855"/>
                    <a:pt x="322" y="1831"/>
                  </a:cubicBezTo>
                  <a:cubicBezTo>
                    <a:pt x="176" y="820"/>
                    <a:pt x="30" y="1"/>
                    <a:pt x="15"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2" name="Google Shape;552;p32"/>
            <p:cNvSpPr/>
            <p:nvPr/>
          </p:nvSpPr>
          <p:spPr>
            <a:xfrm>
              <a:off x="659880" y="3142800"/>
              <a:ext cx="27360" cy="27000"/>
            </a:xfrm>
            <a:custGeom>
              <a:avLst/>
              <a:gdLst>
                <a:gd name="textAreaLeft" fmla="*/ 0 w 27360"/>
                <a:gd name="textAreaRight" fmla="*/ 27720 w 27360"/>
                <a:gd name="textAreaTop" fmla="*/ 0 h 27000"/>
                <a:gd name="textAreaBottom" fmla="*/ 27360 h 27000"/>
              </a:gdLst>
              <a:ahLst/>
              <a:cxnLst/>
              <a:rect l="textAreaLeft" t="textAreaTop" r="textAreaRight" b="textAreaBottom"/>
              <a:pathLst>
                <a:path w="514" h="510">
                  <a:moveTo>
                    <a:pt x="202" y="82"/>
                  </a:moveTo>
                  <a:cubicBezTo>
                    <a:pt x="221" y="82"/>
                    <a:pt x="242" y="84"/>
                    <a:pt x="264" y="89"/>
                  </a:cubicBezTo>
                  <a:cubicBezTo>
                    <a:pt x="308" y="118"/>
                    <a:pt x="396" y="133"/>
                    <a:pt x="411" y="206"/>
                  </a:cubicBezTo>
                  <a:cubicBezTo>
                    <a:pt x="440" y="264"/>
                    <a:pt x="426" y="352"/>
                    <a:pt x="367" y="411"/>
                  </a:cubicBezTo>
                  <a:cubicBezTo>
                    <a:pt x="338" y="425"/>
                    <a:pt x="301" y="433"/>
                    <a:pt x="264" y="433"/>
                  </a:cubicBezTo>
                  <a:cubicBezTo>
                    <a:pt x="228" y="433"/>
                    <a:pt x="191" y="425"/>
                    <a:pt x="162" y="411"/>
                  </a:cubicBezTo>
                  <a:cubicBezTo>
                    <a:pt x="89" y="367"/>
                    <a:pt x="74" y="294"/>
                    <a:pt x="89" y="235"/>
                  </a:cubicBezTo>
                  <a:cubicBezTo>
                    <a:pt x="126" y="125"/>
                    <a:pt x="183" y="96"/>
                    <a:pt x="201" y="82"/>
                  </a:cubicBezTo>
                  <a:lnTo>
                    <a:pt x="201" y="82"/>
                  </a:lnTo>
                  <a:cubicBezTo>
                    <a:pt x="201" y="82"/>
                    <a:pt x="201" y="82"/>
                    <a:pt x="202" y="82"/>
                  </a:cubicBezTo>
                  <a:close/>
                  <a:moveTo>
                    <a:pt x="264" y="1"/>
                  </a:moveTo>
                  <a:cubicBezTo>
                    <a:pt x="103" y="1"/>
                    <a:pt x="45" y="103"/>
                    <a:pt x="60" y="103"/>
                  </a:cubicBezTo>
                  <a:cubicBezTo>
                    <a:pt x="60" y="108"/>
                    <a:pt x="62" y="110"/>
                    <a:pt x="66" y="110"/>
                  </a:cubicBezTo>
                  <a:cubicBezTo>
                    <a:pt x="79" y="110"/>
                    <a:pt x="110" y="92"/>
                    <a:pt x="159" y="85"/>
                  </a:cubicBezTo>
                  <a:lnTo>
                    <a:pt x="159" y="85"/>
                  </a:lnTo>
                  <a:cubicBezTo>
                    <a:pt x="155" y="86"/>
                    <a:pt x="151" y="87"/>
                    <a:pt x="147" y="89"/>
                  </a:cubicBezTo>
                  <a:cubicBezTo>
                    <a:pt x="118" y="103"/>
                    <a:pt x="60" y="147"/>
                    <a:pt x="45" y="220"/>
                  </a:cubicBezTo>
                  <a:cubicBezTo>
                    <a:pt x="1" y="279"/>
                    <a:pt x="30" y="396"/>
                    <a:pt x="118" y="455"/>
                  </a:cubicBezTo>
                  <a:cubicBezTo>
                    <a:pt x="155" y="491"/>
                    <a:pt x="206" y="510"/>
                    <a:pt x="261" y="510"/>
                  </a:cubicBezTo>
                  <a:cubicBezTo>
                    <a:pt x="316" y="510"/>
                    <a:pt x="374" y="491"/>
                    <a:pt x="426" y="455"/>
                  </a:cubicBezTo>
                  <a:cubicBezTo>
                    <a:pt x="513" y="367"/>
                    <a:pt x="513" y="235"/>
                    <a:pt x="484" y="147"/>
                  </a:cubicBezTo>
                  <a:cubicBezTo>
                    <a:pt x="440" y="30"/>
                    <a:pt x="338" y="1"/>
                    <a:pt x="264"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3" name="Google Shape;553;p32"/>
            <p:cNvSpPr/>
            <p:nvPr/>
          </p:nvSpPr>
          <p:spPr>
            <a:xfrm>
              <a:off x="766080" y="3015360"/>
              <a:ext cx="38880" cy="224640"/>
            </a:xfrm>
            <a:custGeom>
              <a:avLst/>
              <a:gdLst>
                <a:gd name="textAreaLeft" fmla="*/ 0 w 38880"/>
                <a:gd name="textAreaRight" fmla="*/ 39240 w 38880"/>
                <a:gd name="textAreaTop" fmla="*/ 0 h 224640"/>
                <a:gd name="textAreaBottom" fmla="*/ 225000 h 224640"/>
              </a:gdLst>
              <a:ahLst/>
              <a:cxnLst/>
              <a:rect l="textAreaLeft" t="textAreaTop" r="textAreaRight" b="textAreaBottom"/>
              <a:pathLst>
                <a:path w="733" h="4188">
                  <a:moveTo>
                    <a:pt x="44" y="0"/>
                  </a:moveTo>
                  <a:cubicBezTo>
                    <a:pt x="0" y="0"/>
                    <a:pt x="147" y="937"/>
                    <a:pt x="337" y="2094"/>
                  </a:cubicBezTo>
                  <a:cubicBezTo>
                    <a:pt x="513" y="3250"/>
                    <a:pt x="703" y="4187"/>
                    <a:pt x="718" y="4187"/>
                  </a:cubicBezTo>
                  <a:cubicBezTo>
                    <a:pt x="732" y="4187"/>
                    <a:pt x="615" y="3236"/>
                    <a:pt x="425" y="2079"/>
                  </a:cubicBezTo>
                  <a:cubicBezTo>
                    <a:pt x="249" y="923"/>
                    <a:pt x="59" y="0"/>
                    <a:pt x="44"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4" name="Google Shape;554;p32"/>
            <p:cNvSpPr/>
            <p:nvPr/>
          </p:nvSpPr>
          <p:spPr>
            <a:xfrm>
              <a:off x="291960" y="3402000"/>
              <a:ext cx="1007280" cy="916200"/>
            </a:xfrm>
            <a:custGeom>
              <a:avLst/>
              <a:gdLst>
                <a:gd name="textAreaLeft" fmla="*/ 0 w 1007280"/>
                <a:gd name="textAreaRight" fmla="*/ 1007640 w 1007280"/>
                <a:gd name="textAreaTop" fmla="*/ 0 h 916200"/>
                <a:gd name="textAreaBottom" fmla="*/ 916560 h 916200"/>
              </a:gdLst>
              <a:ahLst/>
              <a:cxnLst/>
              <a:rect l="textAreaLeft" t="textAreaTop" r="textAreaRight" b="textAreaBottom"/>
              <a:pathLst>
                <a:path w="18768" h="17071">
                  <a:moveTo>
                    <a:pt x="16009" y="1"/>
                  </a:moveTo>
                  <a:cubicBezTo>
                    <a:pt x="16006" y="1"/>
                    <a:pt x="16004" y="1"/>
                    <a:pt x="16002" y="1"/>
                  </a:cubicBezTo>
                  <a:cubicBezTo>
                    <a:pt x="13850" y="59"/>
                    <a:pt x="967" y="777"/>
                    <a:pt x="967" y="777"/>
                  </a:cubicBezTo>
                  <a:cubicBezTo>
                    <a:pt x="967" y="777"/>
                    <a:pt x="1" y="4642"/>
                    <a:pt x="3778" y="5403"/>
                  </a:cubicBezTo>
                  <a:cubicBezTo>
                    <a:pt x="4527" y="5553"/>
                    <a:pt x="5362" y="5609"/>
                    <a:pt x="6219" y="5609"/>
                  </a:cubicBezTo>
                  <a:cubicBezTo>
                    <a:pt x="8723" y="5609"/>
                    <a:pt x="11417" y="5130"/>
                    <a:pt x="12740" y="5130"/>
                  </a:cubicBezTo>
                  <a:cubicBezTo>
                    <a:pt x="13254" y="5130"/>
                    <a:pt x="13562" y="5203"/>
                    <a:pt x="13571" y="5403"/>
                  </a:cubicBezTo>
                  <a:cubicBezTo>
                    <a:pt x="13615" y="6296"/>
                    <a:pt x="13850" y="17071"/>
                    <a:pt x="13850" y="17071"/>
                  </a:cubicBezTo>
                  <a:lnTo>
                    <a:pt x="18256" y="17071"/>
                  </a:lnTo>
                  <a:cubicBezTo>
                    <a:pt x="18256" y="17071"/>
                    <a:pt x="18768" y="1"/>
                    <a:pt x="16009" y="1"/>
                  </a:cubicBezTo>
                  <a:close/>
                </a:path>
              </a:pathLst>
            </a:custGeom>
            <a:solidFill>
              <a:srgbClr val="FFFFFF">
                <a:alpha val="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5" name="Google Shape;555;p32"/>
            <p:cNvSpPr/>
            <p:nvPr/>
          </p:nvSpPr>
          <p:spPr>
            <a:xfrm>
              <a:off x="364320" y="3444480"/>
              <a:ext cx="704160" cy="869040"/>
            </a:xfrm>
            <a:custGeom>
              <a:avLst/>
              <a:gdLst>
                <a:gd name="textAreaLeft" fmla="*/ 0 w 704160"/>
                <a:gd name="textAreaRight" fmla="*/ 704520 w 704160"/>
                <a:gd name="textAreaTop" fmla="*/ 0 h 869040"/>
                <a:gd name="textAreaBottom" fmla="*/ 869400 h 869040"/>
              </a:gdLst>
              <a:ahLst/>
              <a:cxnLst/>
              <a:rect l="textAreaLeft" t="textAreaTop" r="textAreaRight" b="textAreaBottom"/>
              <a:pathLst>
                <a:path w="13118" h="16192">
                  <a:moveTo>
                    <a:pt x="132" y="0"/>
                  </a:moveTo>
                  <a:lnTo>
                    <a:pt x="132" y="0"/>
                  </a:lnTo>
                  <a:cubicBezTo>
                    <a:pt x="132" y="0"/>
                    <a:pt x="88" y="74"/>
                    <a:pt x="59" y="249"/>
                  </a:cubicBezTo>
                  <a:cubicBezTo>
                    <a:pt x="15" y="440"/>
                    <a:pt x="1" y="703"/>
                    <a:pt x="74" y="1040"/>
                  </a:cubicBezTo>
                  <a:cubicBezTo>
                    <a:pt x="147" y="1391"/>
                    <a:pt x="308" y="1772"/>
                    <a:pt x="630" y="2152"/>
                  </a:cubicBezTo>
                  <a:cubicBezTo>
                    <a:pt x="791" y="2357"/>
                    <a:pt x="967" y="2533"/>
                    <a:pt x="1186" y="2709"/>
                  </a:cubicBezTo>
                  <a:cubicBezTo>
                    <a:pt x="1435" y="2870"/>
                    <a:pt x="1684" y="3002"/>
                    <a:pt x="1962" y="3119"/>
                  </a:cubicBezTo>
                  <a:cubicBezTo>
                    <a:pt x="2533" y="3367"/>
                    <a:pt x="3192" y="3514"/>
                    <a:pt x="3895" y="3587"/>
                  </a:cubicBezTo>
                  <a:cubicBezTo>
                    <a:pt x="4612" y="3660"/>
                    <a:pt x="5388" y="3719"/>
                    <a:pt x="6193" y="3748"/>
                  </a:cubicBezTo>
                  <a:cubicBezTo>
                    <a:pt x="6823" y="3777"/>
                    <a:pt x="7480" y="3792"/>
                    <a:pt x="8156" y="3792"/>
                  </a:cubicBezTo>
                  <a:cubicBezTo>
                    <a:pt x="9210" y="3792"/>
                    <a:pt x="10311" y="3755"/>
                    <a:pt x="11434" y="3675"/>
                  </a:cubicBezTo>
                  <a:cubicBezTo>
                    <a:pt x="11493" y="3671"/>
                    <a:pt x="11550" y="3670"/>
                    <a:pt x="11606" y="3670"/>
                  </a:cubicBezTo>
                  <a:cubicBezTo>
                    <a:pt x="11786" y="3670"/>
                    <a:pt x="11954" y="3689"/>
                    <a:pt x="12122" y="3733"/>
                  </a:cubicBezTo>
                  <a:cubicBezTo>
                    <a:pt x="12312" y="3807"/>
                    <a:pt x="12503" y="3938"/>
                    <a:pt x="12590" y="4129"/>
                  </a:cubicBezTo>
                  <a:cubicBezTo>
                    <a:pt x="12678" y="4334"/>
                    <a:pt x="12708" y="4553"/>
                    <a:pt x="12722" y="4773"/>
                  </a:cubicBezTo>
                  <a:cubicBezTo>
                    <a:pt x="12722" y="4992"/>
                    <a:pt x="12737" y="5212"/>
                    <a:pt x="12737" y="5432"/>
                  </a:cubicBezTo>
                  <a:cubicBezTo>
                    <a:pt x="12752" y="6310"/>
                    <a:pt x="12795" y="7144"/>
                    <a:pt x="12810" y="7964"/>
                  </a:cubicBezTo>
                  <a:cubicBezTo>
                    <a:pt x="12869" y="9575"/>
                    <a:pt x="12927" y="11009"/>
                    <a:pt x="12956" y="12239"/>
                  </a:cubicBezTo>
                  <a:cubicBezTo>
                    <a:pt x="13015" y="13469"/>
                    <a:pt x="13044" y="14435"/>
                    <a:pt x="13074" y="15138"/>
                  </a:cubicBezTo>
                  <a:cubicBezTo>
                    <a:pt x="13044" y="14435"/>
                    <a:pt x="13030" y="13454"/>
                    <a:pt x="13000" y="12239"/>
                  </a:cubicBezTo>
                  <a:cubicBezTo>
                    <a:pt x="12956" y="11009"/>
                    <a:pt x="12927" y="9575"/>
                    <a:pt x="12869" y="7964"/>
                  </a:cubicBezTo>
                  <a:cubicBezTo>
                    <a:pt x="12854" y="7144"/>
                    <a:pt x="12810" y="6310"/>
                    <a:pt x="12795" y="5432"/>
                  </a:cubicBezTo>
                  <a:cubicBezTo>
                    <a:pt x="12795" y="5212"/>
                    <a:pt x="12781" y="4992"/>
                    <a:pt x="12781" y="4773"/>
                  </a:cubicBezTo>
                  <a:cubicBezTo>
                    <a:pt x="12781" y="4553"/>
                    <a:pt x="12752" y="4319"/>
                    <a:pt x="12649" y="4099"/>
                  </a:cubicBezTo>
                  <a:cubicBezTo>
                    <a:pt x="12561" y="3880"/>
                    <a:pt x="12356" y="3733"/>
                    <a:pt x="12122" y="3660"/>
                  </a:cubicBezTo>
                  <a:cubicBezTo>
                    <a:pt x="11954" y="3616"/>
                    <a:pt x="11769" y="3596"/>
                    <a:pt x="11587" y="3596"/>
                  </a:cubicBezTo>
                  <a:cubicBezTo>
                    <a:pt x="11531" y="3596"/>
                    <a:pt x="11475" y="3598"/>
                    <a:pt x="11419" y="3602"/>
                  </a:cubicBezTo>
                  <a:cubicBezTo>
                    <a:pt x="10296" y="3682"/>
                    <a:pt x="9200" y="3719"/>
                    <a:pt x="8151" y="3719"/>
                  </a:cubicBezTo>
                  <a:cubicBezTo>
                    <a:pt x="7477" y="3719"/>
                    <a:pt x="6823" y="3704"/>
                    <a:pt x="6193" y="3675"/>
                  </a:cubicBezTo>
                  <a:cubicBezTo>
                    <a:pt x="5388" y="3631"/>
                    <a:pt x="4612" y="3587"/>
                    <a:pt x="3895" y="3514"/>
                  </a:cubicBezTo>
                  <a:cubicBezTo>
                    <a:pt x="3192" y="3441"/>
                    <a:pt x="2548" y="3309"/>
                    <a:pt x="1977" y="3075"/>
                  </a:cubicBezTo>
                  <a:cubicBezTo>
                    <a:pt x="1699" y="2943"/>
                    <a:pt x="1450" y="2811"/>
                    <a:pt x="1230" y="2650"/>
                  </a:cubicBezTo>
                  <a:cubicBezTo>
                    <a:pt x="1011" y="2489"/>
                    <a:pt x="820" y="2299"/>
                    <a:pt x="674" y="2123"/>
                  </a:cubicBezTo>
                  <a:cubicBezTo>
                    <a:pt x="367" y="1757"/>
                    <a:pt x="191" y="1362"/>
                    <a:pt x="118" y="1040"/>
                  </a:cubicBezTo>
                  <a:cubicBezTo>
                    <a:pt x="44" y="703"/>
                    <a:pt x="44" y="454"/>
                    <a:pt x="74" y="264"/>
                  </a:cubicBezTo>
                  <a:lnTo>
                    <a:pt x="132" y="0"/>
                  </a:lnTo>
                  <a:close/>
                  <a:moveTo>
                    <a:pt x="13074" y="15138"/>
                  </a:moveTo>
                  <a:cubicBezTo>
                    <a:pt x="13074" y="15460"/>
                    <a:pt x="13088" y="15738"/>
                    <a:pt x="13088" y="15914"/>
                  </a:cubicBezTo>
                  <a:lnTo>
                    <a:pt x="13088" y="16119"/>
                  </a:lnTo>
                  <a:cubicBezTo>
                    <a:pt x="13117" y="16177"/>
                    <a:pt x="13117" y="16192"/>
                    <a:pt x="13117" y="16192"/>
                  </a:cubicBezTo>
                  <a:lnTo>
                    <a:pt x="13117" y="16119"/>
                  </a:lnTo>
                  <a:cubicBezTo>
                    <a:pt x="13117" y="16060"/>
                    <a:pt x="13117" y="16016"/>
                    <a:pt x="13103" y="15914"/>
                  </a:cubicBezTo>
                  <a:cubicBezTo>
                    <a:pt x="13103" y="15738"/>
                    <a:pt x="13088" y="15474"/>
                    <a:pt x="13074" y="15138"/>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6" name="Google Shape;556;p32"/>
            <p:cNvSpPr/>
            <p:nvPr/>
          </p:nvSpPr>
          <p:spPr>
            <a:xfrm>
              <a:off x="309240" y="2972880"/>
              <a:ext cx="569520" cy="516600"/>
            </a:xfrm>
            <a:custGeom>
              <a:avLst/>
              <a:gdLst>
                <a:gd name="textAreaLeft" fmla="*/ 0 w 569520"/>
                <a:gd name="textAreaRight" fmla="*/ 569880 w 569520"/>
                <a:gd name="textAreaTop" fmla="*/ 0 h 516600"/>
                <a:gd name="textAreaBottom" fmla="*/ 516960 h 516600"/>
              </a:gdLst>
              <a:ahLst/>
              <a:cxnLst/>
              <a:rect l="textAreaLeft" t="textAreaTop" r="textAreaRight" b="textAreaBottom"/>
              <a:pathLst>
                <a:path w="10615" h="9626">
                  <a:moveTo>
                    <a:pt x="3456" y="1"/>
                  </a:moveTo>
                  <a:lnTo>
                    <a:pt x="352" y="147"/>
                  </a:lnTo>
                  <a:cubicBezTo>
                    <a:pt x="352" y="147"/>
                    <a:pt x="1" y="2782"/>
                    <a:pt x="747" y="6735"/>
                  </a:cubicBezTo>
                  <a:cubicBezTo>
                    <a:pt x="1196" y="9067"/>
                    <a:pt x="2614" y="9626"/>
                    <a:pt x="3893" y="9626"/>
                  </a:cubicBezTo>
                  <a:cubicBezTo>
                    <a:pt x="4782" y="9626"/>
                    <a:pt x="5604" y="9356"/>
                    <a:pt x="5988" y="9224"/>
                  </a:cubicBezTo>
                  <a:cubicBezTo>
                    <a:pt x="6925" y="8916"/>
                    <a:pt x="10614" y="7555"/>
                    <a:pt x="10614" y="7555"/>
                  </a:cubicBezTo>
                  <a:lnTo>
                    <a:pt x="9502" y="5007"/>
                  </a:lnTo>
                  <a:cubicBezTo>
                    <a:pt x="9502" y="5007"/>
                    <a:pt x="7233" y="5813"/>
                    <a:pt x="4671" y="6369"/>
                  </a:cubicBezTo>
                  <a:cubicBezTo>
                    <a:pt x="4649" y="6373"/>
                    <a:pt x="4628" y="6376"/>
                    <a:pt x="4607" y="6376"/>
                  </a:cubicBezTo>
                  <a:cubicBezTo>
                    <a:pt x="3498" y="6376"/>
                    <a:pt x="3456" y="1"/>
                    <a:pt x="3456" y="1"/>
                  </a:cubicBezTo>
                  <a:close/>
                </a:path>
              </a:pathLst>
            </a:custGeom>
            <a:solidFill>
              <a:srgbClr val="151F2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7" name="Google Shape;557;p32"/>
            <p:cNvSpPr/>
            <p:nvPr/>
          </p:nvSpPr>
          <p:spPr>
            <a:xfrm>
              <a:off x="359640" y="2885040"/>
              <a:ext cx="449280" cy="419040"/>
            </a:xfrm>
            <a:custGeom>
              <a:avLst/>
              <a:gdLst>
                <a:gd name="textAreaLeft" fmla="*/ 0 w 449280"/>
                <a:gd name="textAreaRight" fmla="*/ 449640 w 449280"/>
                <a:gd name="textAreaTop" fmla="*/ 0 h 419040"/>
                <a:gd name="textAreaBottom" fmla="*/ 419400 h 419040"/>
              </a:gdLst>
              <a:ahLst/>
              <a:cxnLst/>
              <a:rect l="textAreaLeft" t="textAreaTop" r="textAreaRight" b="textAreaBottom"/>
              <a:pathLst>
                <a:path w="8375" h="7813">
                  <a:moveTo>
                    <a:pt x="772" y="0"/>
                  </a:moveTo>
                  <a:cubicBezTo>
                    <a:pt x="647" y="0"/>
                    <a:pt x="532" y="23"/>
                    <a:pt x="440" y="54"/>
                  </a:cubicBezTo>
                  <a:cubicBezTo>
                    <a:pt x="250" y="112"/>
                    <a:pt x="132" y="229"/>
                    <a:pt x="74" y="303"/>
                  </a:cubicBezTo>
                  <a:cubicBezTo>
                    <a:pt x="15" y="361"/>
                    <a:pt x="1" y="420"/>
                    <a:pt x="1" y="420"/>
                  </a:cubicBezTo>
                  <a:cubicBezTo>
                    <a:pt x="1" y="422"/>
                    <a:pt x="1" y="422"/>
                    <a:pt x="2" y="422"/>
                  </a:cubicBezTo>
                  <a:cubicBezTo>
                    <a:pt x="5" y="422"/>
                    <a:pt x="25" y="381"/>
                    <a:pt x="89" y="317"/>
                  </a:cubicBezTo>
                  <a:cubicBezTo>
                    <a:pt x="162" y="244"/>
                    <a:pt x="279" y="156"/>
                    <a:pt x="455" y="98"/>
                  </a:cubicBezTo>
                  <a:cubicBezTo>
                    <a:pt x="550" y="68"/>
                    <a:pt x="656" y="50"/>
                    <a:pt x="767" y="50"/>
                  </a:cubicBezTo>
                  <a:cubicBezTo>
                    <a:pt x="879" y="50"/>
                    <a:pt x="996" y="68"/>
                    <a:pt x="1113" y="112"/>
                  </a:cubicBezTo>
                  <a:cubicBezTo>
                    <a:pt x="1377" y="200"/>
                    <a:pt x="1596" y="420"/>
                    <a:pt x="1757" y="712"/>
                  </a:cubicBezTo>
                  <a:cubicBezTo>
                    <a:pt x="1918" y="1005"/>
                    <a:pt x="1992" y="1371"/>
                    <a:pt x="2006" y="1766"/>
                  </a:cubicBezTo>
                  <a:cubicBezTo>
                    <a:pt x="2036" y="2147"/>
                    <a:pt x="2006" y="2586"/>
                    <a:pt x="2036" y="3025"/>
                  </a:cubicBezTo>
                  <a:cubicBezTo>
                    <a:pt x="2065" y="3918"/>
                    <a:pt x="2153" y="4885"/>
                    <a:pt x="2343" y="5909"/>
                  </a:cubicBezTo>
                  <a:cubicBezTo>
                    <a:pt x="2372" y="6173"/>
                    <a:pt x="2431" y="6422"/>
                    <a:pt x="2489" y="6671"/>
                  </a:cubicBezTo>
                  <a:cubicBezTo>
                    <a:pt x="2563" y="6920"/>
                    <a:pt x="2592" y="7154"/>
                    <a:pt x="2694" y="7403"/>
                  </a:cubicBezTo>
                  <a:cubicBezTo>
                    <a:pt x="2724" y="7520"/>
                    <a:pt x="2797" y="7637"/>
                    <a:pt x="2914" y="7710"/>
                  </a:cubicBezTo>
                  <a:cubicBezTo>
                    <a:pt x="3016" y="7798"/>
                    <a:pt x="3148" y="7813"/>
                    <a:pt x="3280" y="7813"/>
                  </a:cubicBezTo>
                  <a:cubicBezTo>
                    <a:pt x="3397" y="7813"/>
                    <a:pt x="3514" y="7783"/>
                    <a:pt x="3617" y="7769"/>
                  </a:cubicBezTo>
                  <a:cubicBezTo>
                    <a:pt x="3734" y="7739"/>
                    <a:pt x="3836" y="7710"/>
                    <a:pt x="3953" y="7681"/>
                  </a:cubicBezTo>
                  <a:cubicBezTo>
                    <a:pt x="4817" y="7476"/>
                    <a:pt x="5593" y="7286"/>
                    <a:pt x="6252" y="7125"/>
                  </a:cubicBezTo>
                  <a:cubicBezTo>
                    <a:pt x="6911" y="6949"/>
                    <a:pt x="7423" y="6832"/>
                    <a:pt x="7818" y="6744"/>
                  </a:cubicBezTo>
                  <a:cubicBezTo>
                    <a:pt x="7994" y="6700"/>
                    <a:pt x="8126" y="6671"/>
                    <a:pt x="8228" y="6627"/>
                  </a:cubicBezTo>
                  <a:cubicBezTo>
                    <a:pt x="8331" y="6612"/>
                    <a:pt x="8374" y="6597"/>
                    <a:pt x="8374" y="6597"/>
                  </a:cubicBezTo>
                  <a:cubicBezTo>
                    <a:pt x="8374" y="6589"/>
                    <a:pt x="8371" y="6585"/>
                    <a:pt x="8362" y="6585"/>
                  </a:cubicBezTo>
                  <a:cubicBezTo>
                    <a:pt x="8342" y="6585"/>
                    <a:pt x="8296" y="6606"/>
                    <a:pt x="8213" y="6627"/>
                  </a:cubicBezTo>
                  <a:cubicBezTo>
                    <a:pt x="8111" y="6641"/>
                    <a:pt x="7979" y="6685"/>
                    <a:pt x="7789" y="6715"/>
                  </a:cubicBezTo>
                  <a:cubicBezTo>
                    <a:pt x="7423" y="6817"/>
                    <a:pt x="6896" y="6934"/>
                    <a:pt x="6237" y="7081"/>
                  </a:cubicBezTo>
                  <a:cubicBezTo>
                    <a:pt x="5578" y="7256"/>
                    <a:pt x="4788" y="7432"/>
                    <a:pt x="3939" y="7637"/>
                  </a:cubicBezTo>
                  <a:cubicBezTo>
                    <a:pt x="3822" y="7652"/>
                    <a:pt x="3719" y="7695"/>
                    <a:pt x="3602" y="7710"/>
                  </a:cubicBezTo>
                  <a:cubicBezTo>
                    <a:pt x="3500" y="7725"/>
                    <a:pt x="3382" y="7769"/>
                    <a:pt x="3280" y="7769"/>
                  </a:cubicBezTo>
                  <a:cubicBezTo>
                    <a:pt x="3163" y="7769"/>
                    <a:pt x="3060" y="7739"/>
                    <a:pt x="2958" y="7666"/>
                  </a:cubicBezTo>
                  <a:cubicBezTo>
                    <a:pt x="2870" y="7593"/>
                    <a:pt x="2797" y="7505"/>
                    <a:pt x="2768" y="7403"/>
                  </a:cubicBezTo>
                  <a:cubicBezTo>
                    <a:pt x="2665" y="7183"/>
                    <a:pt x="2636" y="6920"/>
                    <a:pt x="2577" y="6685"/>
                  </a:cubicBezTo>
                  <a:cubicBezTo>
                    <a:pt x="2519" y="6422"/>
                    <a:pt x="2489" y="6188"/>
                    <a:pt x="2431" y="5939"/>
                  </a:cubicBezTo>
                  <a:cubicBezTo>
                    <a:pt x="2255" y="4899"/>
                    <a:pt x="2153" y="3933"/>
                    <a:pt x="2123" y="3040"/>
                  </a:cubicBezTo>
                  <a:cubicBezTo>
                    <a:pt x="2109" y="2601"/>
                    <a:pt x="2109" y="2176"/>
                    <a:pt x="2079" y="1781"/>
                  </a:cubicBezTo>
                  <a:cubicBezTo>
                    <a:pt x="2065" y="1371"/>
                    <a:pt x="1977" y="991"/>
                    <a:pt x="1816" y="698"/>
                  </a:cubicBezTo>
                  <a:cubicBezTo>
                    <a:pt x="1640" y="405"/>
                    <a:pt x="1391" y="171"/>
                    <a:pt x="1128" y="68"/>
                  </a:cubicBezTo>
                  <a:cubicBezTo>
                    <a:pt x="1009" y="19"/>
                    <a:pt x="887" y="0"/>
                    <a:pt x="772"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8" name="Google Shape;558;p32"/>
            <p:cNvSpPr/>
            <p:nvPr/>
          </p:nvSpPr>
          <p:spPr>
            <a:xfrm>
              <a:off x="504360" y="3303720"/>
              <a:ext cx="24840" cy="42120"/>
            </a:xfrm>
            <a:custGeom>
              <a:avLst/>
              <a:gdLst>
                <a:gd name="textAreaLeft" fmla="*/ 0 w 24840"/>
                <a:gd name="textAreaRight" fmla="*/ 25200 w 24840"/>
                <a:gd name="textAreaTop" fmla="*/ 0 h 42120"/>
                <a:gd name="textAreaBottom" fmla="*/ 42480 h 42120"/>
              </a:gdLst>
              <a:ahLst/>
              <a:cxnLst/>
              <a:rect l="textAreaLeft" t="textAreaTop" r="textAreaRight" b="textAreaBottom"/>
              <a:pathLst>
                <a:path w="469" h="793">
                  <a:moveTo>
                    <a:pt x="451" y="1"/>
                  </a:moveTo>
                  <a:cubicBezTo>
                    <a:pt x="426" y="1"/>
                    <a:pt x="287" y="144"/>
                    <a:pt x="161" y="353"/>
                  </a:cubicBezTo>
                  <a:cubicBezTo>
                    <a:pt x="30" y="573"/>
                    <a:pt x="0" y="792"/>
                    <a:pt x="15" y="792"/>
                  </a:cubicBezTo>
                  <a:cubicBezTo>
                    <a:pt x="44" y="792"/>
                    <a:pt x="117" y="602"/>
                    <a:pt x="235" y="412"/>
                  </a:cubicBezTo>
                  <a:cubicBezTo>
                    <a:pt x="366" y="192"/>
                    <a:pt x="469" y="17"/>
                    <a:pt x="454" y="2"/>
                  </a:cubicBezTo>
                  <a:cubicBezTo>
                    <a:pt x="453" y="1"/>
                    <a:pt x="453" y="1"/>
                    <a:pt x="451"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9" name="Google Shape;559;p32"/>
            <p:cNvSpPr/>
            <p:nvPr/>
          </p:nvSpPr>
          <p:spPr>
            <a:xfrm>
              <a:off x="521640" y="3309840"/>
              <a:ext cx="17640" cy="49320"/>
            </a:xfrm>
            <a:custGeom>
              <a:avLst/>
              <a:gdLst>
                <a:gd name="textAreaLeft" fmla="*/ 0 w 17640"/>
                <a:gd name="textAreaRight" fmla="*/ 18000 w 17640"/>
                <a:gd name="textAreaTop" fmla="*/ 0 h 49320"/>
                <a:gd name="textAreaBottom" fmla="*/ 49680 h 49320"/>
              </a:gdLst>
              <a:ahLst/>
              <a:cxnLst/>
              <a:rect l="textAreaLeft" t="textAreaTop" r="textAreaRight" b="textAreaBottom"/>
              <a:pathLst>
                <a:path w="338" h="926">
                  <a:moveTo>
                    <a:pt x="303" y="0"/>
                  </a:moveTo>
                  <a:cubicBezTo>
                    <a:pt x="274" y="0"/>
                    <a:pt x="142" y="183"/>
                    <a:pt x="74" y="442"/>
                  </a:cubicBezTo>
                  <a:cubicBezTo>
                    <a:pt x="0" y="706"/>
                    <a:pt x="59" y="925"/>
                    <a:pt x="74" y="925"/>
                  </a:cubicBezTo>
                  <a:cubicBezTo>
                    <a:pt x="118" y="925"/>
                    <a:pt x="118" y="706"/>
                    <a:pt x="161" y="457"/>
                  </a:cubicBezTo>
                  <a:cubicBezTo>
                    <a:pt x="220" y="193"/>
                    <a:pt x="337" y="18"/>
                    <a:pt x="308" y="3"/>
                  </a:cubicBezTo>
                  <a:cubicBezTo>
                    <a:pt x="307" y="1"/>
                    <a:pt x="305" y="0"/>
                    <a:pt x="303"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24840" bIns="24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0" name="Google Shape;560;p32"/>
            <p:cNvSpPr/>
            <p:nvPr/>
          </p:nvSpPr>
          <p:spPr>
            <a:xfrm>
              <a:off x="748080" y="3255120"/>
              <a:ext cx="74520" cy="141840"/>
            </a:xfrm>
            <a:custGeom>
              <a:avLst/>
              <a:gdLst>
                <a:gd name="textAreaLeft" fmla="*/ 0 w 74520"/>
                <a:gd name="textAreaRight" fmla="*/ 74880 w 74520"/>
                <a:gd name="textAreaTop" fmla="*/ 0 h 141840"/>
                <a:gd name="textAreaBottom" fmla="*/ 142200 h 141840"/>
              </a:gdLst>
              <a:ahLst/>
              <a:cxnLst/>
              <a:rect l="textAreaLeft" t="textAreaTop" r="textAreaRight" b="textAreaBottom"/>
              <a:pathLst>
                <a:path w="1392" h="2651">
                  <a:moveTo>
                    <a:pt x="1" y="0"/>
                  </a:moveTo>
                  <a:cubicBezTo>
                    <a:pt x="1" y="0"/>
                    <a:pt x="45" y="147"/>
                    <a:pt x="162" y="396"/>
                  </a:cubicBezTo>
                  <a:cubicBezTo>
                    <a:pt x="264" y="630"/>
                    <a:pt x="440" y="981"/>
                    <a:pt x="615" y="1347"/>
                  </a:cubicBezTo>
                  <a:cubicBezTo>
                    <a:pt x="820" y="1713"/>
                    <a:pt x="981" y="2050"/>
                    <a:pt x="1128" y="2284"/>
                  </a:cubicBezTo>
                  <a:cubicBezTo>
                    <a:pt x="1260" y="2518"/>
                    <a:pt x="1347" y="2650"/>
                    <a:pt x="1362" y="2650"/>
                  </a:cubicBezTo>
                  <a:cubicBezTo>
                    <a:pt x="1391" y="2635"/>
                    <a:pt x="1318" y="2489"/>
                    <a:pt x="1157" y="2240"/>
                  </a:cubicBezTo>
                  <a:cubicBezTo>
                    <a:pt x="1040" y="1977"/>
                    <a:pt x="879" y="1655"/>
                    <a:pt x="689" y="1318"/>
                  </a:cubicBezTo>
                  <a:cubicBezTo>
                    <a:pt x="513" y="966"/>
                    <a:pt x="367" y="659"/>
                    <a:pt x="220" y="381"/>
                  </a:cubicBezTo>
                  <a:cubicBezTo>
                    <a:pt x="88" y="147"/>
                    <a:pt x="15" y="0"/>
                    <a:pt x="1"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70920" bIns="70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1" name="Google Shape;561;p32"/>
            <p:cNvSpPr/>
            <p:nvPr/>
          </p:nvSpPr>
          <p:spPr>
            <a:xfrm>
              <a:off x="783360" y="3259800"/>
              <a:ext cx="21600" cy="21600"/>
            </a:xfrm>
            <a:custGeom>
              <a:avLst/>
              <a:gdLst>
                <a:gd name="textAreaLeft" fmla="*/ 0 w 21600"/>
                <a:gd name="textAreaRight" fmla="*/ 21960 w 21600"/>
                <a:gd name="textAreaTop" fmla="*/ 0 h 21600"/>
                <a:gd name="textAreaBottom" fmla="*/ 21960 h 21600"/>
              </a:gdLst>
              <a:ahLst/>
              <a:cxnLst/>
              <a:rect l="textAreaLeft" t="textAreaTop" r="textAreaRight" b="textAreaBottom"/>
              <a:pathLst>
                <a:path w="411" h="408">
                  <a:moveTo>
                    <a:pt x="210" y="0"/>
                  </a:moveTo>
                  <a:cubicBezTo>
                    <a:pt x="166" y="0"/>
                    <a:pt x="147" y="26"/>
                    <a:pt x="147" y="26"/>
                  </a:cubicBezTo>
                  <a:cubicBezTo>
                    <a:pt x="147" y="56"/>
                    <a:pt x="191" y="26"/>
                    <a:pt x="249" y="70"/>
                  </a:cubicBezTo>
                  <a:cubicBezTo>
                    <a:pt x="264" y="100"/>
                    <a:pt x="308" y="144"/>
                    <a:pt x="308" y="173"/>
                  </a:cubicBezTo>
                  <a:cubicBezTo>
                    <a:pt x="308" y="217"/>
                    <a:pt x="293" y="275"/>
                    <a:pt x="235" y="290"/>
                  </a:cubicBezTo>
                  <a:cubicBezTo>
                    <a:pt x="210" y="302"/>
                    <a:pt x="185" y="307"/>
                    <a:pt x="164" y="307"/>
                  </a:cubicBezTo>
                  <a:cubicBezTo>
                    <a:pt x="134" y="307"/>
                    <a:pt x="111" y="298"/>
                    <a:pt x="103" y="290"/>
                  </a:cubicBezTo>
                  <a:cubicBezTo>
                    <a:pt x="74" y="246"/>
                    <a:pt x="74" y="217"/>
                    <a:pt x="74" y="173"/>
                  </a:cubicBezTo>
                  <a:cubicBezTo>
                    <a:pt x="74" y="100"/>
                    <a:pt x="117" y="85"/>
                    <a:pt x="117" y="70"/>
                  </a:cubicBezTo>
                  <a:cubicBezTo>
                    <a:pt x="117" y="70"/>
                    <a:pt x="117" y="64"/>
                    <a:pt x="109" y="64"/>
                  </a:cubicBezTo>
                  <a:cubicBezTo>
                    <a:pt x="104" y="64"/>
                    <a:pt x="98" y="65"/>
                    <a:pt x="88" y="70"/>
                  </a:cubicBezTo>
                  <a:cubicBezTo>
                    <a:pt x="74" y="85"/>
                    <a:pt x="30" y="100"/>
                    <a:pt x="15" y="158"/>
                  </a:cubicBezTo>
                  <a:cubicBezTo>
                    <a:pt x="0" y="217"/>
                    <a:pt x="0" y="290"/>
                    <a:pt x="44" y="348"/>
                  </a:cubicBezTo>
                  <a:cubicBezTo>
                    <a:pt x="77" y="390"/>
                    <a:pt x="129" y="408"/>
                    <a:pt x="181" y="408"/>
                  </a:cubicBezTo>
                  <a:cubicBezTo>
                    <a:pt x="221" y="408"/>
                    <a:pt x="261" y="397"/>
                    <a:pt x="293" y="378"/>
                  </a:cubicBezTo>
                  <a:cubicBezTo>
                    <a:pt x="352" y="348"/>
                    <a:pt x="410" y="246"/>
                    <a:pt x="396" y="173"/>
                  </a:cubicBezTo>
                  <a:cubicBezTo>
                    <a:pt x="381" y="100"/>
                    <a:pt x="322" y="56"/>
                    <a:pt x="293" y="26"/>
                  </a:cubicBezTo>
                  <a:cubicBezTo>
                    <a:pt x="259" y="7"/>
                    <a:pt x="231" y="0"/>
                    <a:pt x="210"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2" name="Google Shape;562;p32"/>
            <p:cNvSpPr/>
            <p:nvPr/>
          </p:nvSpPr>
          <p:spPr>
            <a:xfrm>
              <a:off x="340920" y="3285000"/>
              <a:ext cx="533520" cy="200520"/>
            </a:xfrm>
            <a:custGeom>
              <a:avLst/>
              <a:gdLst>
                <a:gd name="textAreaLeft" fmla="*/ 0 w 533520"/>
                <a:gd name="textAreaRight" fmla="*/ 533880 w 533520"/>
                <a:gd name="textAreaTop" fmla="*/ 0 h 200520"/>
                <a:gd name="textAreaBottom" fmla="*/ 200880 h 200520"/>
              </a:gdLst>
              <a:ahLst/>
              <a:cxnLst/>
              <a:rect l="textAreaLeft" t="textAreaTop" r="textAreaRight" b="textAreaBottom"/>
              <a:pathLst>
                <a:path w="9941" h="3741">
                  <a:moveTo>
                    <a:pt x="0" y="1"/>
                  </a:moveTo>
                  <a:cubicBezTo>
                    <a:pt x="0" y="1"/>
                    <a:pt x="0" y="59"/>
                    <a:pt x="15" y="132"/>
                  </a:cubicBezTo>
                  <a:cubicBezTo>
                    <a:pt x="44" y="220"/>
                    <a:pt x="74" y="337"/>
                    <a:pt x="117" y="484"/>
                  </a:cubicBezTo>
                  <a:cubicBezTo>
                    <a:pt x="205" y="776"/>
                    <a:pt x="308" y="1216"/>
                    <a:pt x="527" y="1728"/>
                  </a:cubicBezTo>
                  <a:cubicBezTo>
                    <a:pt x="747" y="2240"/>
                    <a:pt x="1113" y="2841"/>
                    <a:pt x="1728" y="3280"/>
                  </a:cubicBezTo>
                  <a:cubicBezTo>
                    <a:pt x="2035" y="3499"/>
                    <a:pt x="2401" y="3660"/>
                    <a:pt x="2796" y="3719"/>
                  </a:cubicBezTo>
                  <a:cubicBezTo>
                    <a:pt x="2899" y="3734"/>
                    <a:pt x="3002" y="3740"/>
                    <a:pt x="3106" y="3740"/>
                  </a:cubicBezTo>
                  <a:cubicBezTo>
                    <a:pt x="3418" y="3740"/>
                    <a:pt x="3733" y="3682"/>
                    <a:pt x="4041" y="3617"/>
                  </a:cubicBezTo>
                  <a:cubicBezTo>
                    <a:pt x="5666" y="3148"/>
                    <a:pt x="7159" y="2709"/>
                    <a:pt x="8213" y="2401"/>
                  </a:cubicBezTo>
                  <a:cubicBezTo>
                    <a:pt x="8755" y="2240"/>
                    <a:pt x="9165" y="2109"/>
                    <a:pt x="9487" y="2021"/>
                  </a:cubicBezTo>
                  <a:cubicBezTo>
                    <a:pt x="9633" y="1962"/>
                    <a:pt x="9736" y="1933"/>
                    <a:pt x="9823" y="1904"/>
                  </a:cubicBezTo>
                  <a:cubicBezTo>
                    <a:pt x="9897" y="1889"/>
                    <a:pt x="9941" y="1874"/>
                    <a:pt x="9941" y="1874"/>
                  </a:cubicBezTo>
                  <a:lnTo>
                    <a:pt x="9941" y="1874"/>
                  </a:lnTo>
                  <a:cubicBezTo>
                    <a:pt x="9941" y="1874"/>
                    <a:pt x="9882" y="1889"/>
                    <a:pt x="9794" y="1889"/>
                  </a:cubicBezTo>
                  <a:cubicBezTo>
                    <a:pt x="9706" y="1904"/>
                    <a:pt x="9589" y="1948"/>
                    <a:pt x="9443" y="1977"/>
                  </a:cubicBezTo>
                  <a:cubicBezTo>
                    <a:pt x="9135" y="2065"/>
                    <a:pt x="8711" y="2182"/>
                    <a:pt x="8184" y="2328"/>
                  </a:cubicBezTo>
                  <a:cubicBezTo>
                    <a:pt x="7100" y="2621"/>
                    <a:pt x="5637" y="3046"/>
                    <a:pt x="4012" y="3499"/>
                  </a:cubicBezTo>
                  <a:cubicBezTo>
                    <a:pt x="3714" y="3574"/>
                    <a:pt x="3416" y="3625"/>
                    <a:pt x="3124" y="3625"/>
                  </a:cubicBezTo>
                  <a:cubicBezTo>
                    <a:pt x="3014" y="3625"/>
                    <a:pt x="2905" y="3618"/>
                    <a:pt x="2796" y="3602"/>
                  </a:cubicBezTo>
                  <a:cubicBezTo>
                    <a:pt x="2401" y="3558"/>
                    <a:pt x="2050" y="3382"/>
                    <a:pt x="1757" y="3192"/>
                  </a:cubicBezTo>
                  <a:cubicBezTo>
                    <a:pt x="1171" y="2767"/>
                    <a:pt x="806" y="2182"/>
                    <a:pt x="586" y="1684"/>
                  </a:cubicBezTo>
                  <a:cubicBezTo>
                    <a:pt x="366" y="1186"/>
                    <a:pt x="235" y="747"/>
                    <a:pt x="147" y="454"/>
                  </a:cubicBezTo>
                  <a:cubicBezTo>
                    <a:pt x="88" y="308"/>
                    <a:pt x="59" y="206"/>
                    <a:pt x="44" y="118"/>
                  </a:cubicBezTo>
                  <a:cubicBezTo>
                    <a:pt x="15" y="45"/>
                    <a:pt x="0" y="1"/>
                    <a:pt x="0"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93" name="PlaceHolder 2"/>
          <p:cNvSpPr>
            <a:spLocks noGrp="1"/>
          </p:cNvSpPr>
          <p:nvPr>
            <p:ph type="title"/>
          </p:nvPr>
        </p:nvSpPr>
        <p:spPr>
          <a:xfrm>
            <a:off x="4629240" y="723960"/>
            <a:ext cx="3371400" cy="2057032"/>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US" sz="4500" b="1" u="none" strike="noStrike" dirty="0">
                <a:solidFill>
                  <a:schemeClr val="dk1"/>
                </a:solidFill>
                <a:effectLst/>
                <a:uFillTx/>
                <a:latin typeface="Paytone One"/>
                <a:ea typeface="Paytone One"/>
              </a:rPr>
              <a:t>Insights</a:t>
            </a:r>
            <a:endParaRPr lang="fr-FR" sz="4500" b="1" u="none" strike="noStrike" dirty="0">
              <a:solidFill>
                <a:schemeClr val="dk1"/>
              </a:solidFill>
              <a:effectLst/>
              <a:uFillTx/>
              <a:latin typeface="Arial"/>
            </a:endParaRPr>
          </a:p>
        </p:txBody>
      </p:sp>
      <p:pic>
        <p:nvPicPr>
          <p:cNvPr id="5" name="Picture 4">
            <a:extLst>
              <a:ext uri="{FF2B5EF4-FFF2-40B4-BE49-F238E27FC236}">
                <a16:creationId xmlns:a16="http://schemas.microsoft.com/office/drawing/2014/main" id="{B96DC1E5-2B86-DEFA-DDA5-29662BCB61DA}"/>
              </a:ext>
            </a:extLst>
          </p:cNvPr>
          <p:cNvPicPr>
            <a:picLocks noChangeAspect="1"/>
          </p:cNvPicPr>
          <p:nvPr/>
        </p:nvPicPr>
        <p:blipFill>
          <a:blip r:embed="rId2"/>
          <a:stretch>
            <a:fillRect/>
          </a:stretch>
        </p:blipFill>
        <p:spPr>
          <a:xfrm>
            <a:off x="3655230" y="-163939"/>
            <a:ext cx="5749245" cy="38328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4" name="Google Shape;1282;p49"/>
          <p:cNvGrpSpPr/>
          <p:nvPr/>
        </p:nvGrpSpPr>
        <p:grpSpPr>
          <a:xfrm>
            <a:off x="4939920" y="382680"/>
            <a:ext cx="1858680" cy="4420440"/>
            <a:chOff x="4939920" y="382680"/>
            <a:chExt cx="1858680" cy="4420440"/>
          </a:xfrm>
        </p:grpSpPr>
        <p:sp>
          <p:nvSpPr>
            <p:cNvPr id="495" name="Google Shape;1283;p49"/>
            <p:cNvSpPr/>
            <p:nvPr/>
          </p:nvSpPr>
          <p:spPr>
            <a:xfrm rot="19494600">
              <a:off x="5496840" y="504720"/>
              <a:ext cx="592560" cy="530280"/>
            </a:xfrm>
            <a:prstGeom prst="wedgeEllipseCallout">
              <a:avLst>
                <a:gd name="adj1" fmla="val -20833"/>
                <a:gd name="adj2" fmla="val 625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6" name="Google Shape;1284;p49"/>
            <p:cNvSpPr/>
            <p:nvPr/>
          </p:nvSpPr>
          <p:spPr>
            <a:xfrm flipH="1">
              <a:off x="5122800" y="1558800"/>
              <a:ext cx="912600" cy="826920"/>
            </a:xfrm>
            <a:custGeom>
              <a:avLst/>
              <a:gdLst>
                <a:gd name="textAreaLeft" fmla="*/ -360 w 912600"/>
                <a:gd name="textAreaRight" fmla="*/ 912600 w 912600"/>
                <a:gd name="textAreaTop" fmla="*/ 0 h 826920"/>
                <a:gd name="textAreaBottom" fmla="*/ 827280 h 826920"/>
              </a:gdLst>
              <a:ahLst/>
              <a:cxnLst/>
              <a:rect l="textAreaLeft" t="textAreaTop" r="textAreaRight" b="textAreaBottom"/>
              <a:pathLst>
                <a:path w="12854" h="1165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7" name="Google Shape;1285;p49"/>
            <p:cNvSpPr/>
            <p:nvPr/>
          </p:nvSpPr>
          <p:spPr>
            <a:xfrm flipH="1">
              <a:off x="5697360" y="2536200"/>
              <a:ext cx="1031040" cy="2180880"/>
            </a:xfrm>
            <a:custGeom>
              <a:avLst/>
              <a:gdLst>
                <a:gd name="textAreaLeft" fmla="*/ 360 w 1031040"/>
                <a:gd name="textAreaRight" fmla="*/ 1031760 w 1031040"/>
                <a:gd name="textAreaTop" fmla="*/ 0 h 2180880"/>
                <a:gd name="textAreaBottom" fmla="*/ 2181240 h 2180880"/>
              </a:gdLst>
              <a:ahLst/>
              <a:cxnLst/>
              <a:rect l="textAreaLeft" t="textAreaTop" r="textAreaRight" b="textAreaBottom"/>
              <a:pathLst>
                <a:path w="14523" h="30714">
                  <a:moveTo>
                    <a:pt x="14523" y="0"/>
                  </a:moveTo>
                  <a:lnTo>
                    <a:pt x="9838" y="878"/>
                  </a:lnTo>
                  <a:cubicBezTo>
                    <a:pt x="7232" y="12912"/>
                    <a:pt x="1" y="28254"/>
                    <a:pt x="1" y="28254"/>
                  </a:cubicBezTo>
                  <a:lnTo>
                    <a:pt x="4012" y="30714"/>
                  </a:lnTo>
                  <a:cubicBezTo>
                    <a:pt x="13308" y="12341"/>
                    <a:pt x="14523" y="0"/>
                    <a:pt x="1452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8" name="Google Shape;1286;p49"/>
            <p:cNvSpPr/>
            <p:nvPr/>
          </p:nvSpPr>
          <p:spPr>
            <a:xfrm flipH="1">
              <a:off x="5665320" y="1058400"/>
              <a:ext cx="770040" cy="831960"/>
            </a:xfrm>
            <a:custGeom>
              <a:avLst/>
              <a:gdLst>
                <a:gd name="textAreaLeft" fmla="*/ -360 w 770040"/>
                <a:gd name="textAreaRight" fmla="*/ 770040 w 770040"/>
                <a:gd name="textAreaTop" fmla="*/ 0 h 831960"/>
                <a:gd name="textAreaBottom" fmla="*/ 832320 h 831960"/>
              </a:gdLst>
              <a:ahLst/>
              <a:cxnLst/>
              <a:rect l="textAreaLeft" t="textAreaTop" r="textAreaRight" b="textAreaBottom"/>
              <a:pathLst>
                <a:path w="10849" h="11720">
                  <a:moveTo>
                    <a:pt x="2775" y="1"/>
                  </a:moveTo>
                  <a:cubicBezTo>
                    <a:pt x="2313" y="1"/>
                    <a:pt x="1872" y="147"/>
                    <a:pt x="1479" y="591"/>
                  </a:cubicBezTo>
                  <a:cubicBezTo>
                    <a:pt x="1478" y="591"/>
                    <a:pt x="1478" y="590"/>
                    <a:pt x="1477" y="590"/>
                  </a:cubicBezTo>
                  <a:cubicBezTo>
                    <a:pt x="1432" y="590"/>
                    <a:pt x="821" y="867"/>
                    <a:pt x="849" y="1338"/>
                  </a:cubicBezTo>
                  <a:cubicBezTo>
                    <a:pt x="893" y="2948"/>
                    <a:pt x="1171" y="4046"/>
                    <a:pt x="498" y="5510"/>
                  </a:cubicBezTo>
                  <a:cubicBezTo>
                    <a:pt x="278" y="6008"/>
                    <a:pt x="0" y="6535"/>
                    <a:pt x="88" y="7062"/>
                  </a:cubicBezTo>
                  <a:cubicBezTo>
                    <a:pt x="191" y="7545"/>
                    <a:pt x="586" y="7925"/>
                    <a:pt x="1025" y="8145"/>
                  </a:cubicBezTo>
                  <a:cubicBezTo>
                    <a:pt x="1464" y="8365"/>
                    <a:pt x="1962" y="8482"/>
                    <a:pt x="2430" y="8628"/>
                  </a:cubicBezTo>
                  <a:cubicBezTo>
                    <a:pt x="2913" y="8774"/>
                    <a:pt x="3382" y="8994"/>
                    <a:pt x="3675" y="9375"/>
                  </a:cubicBezTo>
                  <a:cubicBezTo>
                    <a:pt x="4026" y="9814"/>
                    <a:pt x="4099" y="10399"/>
                    <a:pt x="4465" y="10824"/>
                  </a:cubicBezTo>
                  <a:cubicBezTo>
                    <a:pt x="4846" y="11278"/>
                    <a:pt x="5475" y="11439"/>
                    <a:pt x="6076" y="11527"/>
                  </a:cubicBezTo>
                  <a:cubicBezTo>
                    <a:pt x="6841" y="11659"/>
                    <a:pt x="7594" y="11719"/>
                    <a:pt x="8367" y="11719"/>
                  </a:cubicBezTo>
                  <a:cubicBezTo>
                    <a:pt x="8452" y="11719"/>
                    <a:pt x="8537" y="11718"/>
                    <a:pt x="8623" y="11717"/>
                  </a:cubicBezTo>
                  <a:cubicBezTo>
                    <a:pt x="9135" y="11702"/>
                    <a:pt x="9677" y="11644"/>
                    <a:pt x="10101" y="11351"/>
                  </a:cubicBezTo>
                  <a:cubicBezTo>
                    <a:pt x="10746" y="10868"/>
                    <a:pt x="10848" y="9828"/>
                    <a:pt x="10321" y="9243"/>
                  </a:cubicBezTo>
                  <a:cubicBezTo>
                    <a:pt x="9940" y="8818"/>
                    <a:pt x="9355" y="8672"/>
                    <a:pt x="8842" y="8408"/>
                  </a:cubicBezTo>
                  <a:cubicBezTo>
                    <a:pt x="7964" y="7940"/>
                    <a:pt x="7320" y="7091"/>
                    <a:pt x="7144" y="6110"/>
                  </a:cubicBezTo>
                  <a:cubicBezTo>
                    <a:pt x="6998" y="5276"/>
                    <a:pt x="7174" y="4397"/>
                    <a:pt x="7247" y="3533"/>
                  </a:cubicBezTo>
                  <a:cubicBezTo>
                    <a:pt x="7305" y="2670"/>
                    <a:pt x="7188" y="1718"/>
                    <a:pt x="6573" y="1133"/>
                  </a:cubicBezTo>
                  <a:cubicBezTo>
                    <a:pt x="6163" y="752"/>
                    <a:pt x="5607" y="591"/>
                    <a:pt x="5051" y="503"/>
                  </a:cubicBezTo>
                  <a:cubicBezTo>
                    <a:pt x="4311" y="377"/>
                    <a:pt x="3516" y="1"/>
                    <a:pt x="2775"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9" name="Google Shape;1287;p49"/>
            <p:cNvSpPr/>
            <p:nvPr/>
          </p:nvSpPr>
          <p:spPr>
            <a:xfrm flipH="1">
              <a:off x="5697360" y="2536200"/>
              <a:ext cx="1031040" cy="2180880"/>
            </a:xfrm>
            <a:custGeom>
              <a:avLst/>
              <a:gdLst>
                <a:gd name="textAreaLeft" fmla="*/ 360 w 1031040"/>
                <a:gd name="textAreaRight" fmla="*/ 1031760 w 1031040"/>
                <a:gd name="textAreaTop" fmla="*/ 0 h 2180880"/>
                <a:gd name="textAreaBottom" fmla="*/ 2181240 h 2180880"/>
              </a:gdLst>
              <a:ahLst/>
              <a:cxnLst/>
              <a:rect l="textAreaLeft" t="textAreaTop" r="textAreaRight" b="textAreaBottom"/>
              <a:pathLst>
                <a:path w="14523" h="30714">
                  <a:moveTo>
                    <a:pt x="14523" y="0"/>
                  </a:moveTo>
                  <a:lnTo>
                    <a:pt x="9838" y="878"/>
                  </a:lnTo>
                  <a:cubicBezTo>
                    <a:pt x="7232" y="12912"/>
                    <a:pt x="1" y="28254"/>
                    <a:pt x="1" y="28254"/>
                  </a:cubicBezTo>
                  <a:lnTo>
                    <a:pt x="4012" y="30714"/>
                  </a:lnTo>
                  <a:cubicBezTo>
                    <a:pt x="13308" y="12341"/>
                    <a:pt x="14523" y="0"/>
                    <a:pt x="14523"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0" name="Google Shape;1288;p49"/>
            <p:cNvSpPr/>
            <p:nvPr/>
          </p:nvSpPr>
          <p:spPr>
            <a:xfrm flipH="1">
              <a:off x="6390000" y="4531320"/>
              <a:ext cx="338760" cy="271800"/>
            </a:xfrm>
            <a:custGeom>
              <a:avLst/>
              <a:gdLst>
                <a:gd name="textAreaLeft" fmla="*/ -360 w 338760"/>
                <a:gd name="textAreaRight" fmla="*/ 338760 w 338760"/>
                <a:gd name="textAreaTop" fmla="*/ 0 h 271800"/>
                <a:gd name="textAreaBottom" fmla="*/ 272160 h 271800"/>
              </a:gdLst>
              <a:ahLst/>
              <a:cxnLst/>
              <a:rect l="textAreaLeft" t="textAreaTop" r="textAreaRight" b="textAreaBottom"/>
              <a:pathLst>
                <a:path w="4774" h="3832">
                  <a:moveTo>
                    <a:pt x="1" y="0"/>
                  </a:moveTo>
                  <a:lnTo>
                    <a:pt x="16" y="161"/>
                  </a:lnTo>
                  <a:cubicBezTo>
                    <a:pt x="16" y="161"/>
                    <a:pt x="4167" y="3832"/>
                    <a:pt x="4618" y="3832"/>
                  </a:cubicBezTo>
                  <a:cubicBezTo>
                    <a:pt x="4639" y="3832"/>
                    <a:pt x="4652" y="3824"/>
                    <a:pt x="4656" y="3807"/>
                  </a:cubicBezTo>
                  <a:cubicBezTo>
                    <a:pt x="4773" y="3426"/>
                    <a:pt x="3997" y="2621"/>
                    <a:pt x="3997" y="2621"/>
                  </a:cubicBezTo>
                  <a:lnTo>
                    <a:pt x="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1" name="Google Shape;1289;p49"/>
            <p:cNvSpPr/>
            <p:nvPr/>
          </p:nvSpPr>
          <p:spPr>
            <a:xfrm flipH="1">
              <a:off x="6531480" y="3030480"/>
              <a:ext cx="266760" cy="302760"/>
            </a:xfrm>
            <a:custGeom>
              <a:avLst/>
              <a:gdLst>
                <a:gd name="textAreaLeft" fmla="*/ -360 w 266760"/>
                <a:gd name="textAreaRight" fmla="*/ 266760 w 266760"/>
                <a:gd name="textAreaTop" fmla="*/ 0 h 302760"/>
                <a:gd name="textAreaBottom" fmla="*/ 303120 h 302760"/>
              </a:gdLst>
              <a:ahLst/>
              <a:cxnLst/>
              <a:rect l="textAreaLeft" t="textAreaTop" r="textAreaRight" b="textAreaBottom"/>
              <a:pathLst>
                <a:path w="3763" h="4269">
                  <a:moveTo>
                    <a:pt x="1007" y="0"/>
                  </a:moveTo>
                  <a:cubicBezTo>
                    <a:pt x="912" y="0"/>
                    <a:pt x="842" y="30"/>
                    <a:pt x="805" y="97"/>
                  </a:cubicBezTo>
                  <a:cubicBezTo>
                    <a:pt x="805" y="97"/>
                    <a:pt x="0" y="2264"/>
                    <a:pt x="73" y="2528"/>
                  </a:cubicBezTo>
                  <a:cubicBezTo>
                    <a:pt x="83" y="2566"/>
                    <a:pt x="105" y="2583"/>
                    <a:pt x="134" y="2583"/>
                  </a:cubicBezTo>
                  <a:cubicBezTo>
                    <a:pt x="316" y="2583"/>
                    <a:pt x="805" y="1942"/>
                    <a:pt x="805" y="1942"/>
                  </a:cubicBezTo>
                  <a:lnTo>
                    <a:pt x="805" y="1942"/>
                  </a:lnTo>
                  <a:cubicBezTo>
                    <a:pt x="805" y="1942"/>
                    <a:pt x="264" y="2879"/>
                    <a:pt x="337" y="3128"/>
                  </a:cubicBezTo>
                  <a:cubicBezTo>
                    <a:pt x="344" y="3155"/>
                    <a:pt x="362" y="3167"/>
                    <a:pt x="387" y="3167"/>
                  </a:cubicBezTo>
                  <a:cubicBezTo>
                    <a:pt x="609" y="3167"/>
                    <a:pt x="1434" y="2235"/>
                    <a:pt x="1435" y="2235"/>
                  </a:cubicBezTo>
                  <a:lnTo>
                    <a:pt x="1435" y="2235"/>
                  </a:lnTo>
                  <a:cubicBezTo>
                    <a:pt x="1434" y="2235"/>
                    <a:pt x="483" y="3435"/>
                    <a:pt x="732" y="3640"/>
                  </a:cubicBezTo>
                  <a:cubicBezTo>
                    <a:pt x="752" y="3656"/>
                    <a:pt x="777" y="3663"/>
                    <a:pt x="805" y="3663"/>
                  </a:cubicBezTo>
                  <a:cubicBezTo>
                    <a:pt x="1159" y="3663"/>
                    <a:pt x="2123" y="2586"/>
                    <a:pt x="2123" y="2586"/>
                  </a:cubicBezTo>
                  <a:lnTo>
                    <a:pt x="2123" y="2586"/>
                  </a:lnTo>
                  <a:cubicBezTo>
                    <a:pt x="2123" y="2586"/>
                    <a:pt x="1069" y="3977"/>
                    <a:pt x="1303" y="4240"/>
                  </a:cubicBezTo>
                  <a:cubicBezTo>
                    <a:pt x="1319" y="4260"/>
                    <a:pt x="1341" y="4269"/>
                    <a:pt x="1368" y="4269"/>
                  </a:cubicBezTo>
                  <a:cubicBezTo>
                    <a:pt x="1728" y="4269"/>
                    <a:pt x="2957" y="2659"/>
                    <a:pt x="2957" y="2659"/>
                  </a:cubicBezTo>
                  <a:cubicBezTo>
                    <a:pt x="2984" y="3291"/>
                    <a:pt x="3357" y="3664"/>
                    <a:pt x="3542" y="3664"/>
                  </a:cubicBezTo>
                  <a:cubicBezTo>
                    <a:pt x="3559" y="3664"/>
                    <a:pt x="3574" y="3661"/>
                    <a:pt x="3587" y="3655"/>
                  </a:cubicBezTo>
                  <a:cubicBezTo>
                    <a:pt x="3762" y="3582"/>
                    <a:pt x="3557" y="1459"/>
                    <a:pt x="3557" y="1459"/>
                  </a:cubicBezTo>
                  <a:cubicBezTo>
                    <a:pt x="3557" y="1459"/>
                    <a:pt x="1673" y="0"/>
                    <a:pt x="1007" y="0"/>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2" name="Google Shape;1290;p49"/>
            <p:cNvSpPr/>
            <p:nvPr/>
          </p:nvSpPr>
          <p:spPr>
            <a:xfrm flipH="1">
              <a:off x="5302080" y="2508120"/>
              <a:ext cx="1096560" cy="2262240"/>
            </a:xfrm>
            <a:custGeom>
              <a:avLst/>
              <a:gdLst>
                <a:gd name="textAreaLeft" fmla="*/ 360 w 1096560"/>
                <a:gd name="textAreaRight" fmla="*/ 1097280 w 1096560"/>
                <a:gd name="textAreaTop" fmla="*/ 0 h 2262240"/>
                <a:gd name="textAreaBottom" fmla="*/ 2262600 h 2262240"/>
              </a:gdLst>
              <a:ahLst/>
              <a:cxnLst/>
              <a:rect l="textAreaLeft" t="textAreaTop" r="textAreaRight" b="textAreaBottom"/>
              <a:pathLst>
                <a:path w="15445" h="31857">
                  <a:moveTo>
                    <a:pt x="6251" y="1"/>
                  </a:moveTo>
                  <a:lnTo>
                    <a:pt x="0" y="2124"/>
                  </a:lnTo>
                  <a:cubicBezTo>
                    <a:pt x="0" y="2124"/>
                    <a:pt x="3470" y="18154"/>
                    <a:pt x="11844" y="31856"/>
                  </a:cubicBezTo>
                  <a:lnTo>
                    <a:pt x="15445" y="29895"/>
                  </a:lnTo>
                  <a:cubicBezTo>
                    <a:pt x="15445" y="29895"/>
                    <a:pt x="5929" y="9956"/>
                    <a:pt x="625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3" name="Google Shape;1291;p49"/>
            <p:cNvSpPr/>
            <p:nvPr/>
          </p:nvSpPr>
          <p:spPr>
            <a:xfrm flipH="1">
              <a:off x="6140520" y="2320920"/>
              <a:ext cx="165960" cy="180000"/>
            </a:xfrm>
            <a:custGeom>
              <a:avLst/>
              <a:gdLst>
                <a:gd name="textAreaLeft" fmla="*/ -360 w 165960"/>
                <a:gd name="textAreaRight" fmla="*/ 165960 w 165960"/>
                <a:gd name="textAreaTop" fmla="*/ 0 h 180000"/>
                <a:gd name="textAreaBottom" fmla="*/ 180360 h 180000"/>
              </a:gdLst>
              <a:ahLst/>
              <a:cxnLst/>
              <a:rect l="textAreaLeft" t="textAreaTop" r="textAreaRight" b="textAreaBottom"/>
              <a:pathLst>
                <a:path w="2343" h="2539">
                  <a:moveTo>
                    <a:pt x="162" y="1"/>
                  </a:moveTo>
                  <a:cubicBezTo>
                    <a:pt x="162" y="1"/>
                    <a:pt x="279" y="15"/>
                    <a:pt x="469" y="30"/>
                  </a:cubicBezTo>
                  <a:cubicBezTo>
                    <a:pt x="689" y="59"/>
                    <a:pt x="981" y="74"/>
                    <a:pt x="1333" y="103"/>
                  </a:cubicBezTo>
                  <a:cubicBezTo>
                    <a:pt x="1523" y="132"/>
                    <a:pt x="1713" y="147"/>
                    <a:pt x="1933" y="162"/>
                  </a:cubicBezTo>
                  <a:cubicBezTo>
                    <a:pt x="2050" y="176"/>
                    <a:pt x="2153" y="176"/>
                    <a:pt x="2211" y="250"/>
                  </a:cubicBezTo>
                  <a:cubicBezTo>
                    <a:pt x="2270" y="323"/>
                    <a:pt x="2270" y="440"/>
                    <a:pt x="2270" y="572"/>
                  </a:cubicBezTo>
                  <a:cubicBezTo>
                    <a:pt x="2270" y="806"/>
                    <a:pt x="2270" y="1055"/>
                    <a:pt x="2211" y="1318"/>
                  </a:cubicBezTo>
                  <a:cubicBezTo>
                    <a:pt x="2153" y="1567"/>
                    <a:pt x="2050" y="1831"/>
                    <a:pt x="1860" y="2006"/>
                  </a:cubicBezTo>
                  <a:cubicBezTo>
                    <a:pt x="1684" y="2197"/>
                    <a:pt x="1421" y="2328"/>
                    <a:pt x="1186" y="2372"/>
                  </a:cubicBezTo>
                  <a:cubicBezTo>
                    <a:pt x="1062" y="2402"/>
                    <a:pt x="934" y="2420"/>
                    <a:pt x="811" y="2420"/>
                  </a:cubicBezTo>
                  <a:cubicBezTo>
                    <a:pt x="689" y="2420"/>
                    <a:pt x="571" y="2402"/>
                    <a:pt x="469" y="2358"/>
                  </a:cubicBezTo>
                  <a:cubicBezTo>
                    <a:pt x="279" y="2255"/>
                    <a:pt x="176" y="2036"/>
                    <a:pt x="147" y="1831"/>
                  </a:cubicBezTo>
                  <a:cubicBezTo>
                    <a:pt x="103" y="1626"/>
                    <a:pt x="132" y="1421"/>
                    <a:pt x="132" y="1245"/>
                  </a:cubicBezTo>
                  <a:cubicBezTo>
                    <a:pt x="147" y="879"/>
                    <a:pt x="205" y="586"/>
                    <a:pt x="235" y="381"/>
                  </a:cubicBezTo>
                  <a:cubicBezTo>
                    <a:pt x="293" y="176"/>
                    <a:pt x="308" y="74"/>
                    <a:pt x="308" y="74"/>
                  </a:cubicBezTo>
                  <a:lnTo>
                    <a:pt x="308" y="74"/>
                  </a:lnTo>
                  <a:cubicBezTo>
                    <a:pt x="308" y="74"/>
                    <a:pt x="293" y="89"/>
                    <a:pt x="249" y="176"/>
                  </a:cubicBezTo>
                  <a:cubicBezTo>
                    <a:pt x="235" y="220"/>
                    <a:pt x="220" y="308"/>
                    <a:pt x="176" y="396"/>
                  </a:cubicBezTo>
                  <a:cubicBezTo>
                    <a:pt x="118" y="601"/>
                    <a:pt x="74" y="894"/>
                    <a:pt x="30" y="1260"/>
                  </a:cubicBezTo>
                  <a:cubicBezTo>
                    <a:pt x="15" y="1450"/>
                    <a:pt x="1" y="1640"/>
                    <a:pt x="30" y="1860"/>
                  </a:cubicBezTo>
                  <a:cubicBezTo>
                    <a:pt x="44" y="1977"/>
                    <a:pt x="88" y="2080"/>
                    <a:pt x="147" y="2197"/>
                  </a:cubicBezTo>
                  <a:cubicBezTo>
                    <a:pt x="220" y="2284"/>
                    <a:pt x="308" y="2402"/>
                    <a:pt x="410" y="2446"/>
                  </a:cubicBezTo>
                  <a:cubicBezTo>
                    <a:pt x="540" y="2514"/>
                    <a:pt x="673" y="2539"/>
                    <a:pt x="808" y="2539"/>
                  </a:cubicBezTo>
                  <a:cubicBezTo>
                    <a:pt x="933" y="2539"/>
                    <a:pt x="1060" y="2518"/>
                    <a:pt x="1186" y="2489"/>
                  </a:cubicBezTo>
                  <a:cubicBezTo>
                    <a:pt x="1435" y="2416"/>
                    <a:pt x="1713" y="2284"/>
                    <a:pt x="1918" y="2080"/>
                  </a:cubicBezTo>
                  <a:cubicBezTo>
                    <a:pt x="2123" y="1860"/>
                    <a:pt x="2226" y="1596"/>
                    <a:pt x="2284" y="1333"/>
                  </a:cubicBezTo>
                  <a:cubicBezTo>
                    <a:pt x="2343" y="1055"/>
                    <a:pt x="2343" y="806"/>
                    <a:pt x="2343" y="572"/>
                  </a:cubicBezTo>
                  <a:cubicBezTo>
                    <a:pt x="2343" y="455"/>
                    <a:pt x="2343" y="308"/>
                    <a:pt x="2270" y="206"/>
                  </a:cubicBezTo>
                  <a:cubicBezTo>
                    <a:pt x="2226" y="132"/>
                    <a:pt x="2153" y="103"/>
                    <a:pt x="2109" y="89"/>
                  </a:cubicBezTo>
                  <a:cubicBezTo>
                    <a:pt x="2050" y="74"/>
                    <a:pt x="1991" y="74"/>
                    <a:pt x="1933" y="74"/>
                  </a:cubicBezTo>
                  <a:cubicBezTo>
                    <a:pt x="1713" y="59"/>
                    <a:pt x="1523" y="59"/>
                    <a:pt x="1333" y="30"/>
                  </a:cubicBezTo>
                  <a:cubicBezTo>
                    <a:pt x="981" y="15"/>
                    <a:pt x="689" y="15"/>
                    <a:pt x="469" y="1"/>
                  </a:cubicBezTo>
                  <a:close/>
                </a:path>
              </a:pathLst>
            </a:custGeom>
            <a:solidFill>
              <a:srgbClr val="007373"/>
            </a:solidFill>
            <a:ln w="0">
              <a:noFill/>
            </a:ln>
          </p:spPr>
          <p:style>
            <a:lnRef idx="0">
              <a:scrgbClr r="0" g="0" b="0"/>
            </a:lnRef>
            <a:fillRef idx="0">
              <a:scrgbClr r="0" g="0" b="0"/>
            </a:fillRef>
            <a:effectRef idx="0">
              <a:scrgbClr r="0" g="0" b="0"/>
            </a:effectRef>
            <a:fontRef idx="minor"/>
          </p:style>
          <p:txBody>
            <a:bodyPr tIns="90000" bIns="90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4" name="Google Shape;1292;p49"/>
            <p:cNvSpPr/>
            <p:nvPr/>
          </p:nvSpPr>
          <p:spPr>
            <a:xfrm flipH="1">
              <a:off x="5166360" y="4623480"/>
              <a:ext cx="390600" cy="146880"/>
            </a:xfrm>
            <a:custGeom>
              <a:avLst/>
              <a:gdLst>
                <a:gd name="textAreaLeft" fmla="*/ -360 w 390600"/>
                <a:gd name="textAreaRight" fmla="*/ 390600 w 390600"/>
                <a:gd name="textAreaTop" fmla="*/ 0 h 146880"/>
                <a:gd name="textAreaBottom" fmla="*/ 147240 h 146880"/>
              </a:gdLst>
              <a:ahLst/>
              <a:cxnLst/>
              <a:rect l="textAreaLeft" t="textAreaTop" r="textAreaRight" b="textAreaBottom"/>
              <a:pathLst>
                <a:path w="5506" h="2073">
                  <a:moveTo>
                    <a:pt x="4908" y="0"/>
                  </a:moveTo>
                  <a:cubicBezTo>
                    <a:pt x="4370" y="0"/>
                    <a:pt x="3602" y="111"/>
                    <a:pt x="3602" y="111"/>
                  </a:cubicBezTo>
                  <a:lnTo>
                    <a:pt x="1" y="2072"/>
                  </a:lnTo>
                  <a:cubicBezTo>
                    <a:pt x="1" y="2072"/>
                    <a:pt x="5505" y="374"/>
                    <a:pt x="5417" y="111"/>
                  </a:cubicBezTo>
                  <a:cubicBezTo>
                    <a:pt x="5388" y="28"/>
                    <a:pt x="5176" y="0"/>
                    <a:pt x="490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3440" bIns="73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5" name="Google Shape;1293;p49"/>
            <p:cNvSpPr/>
            <p:nvPr/>
          </p:nvSpPr>
          <p:spPr>
            <a:xfrm flipH="1">
              <a:off x="5122800" y="1558800"/>
              <a:ext cx="912600" cy="826920"/>
            </a:xfrm>
            <a:custGeom>
              <a:avLst/>
              <a:gdLst>
                <a:gd name="textAreaLeft" fmla="*/ -360 w 912600"/>
                <a:gd name="textAreaRight" fmla="*/ 912600 w 912600"/>
                <a:gd name="textAreaTop" fmla="*/ 0 h 826920"/>
                <a:gd name="textAreaBottom" fmla="*/ 827280 h 826920"/>
              </a:gdLst>
              <a:ahLst/>
              <a:cxnLst/>
              <a:rect l="textAreaLeft" t="textAreaTop" r="textAreaRight" b="textAreaBottom"/>
              <a:pathLst>
                <a:path w="12854" h="1165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6" name="Google Shape;1294;p49"/>
            <p:cNvSpPr/>
            <p:nvPr/>
          </p:nvSpPr>
          <p:spPr>
            <a:xfrm flipH="1">
              <a:off x="5646240" y="1543680"/>
              <a:ext cx="831600" cy="1160280"/>
            </a:xfrm>
            <a:custGeom>
              <a:avLst/>
              <a:gdLst>
                <a:gd name="textAreaLeft" fmla="*/ 360 w 831600"/>
                <a:gd name="textAreaRight" fmla="*/ 832320 w 831600"/>
                <a:gd name="textAreaTop" fmla="*/ 0 h 1160280"/>
                <a:gd name="textAreaBottom" fmla="*/ 1160640 h 1160280"/>
              </a:gdLst>
              <a:ahLst/>
              <a:cxnLst/>
              <a:rect l="textAreaLeft" t="textAreaTop" r="textAreaRight" b="textAreaBottom"/>
              <a:pathLst>
                <a:path w="11713" h="16342">
                  <a:moveTo>
                    <a:pt x="6680" y="0"/>
                  </a:moveTo>
                  <a:cubicBezTo>
                    <a:pt x="5073" y="0"/>
                    <a:pt x="3107" y="146"/>
                    <a:pt x="2050" y="725"/>
                  </a:cubicBezTo>
                  <a:cubicBezTo>
                    <a:pt x="2050" y="725"/>
                    <a:pt x="308" y="1501"/>
                    <a:pt x="1" y="2526"/>
                  </a:cubicBezTo>
                  <a:lnTo>
                    <a:pt x="1143" y="10607"/>
                  </a:lnTo>
                  <a:lnTo>
                    <a:pt x="850" y="15702"/>
                  </a:lnTo>
                  <a:cubicBezTo>
                    <a:pt x="850" y="15702"/>
                    <a:pt x="2405" y="16341"/>
                    <a:pt x="4371" y="16341"/>
                  </a:cubicBezTo>
                  <a:cubicBezTo>
                    <a:pt x="5608" y="16341"/>
                    <a:pt x="7009" y="16088"/>
                    <a:pt x="8287" y="15262"/>
                  </a:cubicBezTo>
                  <a:cubicBezTo>
                    <a:pt x="8287" y="15262"/>
                    <a:pt x="9946" y="15816"/>
                    <a:pt x="11017" y="15816"/>
                  </a:cubicBezTo>
                  <a:cubicBezTo>
                    <a:pt x="11307" y="15816"/>
                    <a:pt x="11553" y="15775"/>
                    <a:pt x="11712" y="15672"/>
                  </a:cubicBezTo>
                  <a:lnTo>
                    <a:pt x="10600" y="9319"/>
                  </a:lnTo>
                  <a:cubicBezTo>
                    <a:pt x="10283" y="7334"/>
                    <a:pt x="10023" y="191"/>
                    <a:pt x="9417" y="191"/>
                  </a:cubicBezTo>
                  <a:cubicBezTo>
                    <a:pt x="9407" y="191"/>
                    <a:pt x="9396" y="194"/>
                    <a:pt x="9385" y="198"/>
                  </a:cubicBezTo>
                  <a:cubicBezTo>
                    <a:pt x="9372" y="206"/>
                    <a:pt x="9359" y="209"/>
                    <a:pt x="9346" y="209"/>
                  </a:cubicBezTo>
                  <a:cubicBezTo>
                    <a:pt x="9285" y="209"/>
                    <a:pt x="9223" y="137"/>
                    <a:pt x="9150" y="125"/>
                  </a:cubicBezTo>
                  <a:cubicBezTo>
                    <a:pt x="8875" y="81"/>
                    <a:pt x="7877" y="0"/>
                    <a:pt x="66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7" name="Google Shape;1295;p49"/>
            <p:cNvSpPr/>
            <p:nvPr/>
          </p:nvSpPr>
          <p:spPr>
            <a:xfrm flipH="1">
              <a:off x="5950080" y="1542240"/>
              <a:ext cx="270000" cy="536040"/>
            </a:xfrm>
            <a:custGeom>
              <a:avLst/>
              <a:gdLst>
                <a:gd name="textAreaLeft" fmla="*/ 360 w 270000"/>
                <a:gd name="textAreaRight" fmla="*/ 270720 w 270000"/>
                <a:gd name="textAreaTop" fmla="*/ 0 h 536040"/>
                <a:gd name="textAreaBottom" fmla="*/ 536400 h 536040"/>
              </a:gdLst>
              <a:ahLst/>
              <a:cxnLst/>
              <a:rect l="textAreaLeft" t="textAreaTop" r="textAreaRight" b="textAreaBottom"/>
              <a:pathLst>
                <a:path w="3807" h="7554">
                  <a:moveTo>
                    <a:pt x="2867" y="0"/>
                  </a:moveTo>
                  <a:cubicBezTo>
                    <a:pt x="1934" y="0"/>
                    <a:pt x="564" y="41"/>
                    <a:pt x="0" y="263"/>
                  </a:cubicBezTo>
                  <a:lnTo>
                    <a:pt x="3806" y="7554"/>
                  </a:lnTo>
                  <a:lnTo>
                    <a:pt x="3806" y="14"/>
                  </a:lnTo>
                  <a:cubicBezTo>
                    <a:pt x="3806" y="14"/>
                    <a:pt x="3411" y="0"/>
                    <a:pt x="286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8" name="Google Shape;1296;p49"/>
            <p:cNvSpPr/>
            <p:nvPr/>
          </p:nvSpPr>
          <p:spPr>
            <a:xfrm flipH="1">
              <a:off x="5920920" y="1097280"/>
              <a:ext cx="431280" cy="548280"/>
            </a:xfrm>
            <a:custGeom>
              <a:avLst/>
              <a:gdLst>
                <a:gd name="textAreaLeft" fmla="*/ 360 w 431280"/>
                <a:gd name="textAreaRight" fmla="*/ 432000 w 431280"/>
                <a:gd name="textAreaTop" fmla="*/ 0 h 548280"/>
                <a:gd name="textAreaBottom" fmla="*/ 548640 h 548280"/>
              </a:gdLst>
              <a:ahLst/>
              <a:cxnLst/>
              <a:rect l="textAreaLeft" t="textAreaTop" r="textAreaRight" b="textAreaBottom"/>
              <a:pathLst>
                <a:path w="6076" h="7727">
                  <a:moveTo>
                    <a:pt x="2782" y="0"/>
                  </a:moveTo>
                  <a:lnTo>
                    <a:pt x="1200" y="44"/>
                  </a:lnTo>
                  <a:cubicBezTo>
                    <a:pt x="1200" y="44"/>
                    <a:pt x="293" y="59"/>
                    <a:pt x="293" y="498"/>
                  </a:cubicBezTo>
                  <a:cubicBezTo>
                    <a:pt x="293" y="498"/>
                    <a:pt x="0" y="5885"/>
                    <a:pt x="1713" y="5958"/>
                  </a:cubicBezTo>
                  <a:lnTo>
                    <a:pt x="2738" y="5958"/>
                  </a:lnTo>
                  <a:lnTo>
                    <a:pt x="2738" y="6720"/>
                  </a:lnTo>
                  <a:cubicBezTo>
                    <a:pt x="2738" y="6983"/>
                    <a:pt x="2855" y="7217"/>
                    <a:pt x="3074" y="7349"/>
                  </a:cubicBezTo>
                  <a:cubicBezTo>
                    <a:pt x="3364" y="7521"/>
                    <a:pt x="3783" y="7727"/>
                    <a:pt x="4206" y="7727"/>
                  </a:cubicBezTo>
                  <a:cubicBezTo>
                    <a:pt x="4466" y="7727"/>
                    <a:pt x="4728" y="7649"/>
                    <a:pt x="4963" y="7437"/>
                  </a:cubicBezTo>
                  <a:cubicBezTo>
                    <a:pt x="5256" y="7188"/>
                    <a:pt x="5387" y="6778"/>
                    <a:pt x="5343" y="6397"/>
                  </a:cubicBezTo>
                  <a:lnTo>
                    <a:pt x="5124" y="3513"/>
                  </a:lnTo>
                  <a:cubicBezTo>
                    <a:pt x="5124" y="3513"/>
                    <a:pt x="6075" y="3323"/>
                    <a:pt x="5900" y="2328"/>
                  </a:cubicBezTo>
                  <a:cubicBezTo>
                    <a:pt x="5801" y="1797"/>
                    <a:pt x="5528" y="1643"/>
                    <a:pt x="5245" y="1643"/>
                  </a:cubicBezTo>
                  <a:cubicBezTo>
                    <a:pt x="4857" y="1643"/>
                    <a:pt x="4450" y="1932"/>
                    <a:pt x="4450" y="1932"/>
                  </a:cubicBezTo>
                  <a:lnTo>
                    <a:pt x="4450" y="1610"/>
                  </a:lnTo>
                  <a:cubicBezTo>
                    <a:pt x="4450" y="717"/>
                    <a:pt x="3718" y="0"/>
                    <a:pt x="2840" y="0"/>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9" name="Google Shape;1297;p49"/>
            <p:cNvSpPr/>
            <p:nvPr/>
          </p:nvSpPr>
          <p:spPr>
            <a:xfrm flipH="1">
              <a:off x="6239880" y="1278000"/>
              <a:ext cx="23760" cy="114120"/>
            </a:xfrm>
            <a:custGeom>
              <a:avLst/>
              <a:gdLst>
                <a:gd name="textAreaLeft" fmla="*/ 360 w 23760"/>
                <a:gd name="textAreaRight" fmla="*/ 24480 w 23760"/>
                <a:gd name="textAreaTop" fmla="*/ 0 h 114120"/>
                <a:gd name="textAreaBottom" fmla="*/ 114480 h 114120"/>
              </a:gdLst>
              <a:ahLst/>
              <a:cxnLst/>
              <a:rect l="textAreaLeft" t="textAreaTop" r="textAreaRight" b="textAreaBottom"/>
              <a:pathLst>
                <a:path w="338" h="1611">
                  <a:moveTo>
                    <a:pt x="74" y="0"/>
                  </a:moveTo>
                  <a:cubicBezTo>
                    <a:pt x="59" y="0"/>
                    <a:pt x="30" y="396"/>
                    <a:pt x="0" y="879"/>
                  </a:cubicBezTo>
                  <a:lnTo>
                    <a:pt x="0" y="1230"/>
                  </a:lnTo>
                  <a:cubicBezTo>
                    <a:pt x="0" y="1347"/>
                    <a:pt x="30" y="1450"/>
                    <a:pt x="74" y="1523"/>
                  </a:cubicBezTo>
                  <a:cubicBezTo>
                    <a:pt x="132" y="1596"/>
                    <a:pt x="205" y="1611"/>
                    <a:pt x="264" y="1611"/>
                  </a:cubicBezTo>
                  <a:cubicBezTo>
                    <a:pt x="308" y="1596"/>
                    <a:pt x="337" y="1581"/>
                    <a:pt x="337" y="1581"/>
                  </a:cubicBezTo>
                  <a:cubicBezTo>
                    <a:pt x="330" y="1574"/>
                    <a:pt x="319" y="1574"/>
                    <a:pt x="306" y="1574"/>
                  </a:cubicBezTo>
                  <a:cubicBezTo>
                    <a:pt x="293" y="1574"/>
                    <a:pt x="279" y="1574"/>
                    <a:pt x="264" y="1567"/>
                  </a:cubicBezTo>
                  <a:cubicBezTo>
                    <a:pt x="220" y="1567"/>
                    <a:pt x="176" y="1523"/>
                    <a:pt x="132" y="1464"/>
                  </a:cubicBezTo>
                  <a:cubicBezTo>
                    <a:pt x="74" y="1362"/>
                    <a:pt x="117" y="1113"/>
                    <a:pt x="117" y="879"/>
                  </a:cubicBezTo>
                  <a:cubicBezTo>
                    <a:pt x="117" y="396"/>
                    <a:pt x="117" y="0"/>
                    <a:pt x="7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0" name="Google Shape;1298;p49"/>
            <p:cNvSpPr/>
            <p:nvPr/>
          </p:nvSpPr>
          <p:spPr>
            <a:xfrm flipH="1">
              <a:off x="6171840" y="1281240"/>
              <a:ext cx="9000" cy="27720"/>
            </a:xfrm>
            <a:custGeom>
              <a:avLst/>
              <a:gdLst>
                <a:gd name="textAreaLeft" fmla="*/ -360 w 9000"/>
                <a:gd name="textAreaRight" fmla="*/ 9000 w 9000"/>
                <a:gd name="textAreaTop" fmla="*/ 0 h 27720"/>
                <a:gd name="textAreaBottom" fmla="*/ 28080 h 27720"/>
              </a:gdLst>
              <a:ahLst/>
              <a:cxnLst/>
              <a:rect l="textAreaLeft" t="textAreaTop" r="textAreaRight" b="textAreaBottom"/>
              <a:pathLst>
                <a:path w="133" h="396">
                  <a:moveTo>
                    <a:pt x="74" y="0"/>
                  </a:moveTo>
                  <a:cubicBezTo>
                    <a:pt x="45" y="0"/>
                    <a:pt x="16" y="88"/>
                    <a:pt x="16" y="205"/>
                  </a:cubicBezTo>
                  <a:cubicBezTo>
                    <a:pt x="1" y="308"/>
                    <a:pt x="16" y="395"/>
                    <a:pt x="59" y="395"/>
                  </a:cubicBezTo>
                  <a:cubicBezTo>
                    <a:pt x="74" y="395"/>
                    <a:pt x="118" y="308"/>
                    <a:pt x="118" y="205"/>
                  </a:cubicBezTo>
                  <a:cubicBezTo>
                    <a:pt x="133" y="88"/>
                    <a:pt x="118" y="0"/>
                    <a:pt x="7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1" name="Google Shape;1299;p49"/>
            <p:cNvSpPr/>
            <p:nvPr/>
          </p:nvSpPr>
          <p:spPr>
            <a:xfrm flipH="1">
              <a:off x="6295320" y="1280160"/>
              <a:ext cx="9000" cy="27720"/>
            </a:xfrm>
            <a:custGeom>
              <a:avLst/>
              <a:gdLst>
                <a:gd name="textAreaLeft" fmla="*/ -360 w 9000"/>
                <a:gd name="textAreaRight" fmla="*/ 9000 w 9000"/>
                <a:gd name="textAreaTop" fmla="*/ 0 h 27720"/>
                <a:gd name="textAreaBottom" fmla="*/ 28080 h 27720"/>
              </a:gdLst>
              <a:ahLst/>
              <a:cxnLst/>
              <a:rect l="textAreaLeft" t="textAreaTop" r="textAreaRight" b="textAreaBottom"/>
              <a:pathLst>
                <a:path w="133" h="396">
                  <a:moveTo>
                    <a:pt x="74" y="1"/>
                  </a:moveTo>
                  <a:cubicBezTo>
                    <a:pt x="45" y="1"/>
                    <a:pt x="30" y="74"/>
                    <a:pt x="30" y="191"/>
                  </a:cubicBezTo>
                  <a:cubicBezTo>
                    <a:pt x="1" y="308"/>
                    <a:pt x="30" y="396"/>
                    <a:pt x="59" y="396"/>
                  </a:cubicBezTo>
                  <a:cubicBezTo>
                    <a:pt x="74" y="396"/>
                    <a:pt x="118" y="308"/>
                    <a:pt x="118" y="191"/>
                  </a:cubicBezTo>
                  <a:cubicBezTo>
                    <a:pt x="133" y="88"/>
                    <a:pt x="118" y="1"/>
                    <a:pt x="7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2" name="Google Shape;1300;p49"/>
            <p:cNvSpPr/>
            <p:nvPr/>
          </p:nvSpPr>
          <p:spPr>
            <a:xfrm flipH="1">
              <a:off x="6093720" y="1478880"/>
              <a:ext cx="67320" cy="119160"/>
            </a:xfrm>
            <a:custGeom>
              <a:avLst/>
              <a:gdLst>
                <a:gd name="textAreaLeft" fmla="*/ -360 w 67320"/>
                <a:gd name="textAreaRight" fmla="*/ 67320 w 67320"/>
                <a:gd name="textAreaTop" fmla="*/ 0 h 119160"/>
                <a:gd name="textAreaBottom" fmla="*/ 119520 h 119160"/>
              </a:gdLst>
              <a:ahLst/>
              <a:cxnLst/>
              <a:rect l="textAreaLeft" t="textAreaTop" r="textAreaRight" b="textAreaBottom"/>
              <a:pathLst>
                <a:path w="952" h="1685">
                  <a:moveTo>
                    <a:pt x="937" y="1"/>
                  </a:moveTo>
                  <a:lnTo>
                    <a:pt x="937" y="1"/>
                  </a:lnTo>
                  <a:cubicBezTo>
                    <a:pt x="717" y="293"/>
                    <a:pt x="395" y="498"/>
                    <a:pt x="59" y="586"/>
                  </a:cubicBezTo>
                  <a:lnTo>
                    <a:pt x="29" y="586"/>
                  </a:lnTo>
                  <a:cubicBezTo>
                    <a:pt x="15" y="923"/>
                    <a:pt x="0" y="1143"/>
                    <a:pt x="59" y="1465"/>
                  </a:cubicBezTo>
                  <a:cubicBezTo>
                    <a:pt x="59" y="1479"/>
                    <a:pt x="103" y="1655"/>
                    <a:pt x="103" y="1684"/>
                  </a:cubicBezTo>
                  <a:cubicBezTo>
                    <a:pt x="103" y="1684"/>
                    <a:pt x="249" y="1626"/>
                    <a:pt x="351" y="1567"/>
                  </a:cubicBezTo>
                  <a:cubicBezTo>
                    <a:pt x="600" y="1421"/>
                    <a:pt x="791" y="1172"/>
                    <a:pt x="864" y="879"/>
                  </a:cubicBezTo>
                  <a:cubicBezTo>
                    <a:pt x="952" y="601"/>
                    <a:pt x="952" y="293"/>
                    <a:pt x="937"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59760" bIns="59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3" name="Google Shape;1301;p49"/>
            <p:cNvSpPr/>
            <p:nvPr/>
          </p:nvSpPr>
          <p:spPr>
            <a:xfrm flipH="1">
              <a:off x="5967720" y="1250280"/>
              <a:ext cx="56880" cy="75240"/>
            </a:xfrm>
            <a:custGeom>
              <a:avLst/>
              <a:gdLst>
                <a:gd name="textAreaLeft" fmla="*/ 360 w 56880"/>
                <a:gd name="textAreaRight" fmla="*/ 57600 w 56880"/>
                <a:gd name="textAreaTop" fmla="*/ 0 h 75240"/>
                <a:gd name="textAreaBottom" fmla="*/ 75600 h 75240"/>
              </a:gdLst>
              <a:ahLst/>
              <a:cxnLst/>
              <a:rect l="textAreaLeft" t="textAreaTop" r="textAreaRight" b="textAreaBottom"/>
              <a:pathLst>
                <a:path w="806" h="1063">
                  <a:moveTo>
                    <a:pt x="718" y="0"/>
                  </a:moveTo>
                  <a:cubicBezTo>
                    <a:pt x="718" y="0"/>
                    <a:pt x="630" y="0"/>
                    <a:pt x="498" y="59"/>
                  </a:cubicBezTo>
                  <a:cubicBezTo>
                    <a:pt x="366" y="102"/>
                    <a:pt x="205" y="234"/>
                    <a:pt x="103" y="454"/>
                  </a:cubicBezTo>
                  <a:lnTo>
                    <a:pt x="0" y="615"/>
                  </a:lnTo>
                  <a:lnTo>
                    <a:pt x="0" y="615"/>
                  </a:lnTo>
                  <a:lnTo>
                    <a:pt x="176" y="512"/>
                  </a:lnTo>
                  <a:cubicBezTo>
                    <a:pt x="185" y="507"/>
                    <a:pt x="194" y="502"/>
                    <a:pt x="203" y="496"/>
                  </a:cubicBezTo>
                  <a:lnTo>
                    <a:pt x="203" y="496"/>
                  </a:lnTo>
                  <a:lnTo>
                    <a:pt x="205" y="498"/>
                  </a:lnTo>
                  <a:cubicBezTo>
                    <a:pt x="206" y="497"/>
                    <a:pt x="206" y="495"/>
                    <a:pt x="207" y="494"/>
                  </a:cubicBezTo>
                  <a:lnTo>
                    <a:pt x="207" y="494"/>
                  </a:lnTo>
                  <a:cubicBezTo>
                    <a:pt x="270" y="456"/>
                    <a:pt x="333" y="420"/>
                    <a:pt x="396" y="395"/>
                  </a:cubicBezTo>
                  <a:cubicBezTo>
                    <a:pt x="413" y="391"/>
                    <a:pt x="431" y="389"/>
                    <a:pt x="448" y="389"/>
                  </a:cubicBezTo>
                  <a:cubicBezTo>
                    <a:pt x="542" y="389"/>
                    <a:pt x="620" y="455"/>
                    <a:pt x="645" y="542"/>
                  </a:cubicBezTo>
                  <a:cubicBezTo>
                    <a:pt x="689" y="644"/>
                    <a:pt x="645" y="747"/>
                    <a:pt x="615" y="820"/>
                  </a:cubicBezTo>
                  <a:cubicBezTo>
                    <a:pt x="513" y="981"/>
                    <a:pt x="410" y="1039"/>
                    <a:pt x="425" y="1054"/>
                  </a:cubicBezTo>
                  <a:cubicBezTo>
                    <a:pt x="425" y="1060"/>
                    <a:pt x="430" y="1063"/>
                    <a:pt x="438" y="1063"/>
                  </a:cubicBezTo>
                  <a:cubicBezTo>
                    <a:pt x="475" y="1063"/>
                    <a:pt x="584" y="1009"/>
                    <a:pt x="703" y="878"/>
                  </a:cubicBezTo>
                  <a:cubicBezTo>
                    <a:pt x="762" y="805"/>
                    <a:pt x="806" y="659"/>
                    <a:pt x="762" y="527"/>
                  </a:cubicBezTo>
                  <a:cubicBezTo>
                    <a:pt x="732" y="454"/>
                    <a:pt x="703" y="395"/>
                    <a:pt x="630" y="351"/>
                  </a:cubicBezTo>
                  <a:cubicBezTo>
                    <a:pt x="575" y="318"/>
                    <a:pt x="512" y="302"/>
                    <a:pt x="453" y="302"/>
                  </a:cubicBezTo>
                  <a:cubicBezTo>
                    <a:pt x="433" y="302"/>
                    <a:pt x="414" y="304"/>
                    <a:pt x="396" y="307"/>
                  </a:cubicBezTo>
                  <a:cubicBezTo>
                    <a:pt x="358" y="312"/>
                    <a:pt x="324" y="322"/>
                    <a:pt x="294" y="334"/>
                  </a:cubicBezTo>
                  <a:lnTo>
                    <a:pt x="294" y="334"/>
                  </a:lnTo>
                  <a:cubicBezTo>
                    <a:pt x="369" y="230"/>
                    <a:pt x="462" y="152"/>
                    <a:pt x="542" y="102"/>
                  </a:cubicBezTo>
                  <a:cubicBezTo>
                    <a:pt x="645" y="29"/>
                    <a:pt x="718" y="15"/>
                    <a:pt x="71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4" name="Google Shape;1302;p49"/>
            <p:cNvSpPr/>
            <p:nvPr/>
          </p:nvSpPr>
          <p:spPr>
            <a:xfrm flipH="1">
              <a:off x="6185880" y="1384200"/>
              <a:ext cx="64080" cy="51840"/>
            </a:xfrm>
            <a:custGeom>
              <a:avLst/>
              <a:gdLst>
                <a:gd name="textAreaLeft" fmla="*/ 360 w 64080"/>
                <a:gd name="textAreaRight" fmla="*/ 64800 w 64080"/>
                <a:gd name="textAreaTop" fmla="*/ 0 h 51840"/>
                <a:gd name="textAreaBottom" fmla="*/ 52200 h 51840"/>
              </a:gdLst>
              <a:ahLst/>
              <a:cxnLst/>
              <a:rect l="textAreaLeft" t="textAreaTop" r="textAreaRight" b="textAreaBottom"/>
              <a:pathLst>
                <a:path w="909" h="736">
                  <a:moveTo>
                    <a:pt x="879" y="1"/>
                  </a:moveTo>
                  <a:cubicBezTo>
                    <a:pt x="864" y="1"/>
                    <a:pt x="864" y="74"/>
                    <a:pt x="820" y="176"/>
                  </a:cubicBezTo>
                  <a:cubicBezTo>
                    <a:pt x="806" y="293"/>
                    <a:pt x="718" y="410"/>
                    <a:pt x="586" y="528"/>
                  </a:cubicBezTo>
                  <a:cubicBezTo>
                    <a:pt x="455" y="630"/>
                    <a:pt x="293" y="674"/>
                    <a:pt x="176" y="674"/>
                  </a:cubicBezTo>
                  <a:cubicBezTo>
                    <a:pt x="108" y="674"/>
                    <a:pt x="53" y="667"/>
                    <a:pt x="23" y="667"/>
                  </a:cubicBezTo>
                  <a:cubicBezTo>
                    <a:pt x="9" y="667"/>
                    <a:pt x="1" y="669"/>
                    <a:pt x="1" y="674"/>
                  </a:cubicBezTo>
                  <a:cubicBezTo>
                    <a:pt x="1" y="689"/>
                    <a:pt x="59" y="732"/>
                    <a:pt x="176" y="732"/>
                  </a:cubicBezTo>
                  <a:cubicBezTo>
                    <a:pt x="191" y="734"/>
                    <a:pt x="207" y="735"/>
                    <a:pt x="223" y="735"/>
                  </a:cubicBezTo>
                  <a:cubicBezTo>
                    <a:pt x="337" y="735"/>
                    <a:pt x="491" y="690"/>
                    <a:pt x="645" y="601"/>
                  </a:cubicBezTo>
                  <a:cubicBezTo>
                    <a:pt x="806" y="484"/>
                    <a:pt x="879" y="323"/>
                    <a:pt x="894" y="191"/>
                  </a:cubicBezTo>
                  <a:cubicBezTo>
                    <a:pt x="908" y="74"/>
                    <a:pt x="894" y="1"/>
                    <a:pt x="87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5" name="Google Shape;1303;p49"/>
            <p:cNvSpPr/>
            <p:nvPr/>
          </p:nvSpPr>
          <p:spPr>
            <a:xfrm flipH="1">
              <a:off x="6168240" y="1378080"/>
              <a:ext cx="33840" cy="21240"/>
            </a:xfrm>
            <a:custGeom>
              <a:avLst/>
              <a:gdLst>
                <a:gd name="textAreaLeft" fmla="*/ 360 w 33840"/>
                <a:gd name="textAreaRight" fmla="*/ 34560 w 33840"/>
                <a:gd name="textAreaTop" fmla="*/ 0 h 21240"/>
                <a:gd name="textAreaBottom" fmla="*/ 21600 h 21240"/>
              </a:gdLst>
              <a:ahLst/>
              <a:cxnLst/>
              <a:rect l="textAreaLeft" t="textAreaTop" r="textAreaRight" b="textAreaBottom"/>
              <a:pathLst>
                <a:path w="484" h="306">
                  <a:moveTo>
                    <a:pt x="146" y="0"/>
                  </a:moveTo>
                  <a:cubicBezTo>
                    <a:pt x="125" y="0"/>
                    <a:pt x="105" y="4"/>
                    <a:pt x="88" y="12"/>
                  </a:cubicBezTo>
                  <a:cubicBezTo>
                    <a:pt x="15" y="27"/>
                    <a:pt x="0" y="42"/>
                    <a:pt x="0" y="56"/>
                  </a:cubicBezTo>
                  <a:cubicBezTo>
                    <a:pt x="0" y="86"/>
                    <a:pt x="132" y="56"/>
                    <a:pt x="264" y="115"/>
                  </a:cubicBezTo>
                  <a:cubicBezTo>
                    <a:pt x="381" y="188"/>
                    <a:pt x="425" y="305"/>
                    <a:pt x="454" y="305"/>
                  </a:cubicBezTo>
                  <a:cubicBezTo>
                    <a:pt x="483" y="305"/>
                    <a:pt x="483" y="261"/>
                    <a:pt x="454" y="203"/>
                  </a:cubicBezTo>
                  <a:cubicBezTo>
                    <a:pt x="439" y="159"/>
                    <a:pt x="381" y="86"/>
                    <a:pt x="308" y="42"/>
                  </a:cubicBezTo>
                  <a:cubicBezTo>
                    <a:pt x="256" y="21"/>
                    <a:pt x="197" y="0"/>
                    <a:pt x="14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6" name="Google Shape;1304;p49"/>
            <p:cNvSpPr/>
            <p:nvPr/>
          </p:nvSpPr>
          <p:spPr>
            <a:xfrm flipH="1">
              <a:off x="5636880" y="2610720"/>
              <a:ext cx="780480" cy="83880"/>
            </a:xfrm>
            <a:custGeom>
              <a:avLst/>
              <a:gdLst>
                <a:gd name="textAreaLeft" fmla="*/ 360 w 780480"/>
                <a:gd name="textAreaRight" fmla="*/ 781200 w 780480"/>
                <a:gd name="textAreaTop" fmla="*/ 0 h 83880"/>
                <a:gd name="textAreaBottom" fmla="*/ 84240 h 83880"/>
              </a:gdLst>
              <a:ahLst/>
              <a:cxnLst/>
              <a:rect l="textAreaLeft" t="textAreaTop" r="textAreaRight" b="textAreaBottom"/>
              <a:pathLst>
                <a:path w="10995" h="1188">
                  <a:moveTo>
                    <a:pt x="7423" y="0"/>
                  </a:moveTo>
                  <a:lnTo>
                    <a:pt x="7408" y="30"/>
                  </a:lnTo>
                  <a:cubicBezTo>
                    <a:pt x="6969" y="440"/>
                    <a:pt x="6325" y="732"/>
                    <a:pt x="5637" y="908"/>
                  </a:cubicBezTo>
                  <a:cubicBezTo>
                    <a:pt x="5027" y="1035"/>
                    <a:pt x="4427" y="1098"/>
                    <a:pt x="3864" y="1098"/>
                  </a:cubicBezTo>
                  <a:cubicBezTo>
                    <a:pt x="3710" y="1098"/>
                    <a:pt x="3559" y="1093"/>
                    <a:pt x="3412" y="1084"/>
                  </a:cubicBezTo>
                  <a:cubicBezTo>
                    <a:pt x="2738" y="1055"/>
                    <a:pt x="2138" y="923"/>
                    <a:pt x="1626" y="806"/>
                  </a:cubicBezTo>
                  <a:cubicBezTo>
                    <a:pt x="1113" y="703"/>
                    <a:pt x="703" y="571"/>
                    <a:pt x="440" y="498"/>
                  </a:cubicBezTo>
                  <a:cubicBezTo>
                    <a:pt x="294" y="469"/>
                    <a:pt x="191" y="425"/>
                    <a:pt x="103" y="410"/>
                  </a:cubicBezTo>
                  <a:cubicBezTo>
                    <a:pt x="30" y="396"/>
                    <a:pt x="1" y="396"/>
                    <a:pt x="1" y="396"/>
                  </a:cubicBezTo>
                  <a:lnTo>
                    <a:pt x="1" y="396"/>
                  </a:lnTo>
                  <a:cubicBezTo>
                    <a:pt x="1" y="396"/>
                    <a:pt x="30" y="410"/>
                    <a:pt x="103" y="425"/>
                  </a:cubicBezTo>
                  <a:cubicBezTo>
                    <a:pt x="176" y="469"/>
                    <a:pt x="294" y="498"/>
                    <a:pt x="411" y="542"/>
                  </a:cubicBezTo>
                  <a:cubicBezTo>
                    <a:pt x="689" y="630"/>
                    <a:pt x="1099" y="762"/>
                    <a:pt x="1611" y="879"/>
                  </a:cubicBezTo>
                  <a:cubicBezTo>
                    <a:pt x="2123" y="1011"/>
                    <a:pt x="2724" y="1142"/>
                    <a:pt x="3412" y="1172"/>
                  </a:cubicBezTo>
                  <a:cubicBezTo>
                    <a:pt x="3574" y="1182"/>
                    <a:pt x="3741" y="1187"/>
                    <a:pt x="3911" y="1187"/>
                  </a:cubicBezTo>
                  <a:cubicBezTo>
                    <a:pt x="4461" y="1187"/>
                    <a:pt x="5048" y="1130"/>
                    <a:pt x="5652" y="996"/>
                  </a:cubicBezTo>
                  <a:cubicBezTo>
                    <a:pt x="6320" y="811"/>
                    <a:pt x="6961" y="530"/>
                    <a:pt x="7426" y="111"/>
                  </a:cubicBezTo>
                  <a:lnTo>
                    <a:pt x="7426" y="111"/>
                  </a:lnTo>
                  <a:cubicBezTo>
                    <a:pt x="8318" y="522"/>
                    <a:pt x="9173" y="738"/>
                    <a:pt x="9825" y="738"/>
                  </a:cubicBezTo>
                  <a:cubicBezTo>
                    <a:pt x="9885" y="738"/>
                    <a:pt x="9943" y="736"/>
                    <a:pt x="9999" y="732"/>
                  </a:cubicBezTo>
                  <a:cubicBezTo>
                    <a:pt x="10351" y="718"/>
                    <a:pt x="10585" y="586"/>
                    <a:pt x="10761" y="513"/>
                  </a:cubicBezTo>
                  <a:cubicBezTo>
                    <a:pt x="10849" y="484"/>
                    <a:pt x="10907" y="440"/>
                    <a:pt x="10936" y="425"/>
                  </a:cubicBezTo>
                  <a:cubicBezTo>
                    <a:pt x="10980" y="410"/>
                    <a:pt x="10995" y="396"/>
                    <a:pt x="10995" y="396"/>
                  </a:cubicBezTo>
                  <a:cubicBezTo>
                    <a:pt x="10995" y="390"/>
                    <a:pt x="10992" y="388"/>
                    <a:pt x="10987" y="388"/>
                  </a:cubicBezTo>
                  <a:cubicBezTo>
                    <a:pt x="10961" y="388"/>
                    <a:pt x="10881" y="438"/>
                    <a:pt x="10761" y="498"/>
                  </a:cubicBezTo>
                  <a:cubicBezTo>
                    <a:pt x="10585" y="557"/>
                    <a:pt x="10351" y="659"/>
                    <a:pt x="10029" y="689"/>
                  </a:cubicBezTo>
                  <a:cubicBezTo>
                    <a:pt x="10008" y="689"/>
                    <a:pt x="9987" y="689"/>
                    <a:pt x="9966" y="689"/>
                  </a:cubicBezTo>
                  <a:cubicBezTo>
                    <a:pt x="9312" y="689"/>
                    <a:pt x="8417" y="469"/>
                    <a:pt x="7467" y="30"/>
                  </a:cubicBezTo>
                  <a:lnTo>
                    <a:pt x="7423" y="0"/>
                  </a:ln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7" name="Google Shape;1305;p49"/>
            <p:cNvSpPr/>
            <p:nvPr/>
          </p:nvSpPr>
          <p:spPr>
            <a:xfrm flipH="1">
              <a:off x="5889600" y="2064240"/>
              <a:ext cx="59040" cy="564120"/>
            </a:xfrm>
            <a:custGeom>
              <a:avLst/>
              <a:gdLst>
                <a:gd name="textAreaLeft" fmla="*/ 360 w 59040"/>
                <a:gd name="textAreaRight" fmla="*/ 59760 w 59040"/>
                <a:gd name="textAreaTop" fmla="*/ 0 h 564120"/>
                <a:gd name="textAreaBottom" fmla="*/ 564480 h 564120"/>
              </a:gdLst>
              <a:ahLst/>
              <a:cxnLst/>
              <a:rect l="textAreaLeft" t="textAreaTop" r="textAreaRight" b="textAreaBottom"/>
              <a:pathLst>
                <a:path w="835" h="7950">
                  <a:moveTo>
                    <a:pt x="15" y="1"/>
                  </a:moveTo>
                  <a:cubicBezTo>
                    <a:pt x="0" y="1"/>
                    <a:pt x="15" y="118"/>
                    <a:pt x="29" y="323"/>
                  </a:cubicBezTo>
                  <a:cubicBezTo>
                    <a:pt x="59" y="528"/>
                    <a:pt x="88" y="821"/>
                    <a:pt x="132" y="1157"/>
                  </a:cubicBezTo>
                  <a:cubicBezTo>
                    <a:pt x="205" y="1875"/>
                    <a:pt x="322" y="2855"/>
                    <a:pt x="439" y="3953"/>
                  </a:cubicBezTo>
                  <a:cubicBezTo>
                    <a:pt x="542" y="5051"/>
                    <a:pt x="644" y="6062"/>
                    <a:pt x="717" y="6779"/>
                  </a:cubicBezTo>
                  <a:cubicBezTo>
                    <a:pt x="732" y="7130"/>
                    <a:pt x="761" y="7423"/>
                    <a:pt x="791" y="7643"/>
                  </a:cubicBezTo>
                  <a:cubicBezTo>
                    <a:pt x="805" y="7848"/>
                    <a:pt x="820" y="7950"/>
                    <a:pt x="820" y="7950"/>
                  </a:cubicBezTo>
                  <a:cubicBezTo>
                    <a:pt x="835" y="7950"/>
                    <a:pt x="835" y="7848"/>
                    <a:pt x="835" y="7643"/>
                  </a:cubicBezTo>
                  <a:cubicBezTo>
                    <a:pt x="820" y="7438"/>
                    <a:pt x="805" y="7145"/>
                    <a:pt x="791" y="6779"/>
                  </a:cubicBezTo>
                  <a:cubicBezTo>
                    <a:pt x="747" y="6047"/>
                    <a:pt x="659" y="5051"/>
                    <a:pt x="542" y="3953"/>
                  </a:cubicBezTo>
                  <a:cubicBezTo>
                    <a:pt x="439" y="2855"/>
                    <a:pt x="308" y="1875"/>
                    <a:pt x="205" y="1157"/>
                  </a:cubicBezTo>
                  <a:cubicBezTo>
                    <a:pt x="147" y="821"/>
                    <a:pt x="103" y="528"/>
                    <a:pt x="73" y="323"/>
                  </a:cubicBezTo>
                  <a:cubicBezTo>
                    <a:pt x="59" y="118"/>
                    <a:pt x="15" y="1"/>
                    <a:pt x="1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8" name="Google Shape;1306;p49"/>
            <p:cNvSpPr/>
            <p:nvPr/>
          </p:nvSpPr>
          <p:spPr>
            <a:xfrm flipH="1">
              <a:off x="5865120" y="1543320"/>
              <a:ext cx="83880" cy="431280"/>
            </a:xfrm>
            <a:custGeom>
              <a:avLst/>
              <a:gdLst>
                <a:gd name="textAreaLeft" fmla="*/ -360 w 83880"/>
                <a:gd name="textAreaRight" fmla="*/ 83880 w 83880"/>
                <a:gd name="textAreaTop" fmla="*/ 0 h 431280"/>
                <a:gd name="textAreaBottom" fmla="*/ 431640 h 431280"/>
              </a:gdLst>
              <a:ahLst/>
              <a:cxnLst/>
              <a:rect l="textAreaLeft" t="textAreaTop" r="textAreaRight" b="textAreaBottom"/>
              <a:pathLst>
                <a:path w="1187" h="6076">
                  <a:moveTo>
                    <a:pt x="0" y="0"/>
                  </a:moveTo>
                  <a:lnTo>
                    <a:pt x="0" y="6076"/>
                  </a:lnTo>
                  <a:cubicBezTo>
                    <a:pt x="0" y="6076"/>
                    <a:pt x="1186" y="2518"/>
                    <a:pt x="923" y="1874"/>
                  </a:cubicBezTo>
                  <a:cubicBezTo>
                    <a:pt x="689" y="1245"/>
                    <a:pt x="0" y="0"/>
                    <a:pt x="0"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9" name="Google Shape;1307;p49"/>
            <p:cNvSpPr/>
            <p:nvPr/>
          </p:nvSpPr>
          <p:spPr>
            <a:xfrm flipH="1">
              <a:off x="5996880" y="1560960"/>
              <a:ext cx="272160" cy="431280"/>
            </a:xfrm>
            <a:custGeom>
              <a:avLst/>
              <a:gdLst>
                <a:gd name="textAreaLeft" fmla="*/ 360 w 272160"/>
                <a:gd name="textAreaRight" fmla="*/ 272880 w 272160"/>
                <a:gd name="textAreaTop" fmla="*/ 0 h 431280"/>
                <a:gd name="textAreaBottom" fmla="*/ 431640 h 431280"/>
              </a:gdLst>
              <a:ahLst/>
              <a:cxnLst/>
              <a:rect l="textAreaLeft" t="textAreaTop" r="textAreaRight" b="textAreaBottom"/>
              <a:pathLst>
                <a:path w="3836" h="6076">
                  <a:moveTo>
                    <a:pt x="688" y="0"/>
                  </a:moveTo>
                  <a:cubicBezTo>
                    <a:pt x="542" y="30"/>
                    <a:pt x="0" y="2167"/>
                    <a:pt x="556" y="2811"/>
                  </a:cubicBezTo>
                  <a:cubicBezTo>
                    <a:pt x="1171" y="3528"/>
                    <a:pt x="3836" y="6076"/>
                    <a:pt x="3836" y="6076"/>
                  </a:cubicBezTo>
                  <a:lnTo>
                    <a:pt x="688" y="0"/>
                  </a:ln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0" name="Google Shape;1308;p49"/>
            <p:cNvSpPr/>
            <p:nvPr/>
          </p:nvSpPr>
          <p:spPr>
            <a:xfrm flipH="1">
              <a:off x="6130080" y="2746080"/>
              <a:ext cx="175320" cy="125640"/>
            </a:xfrm>
            <a:custGeom>
              <a:avLst/>
              <a:gdLst>
                <a:gd name="textAreaLeft" fmla="*/ -360 w 175320"/>
                <a:gd name="textAreaRight" fmla="*/ 175320 w 175320"/>
                <a:gd name="textAreaTop" fmla="*/ 0 h 125640"/>
                <a:gd name="textAreaBottom" fmla="*/ 126000 h 125640"/>
              </a:gdLst>
              <a:ahLst/>
              <a:cxnLst/>
              <a:rect l="textAreaLeft" t="textAreaTop" r="textAreaRight" b="textAreaBottom"/>
              <a:pathLst>
                <a:path w="2475" h="1774">
                  <a:moveTo>
                    <a:pt x="2455" y="0"/>
                  </a:moveTo>
                  <a:cubicBezTo>
                    <a:pt x="2404" y="0"/>
                    <a:pt x="2040" y="576"/>
                    <a:pt x="1376" y="1056"/>
                  </a:cubicBezTo>
                  <a:cubicBezTo>
                    <a:pt x="674" y="1569"/>
                    <a:pt x="0" y="1730"/>
                    <a:pt x="15" y="1774"/>
                  </a:cubicBezTo>
                  <a:cubicBezTo>
                    <a:pt x="15" y="1774"/>
                    <a:pt x="205" y="1759"/>
                    <a:pt x="454" y="1657"/>
                  </a:cubicBezTo>
                  <a:cubicBezTo>
                    <a:pt x="732" y="1569"/>
                    <a:pt x="1083" y="1408"/>
                    <a:pt x="1420" y="1144"/>
                  </a:cubicBezTo>
                  <a:cubicBezTo>
                    <a:pt x="1772" y="895"/>
                    <a:pt x="2050" y="602"/>
                    <a:pt x="2211" y="383"/>
                  </a:cubicBezTo>
                  <a:cubicBezTo>
                    <a:pt x="2386" y="163"/>
                    <a:pt x="2474" y="2"/>
                    <a:pt x="2460" y="2"/>
                  </a:cubicBezTo>
                  <a:cubicBezTo>
                    <a:pt x="2459" y="1"/>
                    <a:pt x="2457" y="0"/>
                    <a:pt x="2455"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63000" bIns="63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1" name="Google Shape;1309;p49"/>
            <p:cNvSpPr/>
            <p:nvPr/>
          </p:nvSpPr>
          <p:spPr>
            <a:xfrm flipH="1">
              <a:off x="5465520" y="2832480"/>
              <a:ext cx="754560" cy="1900440"/>
            </a:xfrm>
            <a:custGeom>
              <a:avLst/>
              <a:gdLst>
                <a:gd name="textAreaLeft" fmla="*/ 360 w 754560"/>
                <a:gd name="textAreaRight" fmla="*/ 755280 w 754560"/>
                <a:gd name="textAreaTop" fmla="*/ 0 h 1900440"/>
                <a:gd name="textAreaBottom" fmla="*/ 1900800 h 1900440"/>
              </a:gdLst>
              <a:ahLst/>
              <a:cxnLst/>
              <a:rect l="textAreaLeft" t="textAreaTop" r="textAreaRight" b="textAreaBottom"/>
              <a:pathLst>
                <a:path w="10629" h="26762">
                  <a:moveTo>
                    <a:pt x="0" y="0"/>
                  </a:moveTo>
                  <a:lnTo>
                    <a:pt x="0" y="74"/>
                  </a:lnTo>
                  <a:cubicBezTo>
                    <a:pt x="15" y="132"/>
                    <a:pt x="15" y="205"/>
                    <a:pt x="30" y="293"/>
                  </a:cubicBezTo>
                  <a:cubicBezTo>
                    <a:pt x="73" y="498"/>
                    <a:pt x="103" y="776"/>
                    <a:pt x="161" y="1142"/>
                  </a:cubicBezTo>
                  <a:cubicBezTo>
                    <a:pt x="176" y="1318"/>
                    <a:pt x="220" y="1523"/>
                    <a:pt x="249" y="1742"/>
                  </a:cubicBezTo>
                  <a:cubicBezTo>
                    <a:pt x="293" y="1962"/>
                    <a:pt x="337" y="2196"/>
                    <a:pt x="395" y="2460"/>
                  </a:cubicBezTo>
                  <a:cubicBezTo>
                    <a:pt x="483" y="2958"/>
                    <a:pt x="600" y="3543"/>
                    <a:pt x="761" y="4173"/>
                  </a:cubicBezTo>
                  <a:cubicBezTo>
                    <a:pt x="835" y="4509"/>
                    <a:pt x="908" y="4831"/>
                    <a:pt x="996" y="5183"/>
                  </a:cubicBezTo>
                  <a:cubicBezTo>
                    <a:pt x="1098" y="5534"/>
                    <a:pt x="1186" y="5900"/>
                    <a:pt x="1289" y="6266"/>
                  </a:cubicBezTo>
                  <a:cubicBezTo>
                    <a:pt x="1493" y="7013"/>
                    <a:pt x="1757" y="7803"/>
                    <a:pt x="2006" y="8623"/>
                  </a:cubicBezTo>
                  <a:cubicBezTo>
                    <a:pt x="2562" y="10277"/>
                    <a:pt x="3221" y="12049"/>
                    <a:pt x="3997" y="13893"/>
                  </a:cubicBezTo>
                  <a:cubicBezTo>
                    <a:pt x="4787" y="15723"/>
                    <a:pt x="5607" y="17451"/>
                    <a:pt x="6383" y="19002"/>
                  </a:cubicBezTo>
                  <a:cubicBezTo>
                    <a:pt x="7144" y="20554"/>
                    <a:pt x="7876" y="21930"/>
                    <a:pt x="8520" y="23087"/>
                  </a:cubicBezTo>
                  <a:cubicBezTo>
                    <a:pt x="9150" y="24229"/>
                    <a:pt x="9677" y="25151"/>
                    <a:pt x="10043" y="25795"/>
                  </a:cubicBezTo>
                  <a:cubicBezTo>
                    <a:pt x="10219" y="26103"/>
                    <a:pt x="10365" y="26351"/>
                    <a:pt x="10467" y="26527"/>
                  </a:cubicBezTo>
                  <a:cubicBezTo>
                    <a:pt x="10497" y="26600"/>
                    <a:pt x="10541" y="26644"/>
                    <a:pt x="10570" y="26703"/>
                  </a:cubicBezTo>
                  <a:cubicBezTo>
                    <a:pt x="10585" y="26747"/>
                    <a:pt x="10614" y="26761"/>
                    <a:pt x="10614" y="26761"/>
                  </a:cubicBezTo>
                  <a:cubicBezTo>
                    <a:pt x="10614" y="26761"/>
                    <a:pt x="10585" y="26747"/>
                    <a:pt x="10628" y="26688"/>
                  </a:cubicBezTo>
                  <a:cubicBezTo>
                    <a:pt x="10585" y="26630"/>
                    <a:pt x="10555" y="26556"/>
                    <a:pt x="10511" y="26483"/>
                  </a:cubicBezTo>
                  <a:cubicBezTo>
                    <a:pt x="10424" y="26322"/>
                    <a:pt x="10292" y="26059"/>
                    <a:pt x="10116" y="25751"/>
                  </a:cubicBezTo>
                  <a:cubicBezTo>
                    <a:pt x="9765" y="25107"/>
                    <a:pt x="9252" y="24185"/>
                    <a:pt x="8638" y="23028"/>
                  </a:cubicBezTo>
                  <a:cubicBezTo>
                    <a:pt x="8008" y="21872"/>
                    <a:pt x="7276" y="20496"/>
                    <a:pt x="6515" y="18944"/>
                  </a:cubicBezTo>
                  <a:cubicBezTo>
                    <a:pt x="5739" y="17392"/>
                    <a:pt x="4919" y="15665"/>
                    <a:pt x="4129" y="13835"/>
                  </a:cubicBezTo>
                  <a:cubicBezTo>
                    <a:pt x="3338" y="11990"/>
                    <a:pt x="2665" y="10219"/>
                    <a:pt x="2123" y="8564"/>
                  </a:cubicBezTo>
                  <a:cubicBezTo>
                    <a:pt x="1845" y="7745"/>
                    <a:pt x="1581" y="6983"/>
                    <a:pt x="1391" y="6222"/>
                  </a:cubicBezTo>
                  <a:cubicBezTo>
                    <a:pt x="1289" y="5842"/>
                    <a:pt x="1186" y="5490"/>
                    <a:pt x="1098" y="5153"/>
                  </a:cubicBezTo>
                  <a:cubicBezTo>
                    <a:pt x="996" y="4817"/>
                    <a:pt x="908" y="4465"/>
                    <a:pt x="835" y="4158"/>
                  </a:cubicBezTo>
                  <a:cubicBezTo>
                    <a:pt x="674" y="3543"/>
                    <a:pt x="557" y="2958"/>
                    <a:pt x="454" y="2445"/>
                  </a:cubicBezTo>
                  <a:cubicBezTo>
                    <a:pt x="395" y="2182"/>
                    <a:pt x="337" y="1947"/>
                    <a:pt x="308" y="1728"/>
                  </a:cubicBezTo>
                  <a:cubicBezTo>
                    <a:pt x="264" y="1508"/>
                    <a:pt x="234" y="1303"/>
                    <a:pt x="191" y="1128"/>
                  </a:cubicBezTo>
                  <a:cubicBezTo>
                    <a:pt x="147" y="776"/>
                    <a:pt x="88" y="498"/>
                    <a:pt x="44" y="293"/>
                  </a:cubicBezTo>
                  <a:cubicBezTo>
                    <a:pt x="30" y="205"/>
                    <a:pt x="30" y="132"/>
                    <a:pt x="15" y="74"/>
                  </a:cubicBezTo>
                  <a:cubicBezTo>
                    <a:pt x="0" y="30"/>
                    <a:pt x="0" y="0"/>
                    <a:pt x="0"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2" name="Google Shape;1310;p49"/>
            <p:cNvSpPr/>
            <p:nvPr/>
          </p:nvSpPr>
          <p:spPr>
            <a:xfrm flipH="1">
              <a:off x="6258600" y="1720080"/>
              <a:ext cx="501840" cy="1440720"/>
            </a:xfrm>
            <a:custGeom>
              <a:avLst/>
              <a:gdLst>
                <a:gd name="textAreaLeft" fmla="*/ 360 w 501840"/>
                <a:gd name="textAreaRight" fmla="*/ 502560 w 501840"/>
                <a:gd name="textAreaTop" fmla="*/ 0 h 1440720"/>
                <a:gd name="textAreaBottom" fmla="*/ 1441080 h 1440720"/>
              </a:gdLst>
              <a:ahLst/>
              <a:cxnLst/>
              <a:rect l="textAreaLeft" t="textAreaTop" r="textAreaRight" b="textAreaBottom"/>
              <a:pathLst>
                <a:path w="7072" h="20291">
                  <a:moveTo>
                    <a:pt x="3953" y="0"/>
                  </a:moveTo>
                  <a:cubicBezTo>
                    <a:pt x="3953" y="0"/>
                    <a:pt x="1948" y="5768"/>
                    <a:pt x="1172" y="9150"/>
                  </a:cubicBezTo>
                  <a:cubicBezTo>
                    <a:pt x="264" y="13117"/>
                    <a:pt x="1" y="18519"/>
                    <a:pt x="1" y="18519"/>
                  </a:cubicBezTo>
                  <a:lnTo>
                    <a:pt x="3046" y="20290"/>
                  </a:lnTo>
                  <a:cubicBezTo>
                    <a:pt x="3046" y="20290"/>
                    <a:pt x="4393" y="11638"/>
                    <a:pt x="4715" y="10453"/>
                  </a:cubicBezTo>
                  <a:cubicBezTo>
                    <a:pt x="4978" y="9486"/>
                    <a:pt x="5783" y="6807"/>
                    <a:pt x="6471" y="4538"/>
                  </a:cubicBezTo>
                  <a:cubicBezTo>
                    <a:pt x="7072" y="2591"/>
                    <a:pt x="5930" y="512"/>
                    <a:pt x="39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3" name="Google Shape;1311;p49"/>
            <p:cNvSpPr/>
            <p:nvPr/>
          </p:nvSpPr>
          <p:spPr>
            <a:xfrm flipH="1">
              <a:off x="6305760" y="1713960"/>
              <a:ext cx="182880" cy="705240"/>
            </a:xfrm>
            <a:custGeom>
              <a:avLst/>
              <a:gdLst>
                <a:gd name="textAreaLeft" fmla="*/ 360 w 182880"/>
                <a:gd name="textAreaRight" fmla="*/ 183600 w 182880"/>
                <a:gd name="textAreaTop" fmla="*/ 0 h 705240"/>
                <a:gd name="textAreaBottom" fmla="*/ 705600 h 705240"/>
              </a:gdLst>
              <a:ahLst/>
              <a:cxnLst/>
              <a:rect l="textAreaLeft" t="textAreaTop" r="textAreaRight" b="textAreaBottom"/>
              <a:pathLst>
                <a:path w="2578" h="9937">
                  <a:moveTo>
                    <a:pt x="651" y="0"/>
                  </a:moveTo>
                  <a:cubicBezTo>
                    <a:pt x="574" y="0"/>
                    <a:pt x="503" y="5"/>
                    <a:pt x="440" y="11"/>
                  </a:cubicBezTo>
                  <a:cubicBezTo>
                    <a:pt x="147" y="55"/>
                    <a:pt x="1" y="143"/>
                    <a:pt x="1" y="143"/>
                  </a:cubicBezTo>
                  <a:cubicBezTo>
                    <a:pt x="2" y="144"/>
                    <a:pt x="4" y="145"/>
                    <a:pt x="8" y="145"/>
                  </a:cubicBezTo>
                  <a:cubicBezTo>
                    <a:pt x="43" y="145"/>
                    <a:pt x="188" y="81"/>
                    <a:pt x="455" y="55"/>
                  </a:cubicBezTo>
                  <a:cubicBezTo>
                    <a:pt x="492" y="53"/>
                    <a:pt x="532" y="52"/>
                    <a:pt x="574" y="52"/>
                  </a:cubicBezTo>
                  <a:cubicBezTo>
                    <a:pt x="860" y="52"/>
                    <a:pt x="1245" y="105"/>
                    <a:pt x="1640" y="348"/>
                  </a:cubicBezTo>
                  <a:cubicBezTo>
                    <a:pt x="1860" y="479"/>
                    <a:pt x="2080" y="670"/>
                    <a:pt x="2241" y="933"/>
                  </a:cubicBezTo>
                  <a:cubicBezTo>
                    <a:pt x="2416" y="1182"/>
                    <a:pt x="2504" y="1519"/>
                    <a:pt x="2504" y="1870"/>
                  </a:cubicBezTo>
                  <a:cubicBezTo>
                    <a:pt x="2519" y="2207"/>
                    <a:pt x="2446" y="2558"/>
                    <a:pt x="2372" y="2939"/>
                  </a:cubicBezTo>
                  <a:cubicBezTo>
                    <a:pt x="2299" y="3334"/>
                    <a:pt x="2226" y="3715"/>
                    <a:pt x="2153" y="4110"/>
                  </a:cubicBezTo>
                  <a:cubicBezTo>
                    <a:pt x="1845" y="5706"/>
                    <a:pt x="1567" y="7155"/>
                    <a:pt x="1362" y="8209"/>
                  </a:cubicBezTo>
                  <a:cubicBezTo>
                    <a:pt x="1274" y="8721"/>
                    <a:pt x="1201" y="9146"/>
                    <a:pt x="1143" y="9453"/>
                  </a:cubicBezTo>
                  <a:cubicBezTo>
                    <a:pt x="1133" y="9548"/>
                    <a:pt x="1124" y="9631"/>
                    <a:pt x="1114" y="9701"/>
                  </a:cubicBezTo>
                  <a:lnTo>
                    <a:pt x="1114" y="9701"/>
                  </a:lnTo>
                  <a:cubicBezTo>
                    <a:pt x="1126" y="9630"/>
                    <a:pt x="1142" y="9542"/>
                    <a:pt x="1172" y="9453"/>
                  </a:cubicBezTo>
                  <a:cubicBezTo>
                    <a:pt x="1216" y="9146"/>
                    <a:pt x="1318" y="8721"/>
                    <a:pt x="1421" y="8209"/>
                  </a:cubicBezTo>
                  <a:cubicBezTo>
                    <a:pt x="1626" y="7170"/>
                    <a:pt x="1919" y="5720"/>
                    <a:pt x="2226" y="4125"/>
                  </a:cubicBezTo>
                  <a:cubicBezTo>
                    <a:pt x="2299" y="3729"/>
                    <a:pt x="2372" y="3349"/>
                    <a:pt x="2446" y="2953"/>
                  </a:cubicBezTo>
                  <a:cubicBezTo>
                    <a:pt x="2519" y="2573"/>
                    <a:pt x="2577" y="2207"/>
                    <a:pt x="2577" y="1841"/>
                  </a:cubicBezTo>
                  <a:cubicBezTo>
                    <a:pt x="2577" y="1489"/>
                    <a:pt x="2489" y="1153"/>
                    <a:pt x="2299" y="875"/>
                  </a:cubicBezTo>
                  <a:cubicBezTo>
                    <a:pt x="2123" y="626"/>
                    <a:pt x="1904" y="421"/>
                    <a:pt x="1655" y="274"/>
                  </a:cubicBezTo>
                  <a:cubicBezTo>
                    <a:pt x="1288" y="56"/>
                    <a:pt x="930" y="0"/>
                    <a:pt x="651" y="0"/>
                  </a:cubicBezTo>
                  <a:close/>
                  <a:moveTo>
                    <a:pt x="1114" y="9701"/>
                  </a:moveTo>
                  <a:cubicBezTo>
                    <a:pt x="1108" y="9736"/>
                    <a:pt x="1104" y="9766"/>
                    <a:pt x="1099" y="9790"/>
                  </a:cubicBezTo>
                  <a:cubicBezTo>
                    <a:pt x="1099" y="9795"/>
                    <a:pt x="1099" y="9800"/>
                    <a:pt x="1099" y="9805"/>
                  </a:cubicBezTo>
                  <a:lnTo>
                    <a:pt x="1099" y="9805"/>
                  </a:lnTo>
                  <a:cubicBezTo>
                    <a:pt x="1099" y="9805"/>
                    <a:pt x="1099" y="9805"/>
                    <a:pt x="1099" y="9805"/>
                  </a:cubicBezTo>
                  <a:cubicBezTo>
                    <a:pt x="1104" y="9774"/>
                    <a:pt x="1109" y="9739"/>
                    <a:pt x="1114" y="9701"/>
                  </a:cubicBezTo>
                  <a:close/>
                  <a:moveTo>
                    <a:pt x="1099" y="9805"/>
                  </a:moveTo>
                  <a:lnTo>
                    <a:pt x="1099" y="9805"/>
                  </a:lnTo>
                  <a:cubicBezTo>
                    <a:pt x="1069" y="9893"/>
                    <a:pt x="1069" y="9936"/>
                    <a:pt x="1069" y="9936"/>
                  </a:cubicBezTo>
                  <a:cubicBezTo>
                    <a:pt x="1069" y="9936"/>
                    <a:pt x="1096" y="9897"/>
                    <a:pt x="1099" y="9805"/>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4" name="Google Shape;1312;p49"/>
            <p:cNvSpPr/>
            <p:nvPr/>
          </p:nvSpPr>
          <p:spPr>
            <a:xfrm flipH="1">
              <a:off x="6129720" y="2466000"/>
              <a:ext cx="202320" cy="7200"/>
            </a:xfrm>
            <a:custGeom>
              <a:avLst/>
              <a:gdLst>
                <a:gd name="textAreaLeft" fmla="*/ 360 w 202320"/>
                <a:gd name="textAreaRight" fmla="*/ 203040 w 202320"/>
                <a:gd name="textAreaTop" fmla="*/ 0 h 7200"/>
                <a:gd name="textAreaBottom" fmla="*/ 7560 h 7200"/>
              </a:gdLst>
              <a:ahLst/>
              <a:cxnLst/>
              <a:rect l="textAreaLeft" t="textAreaTop" r="textAreaRight" b="textAreaBottom"/>
              <a:pathLst>
                <a:path w="2855" h="105">
                  <a:moveTo>
                    <a:pt x="2295" y="1"/>
                  </a:moveTo>
                  <a:cubicBezTo>
                    <a:pt x="2055" y="1"/>
                    <a:pt x="1756" y="4"/>
                    <a:pt x="1435" y="10"/>
                  </a:cubicBezTo>
                  <a:cubicBezTo>
                    <a:pt x="644" y="25"/>
                    <a:pt x="0" y="40"/>
                    <a:pt x="0" y="83"/>
                  </a:cubicBezTo>
                  <a:cubicBezTo>
                    <a:pt x="0" y="94"/>
                    <a:pt x="322" y="104"/>
                    <a:pt x="790" y="104"/>
                  </a:cubicBezTo>
                  <a:cubicBezTo>
                    <a:pt x="984" y="104"/>
                    <a:pt x="1203" y="102"/>
                    <a:pt x="1435" y="98"/>
                  </a:cubicBezTo>
                  <a:cubicBezTo>
                    <a:pt x="2211" y="83"/>
                    <a:pt x="2855" y="69"/>
                    <a:pt x="2855" y="25"/>
                  </a:cubicBezTo>
                  <a:cubicBezTo>
                    <a:pt x="2855" y="8"/>
                    <a:pt x="2634" y="1"/>
                    <a:pt x="229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5" name="Google Shape;1313;p49"/>
            <p:cNvSpPr/>
            <p:nvPr/>
          </p:nvSpPr>
          <p:spPr>
            <a:xfrm flipH="1">
              <a:off x="6015240" y="1069920"/>
              <a:ext cx="328320" cy="182160"/>
            </a:xfrm>
            <a:custGeom>
              <a:avLst/>
              <a:gdLst>
                <a:gd name="textAreaLeft" fmla="*/ 360 w 328320"/>
                <a:gd name="textAreaRight" fmla="*/ 329040 w 328320"/>
                <a:gd name="textAreaTop" fmla="*/ 0 h 182160"/>
                <a:gd name="textAreaBottom" fmla="*/ 182520 h 182160"/>
              </a:gdLst>
              <a:ahLst/>
              <a:cxnLst/>
              <a:rect l="textAreaLeft" t="textAreaTop" r="textAreaRight" b="textAreaBottom"/>
              <a:pathLst>
                <a:path w="4627" h="2570">
                  <a:moveTo>
                    <a:pt x="1851" y="0"/>
                  </a:moveTo>
                  <a:cubicBezTo>
                    <a:pt x="1795" y="0"/>
                    <a:pt x="1739" y="2"/>
                    <a:pt x="1684" y="4"/>
                  </a:cubicBezTo>
                  <a:cubicBezTo>
                    <a:pt x="1083" y="48"/>
                    <a:pt x="469" y="268"/>
                    <a:pt x="0" y="634"/>
                  </a:cubicBezTo>
                  <a:lnTo>
                    <a:pt x="59" y="692"/>
                  </a:lnTo>
                  <a:cubicBezTo>
                    <a:pt x="937" y="1717"/>
                    <a:pt x="2181" y="2391"/>
                    <a:pt x="3514" y="2552"/>
                  </a:cubicBezTo>
                  <a:cubicBezTo>
                    <a:pt x="3623" y="2559"/>
                    <a:pt x="3733" y="2570"/>
                    <a:pt x="3838" y="2570"/>
                  </a:cubicBezTo>
                  <a:cubicBezTo>
                    <a:pt x="3942" y="2570"/>
                    <a:pt x="4041" y="2559"/>
                    <a:pt x="4128" y="2522"/>
                  </a:cubicBezTo>
                  <a:cubicBezTo>
                    <a:pt x="4451" y="2391"/>
                    <a:pt x="4626" y="2083"/>
                    <a:pt x="4626" y="1746"/>
                  </a:cubicBezTo>
                  <a:cubicBezTo>
                    <a:pt x="4626" y="1424"/>
                    <a:pt x="4480" y="1102"/>
                    <a:pt x="4260" y="868"/>
                  </a:cubicBezTo>
                  <a:cubicBezTo>
                    <a:pt x="4041" y="634"/>
                    <a:pt x="3748" y="473"/>
                    <a:pt x="3455" y="341"/>
                  </a:cubicBezTo>
                  <a:cubicBezTo>
                    <a:pt x="2963" y="129"/>
                    <a:pt x="2400" y="0"/>
                    <a:pt x="1851"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080" bIns="91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6" name="Google Shape;1314;p49"/>
            <p:cNvSpPr/>
            <p:nvPr/>
          </p:nvSpPr>
          <p:spPr>
            <a:xfrm flipH="1">
              <a:off x="4939560" y="1858320"/>
              <a:ext cx="278280" cy="349920"/>
            </a:xfrm>
            <a:custGeom>
              <a:avLst/>
              <a:gdLst>
                <a:gd name="textAreaLeft" fmla="*/ -360 w 278280"/>
                <a:gd name="textAreaRight" fmla="*/ 278280 w 278280"/>
                <a:gd name="textAreaTop" fmla="*/ 0 h 349920"/>
                <a:gd name="textAreaBottom" fmla="*/ 350280 h 349920"/>
              </a:gdLst>
              <a:ahLst/>
              <a:cxnLst/>
              <a:rect l="textAreaLeft" t="textAreaTop" r="textAreaRight" b="textAreaBottom"/>
              <a:pathLst>
                <a:path w="3924" h="4933">
                  <a:moveTo>
                    <a:pt x="1484" y="1"/>
                  </a:moveTo>
                  <a:cubicBezTo>
                    <a:pt x="1264" y="1"/>
                    <a:pt x="0" y="1861"/>
                    <a:pt x="0" y="1861"/>
                  </a:cubicBezTo>
                  <a:cubicBezTo>
                    <a:pt x="0" y="1861"/>
                    <a:pt x="710" y="4933"/>
                    <a:pt x="1286" y="4933"/>
                  </a:cubicBezTo>
                  <a:cubicBezTo>
                    <a:pt x="1306" y="4933"/>
                    <a:pt x="1327" y="4929"/>
                    <a:pt x="1347" y="4921"/>
                  </a:cubicBezTo>
                  <a:cubicBezTo>
                    <a:pt x="1347" y="4921"/>
                    <a:pt x="3499" y="3647"/>
                    <a:pt x="3631" y="3384"/>
                  </a:cubicBezTo>
                  <a:cubicBezTo>
                    <a:pt x="3665" y="3301"/>
                    <a:pt x="3562" y="3273"/>
                    <a:pt x="3411" y="3273"/>
                  </a:cubicBezTo>
                  <a:cubicBezTo>
                    <a:pt x="3107" y="3273"/>
                    <a:pt x="2606" y="3384"/>
                    <a:pt x="2606" y="3384"/>
                  </a:cubicBezTo>
                  <a:cubicBezTo>
                    <a:pt x="2606" y="3384"/>
                    <a:pt x="3704" y="2959"/>
                    <a:pt x="3821" y="2710"/>
                  </a:cubicBezTo>
                  <a:cubicBezTo>
                    <a:pt x="3865" y="2618"/>
                    <a:pt x="3710" y="2587"/>
                    <a:pt x="3485" y="2587"/>
                  </a:cubicBezTo>
                  <a:cubicBezTo>
                    <a:pt x="3034" y="2587"/>
                    <a:pt x="2298" y="2710"/>
                    <a:pt x="2298" y="2710"/>
                  </a:cubicBezTo>
                  <a:cubicBezTo>
                    <a:pt x="2298" y="2710"/>
                    <a:pt x="3923" y="2344"/>
                    <a:pt x="3850" y="1993"/>
                  </a:cubicBezTo>
                  <a:cubicBezTo>
                    <a:pt x="3822" y="1857"/>
                    <a:pt x="3530" y="1815"/>
                    <a:pt x="3184" y="1815"/>
                  </a:cubicBezTo>
                  <a:cubicBezTo>
                    <a:pt x="2635" y="1815"/>
                    <a:pt x="1947" y="1920"/>
                    <a:pt x="1947" y="1920"/>
                  </a:cubicBezTo>
                  <a:cubicBezTo>
                    <a:pt x="1947" y="1920"/>
                    <a:pt x="3806" y="1481"/>
                    <a:pt x="3792" y="1085"/>
                  </a:cubicBezTo>
                  <a:cubicBezTo>
                    <a:pt x="3792" y="981"/>
                    <a:pt x="3631" y="942"/>
                    <a:pt x="3392" y="942"/>
                  </a:cubicBezTo>
                  <a:cubicBezTo>
                    <a:pt x="2692" y="942"/>
                    <a:pt x="1318" y="1276"/>
                    <a:pt x="1318" y="1276"/>
                  </a:cubicBezTo>
                  <a:cubicBezTo>
                    <a:pt x="1786" y="676"/>
                    <a:pt x="1669" y="61"/>
                    <a:pt x="1493" y="2"/>
                  </a:cubicBezTo>
                  <a:cubicBezTo>
                    <a:pt x="1490" y="1"/>
                    <a:pt x="1487" y="1"/>
                    <a:pt x="1484" y="1"/>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7" name="Google Shape;1315;p49"/>
            <p:cNvSpPr/>
            <p:nvPr/>
          </p:nvSpPr>
          <p:spPr>
            <a:xfrm flipH="1">
              <a:off x="4974840" y="1579680"/>
              <a:ext cx="194040" cy="372960"/>
            </a:xfrm>
            <a:custGeom>
              <a:avLst/>
              <a:gdLst>
                <a:gd name="textAreaLeft" fmla="*/ -360 w 194040"/>
                <a:gd name="textAreaRight" fmla="*/ 194040 w 194040"/>
                <a:gd name="textAreaTop" fmla="*/ 0 h 372960"/>
                <a:gd name="textAreaBottom" fmla="*/ 373320 h 372960"/>
              </a:gdLst>
              <a:ahLst/>
              <a:cxnLst/>
              <a:rect l="textAreaLeft" t="textAreaTop" r="textAreaRight" b="textAreaBottom"/>
              <a:pathLst>
                <a:path w="2738" h="5257">
                  <a:moveTo>
                    <a:pt x="2211" y="1"/>
                  </a:moveTo>
                  <a:lnTo>
                    <a:pt x="2211" y="1"/>
                  </a:lnTo>
                  <a:cubicBezTo>
                    <a:pt x="1493" y="59"/>
                    <a:pt x="922" y="367"/>
                    <a:pt x="674" y="703"/>
                  </a:cubicBezTo>
                  <a:cubicBezTo>
                    <a:pt x="410" y="1026"/>
                    <a:pt x="161" y="1435"/>
                    <a:pt x="293" y="1831"/>
                  </a:cubicBezTo>
                  <a:cubicBezTo>
                    <a:pt x="439" y="2211"/>
                    <a:pt x="908" y="2460"/>
                    <a:pt x="952" y="2855"/>
                  </a:cubicBezTo>
                  <a:cubicBezTo>
                    <a:pt x="981" y="3324"/>
                    <a:pt x="483" y="3587"/>
                    <a:pt x="249" y="3953"/>
                  </a:cubicBezTo>
                  <a:cubicBezTo>
                    <a:pt x="0" y="4363"/>
                    <a:pt x="44" y="4934"/>
                    <a:pt x="381" y="5256"/>
                  </a:cubicBezTo>
                  <a:lnTo>
                    <a:pt x="2738" y="5256"/>
                  </a:lnTo>
                  <a:cubicBezTo>
                    <a:pt x="2533" y="5154"/>
                    <a:pt x="1991" y="4788"/>
                    <a:pt x="1815" y="4598"/>
                  </a:cubicBezTo>
                  <a:cubicBezTo>
                    <a:pt x="1654" y="4422"/>
                    <a:pt x="1567" y="4144"/>
                    <a:pt x="1654" y="3924"/>
                  </a:cubicBezTo>
                  <a:cubicBezTo>
                    <a:pt x="1742" y="3705"/>
                    <a:pt x="1991" y="3558"/>
                    <a:pt x="2167" y="3382"/>
                  </a:cubicBezTo>
                  <a:cubicBezTo>
                    <a:pt x="2621" y="2958"/>
                    <a:pt x="2679" y="2109"/>
                    <a:pt x="2196" y="1728"/>
                  </a:cubicBezTo>
                  <a:cubicBezTo>
                    <a:pt x="2006" y="1553"/>
                    <a:pt x="1757" y="1479"/>
                    <a:pt x="1567" y="1333"/>
                  </a:cubicBezTo>
                  <a:cubicBezTo>
                    <a:pt x="1069" y="952"/>
                    <a:pt x="1508" y="264"/>
                    <a:pt x="221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8" name="Google Shape;1316;p49"/>
            <p:cNvSpPr/>
            <p:nvPr/>
          </p:nvSpPr>
          <p:spPr>
            <a:xfrm flipH="1">
              <a:off x="4962240" y="1942560"/>
              <a:ext cx="199440" cy="232560"/>
            </a:xfrm>
            <a:custGeom>
              <a:avLst/>
              <a:gdLst>
                <a:gd name="textAreaLeft" fmla="*/ 360 w 199440"/>
                <a:gd name="textAreaRight" fmla="*/ 200160 w 199440"/>
                <a:gd name="textAreaTop" fmla="*/ 0 h 232560"/>
                <a:gd name="textAreaBottom" fmla="*/ 232920 h 232560"/>
              </a:gdLst>
              <a:ahLst/>
              <a:cxnLst/>
              <a:rect l="textAreaLeft" t="textAreaTop" r="textAreaRight" b="textAreaBottom"/>
              <a:pathLst>
                <a:path w="2811" h="3281">
                  <a:moveTo>
                    <a:pt x="0" y="1"/>
                  </a:moveTo>
                  <a:lnTo>
                    <a:pt x="498" y="3280"/>
                  </a:lnTo>
                  <a:lnTo>
                    <a:pt x="2343" y="3280"/>
                  </a:lnTo>
                  <a:cubicBezTo>
                    <a:pt x="2225" y="3280"/>
                    <a:pt x="2811" y="1"/>
                    <a:pt x="281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9" name="Google Shape;1317;p49"/>
            <p:cNvSpPr/>
            <p:nvPr/>
          </p:nvSpPr>
          <p:spPr>
            <a:xfrm rot="19596000">
              <a:off x="5669640" y="762120"/>
              <a:ext cx="66600" cy="167760"/>
            </a:xfrm>
            <a:custGeom>
              <a:avLst/>
              <a:gdLst>
                <a:gd name="textAreaLeft" fmla="*/ 0 w 66600"/>
                <a:gd name="textAreaRight" fmla="*/ 66960 w 66600"/>
                <a:gd name="textAreaTop" fmla="*/ 0 h 167760"/>
                <a:gd name="textAreaBottom" fmla="*/ 168120 h 167760"/>
              </a:gdLst>
              <a:ahLst/>
              <a:cxnLst/>
              <a:rect l="textAreaLeft" t="textAreaTop" r="textAreaRight" b="textAreaBottom"/>
              <a:pathLst>
                <a:path w="542" h="1362">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0" name="Google Shape;1318;p49"/>
            <p:cNvSpPr/>
            <p:nvPr/>
          </p:nvSpPr>
          <p:spPr>
            <a:xfrm rot="19596000">
              <a:off x="5727240" y="663840"/>
              <a:ext cx="84600" cy="205560"/>
            </a:xfrm>
            <a:custGeom>
              <a:avLst/>
              <a:gdLst>
                <a:gd name="textAreaLeft" fmla="*/ 0 w 84600"/>
                <a:gd name="textAreaRight" fmla="*/ 84960 w 84600"/>
                <a:gd name="textAreaTop" fmla="*/ 0 h 205560"/>
                <a:gd name="textAreaBottom" fmla="*/ 205920 h 205560"/>
              </a:gdLst>
              <a:ahLst/>
              <a:cxnLst/>
              <a:rect l="textAreaLeft" t="textAreaTop" r="textAreaRight" b="textAreaBottom"/>
              <a:pathLst>
                <a:path w="689" h="1670">
                  <a:moveTo>
                    <a:pt x="0" y="0"/>
                  </a:moveTo>
                  <a:lnTo>
                    <a:pt x="0" y="1611"/>
                  </a:lnTo>
                  <a:lnTo>
                    <a:pt x="688" y="1669"/>
                  </a:lnTo>
                  <a:lnTo>
                    <a:pt x="586"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1" name="Google Shape;1319;p49"/>
            <p:cNvSpPr/>
            <p:nvPr/>
          </p:nvSpPr>
          <p:spPr>
            <a:xfrm rot="19596000">
              <a:off x="5790600" y="533160"/>
              <a:ext cx="111600" cy="270720"/>
            </a:xfrm>
            <a:custGeom>
              <a:avLst/>
              <a:gdLst>
                <a:gd name="textAreaLeft" fmla="*/ 0 w 111600"/>
                <a:gd name="textAreaRight" fmla="*/ 111960 w 111600"/>
                <a:gd name="textAreaTop" fmla="*/ 0 h 270720"/>
                <a:gd name="textAreaBottom" fmla="*/ 271080 h 270720"/>
              </a:gdLst>
              <a:ahLst/>
              <a:cxnLst/>
              <a:rect l="textAreaLeft" t="textAreaTop" r="textAreaRight" b="textAreaBottom"/>
              <a:pathLst>
                <a:path w="909" h="2197">
                  <a:moveTo>
                    <a:pt x="703" y="1"/>
                  </a:moveTo>
                  <a:lnTo>
                    <a:pt x="0" y="103"/>
                  </a:lnTo>
                  <a:lnTo>
                    <a:pt x="117" y="2197"/>
                  </a:lnTo>
                  <a:lnTo>
                    <a:pt x="908" y="2197"/>
                  </a:lnTo>
                  <a:lnTo>
                    <a:pt x="703"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32" name="PlaceHolder 1"/>
          <p:cNvSpPr>
            <a:spLocks noGrp="1"/>
          </p:cNvSpPr>
          <p:nvPr>
            <p:ph type="title"/>
          </p:nvPr>
        </p:nvSpPr>
        <p:spPr>
          <a:xfrm>
            <a:off x="723960" y="447840"/>
            <a:ext cx="446688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1" u="none" strike="noStrike" dirty="0">
                <a:solidFill>
                  <a:schemeClr val="dk1"/>
                </a:solidFill>
                <a:effectLst/>
                <a:uFillTx/>
                <a:latin typeface="Archivo Black"/>
                <a:ea typeface="Archivo Black"/>
              </a:rPr>
              <a:t>Introduction</a:t>
            </a:r>
            <a:endParaRPr lang="fr-FR" sz="3000" b="0" u="none" strike="noStrike" dirty="0">
              <a:solidFill>
                <a:schemeClr val="dk1"/>
              </a:solidFill>
              <a:effectLst/>
              <a:uFillTx/>
              <a:latin typeface="Arial"/>
            </a:endParaRPr>
          </a:p>
        </p:txBody>
      </p:sp>
      <p:sp>
        <p:nvSpPr>
          <p:cNvPr id="533" name="PlaceHolder 2"/>
          <p:cNvSpPr>
            <a:spLocks noGrp="1"/>
          </p:cNvSpPr>
          <p:nvPr>
            <p:ph/>
          </p:nvPr>
        </p:nvSpPr>
        <p:spPr>
          <a:xfrm>
            <a:off x="433137" y="1314360"/>
            <a:ext cx="4558249" cy="3017008"/>
          </a:xfrm>
          <a:prstGeom prst="rect">
            <a:avLst/>
          </a:prstGeom>
          <a:noFill/>
          <a:ln w="0">
            <a:noFill/>
          </a:ln>
        </p:spPr>
        <p:txBody>
          <a:bodyPr lIns="91440" tIns="91440" rIns="91440" bIns="91440" anchor="t">
            <a:normAutofit/>
          </a:bodyPr>
          <a:lstStyle/>
          <a:p>
            <a:pPr algn="just"/>
            <a:r>
              <a:rPr lang="en-US" sz="1600" dirty="0">
                <a:latin typeface="Karla" pitchFamily="2" charset="0"/>
              </a:rPr>
              <a:t>The goal for this year is clear: grow Bright TV's subscriber base.</a:t>
            </a:r>
          </a:p>
          <a:p>
            <a:pPr algn="just">
              <a:lnSpc>
                <a:spcPct val="100000"/>
              </a:lnSpc>
            </a:pPr>
            <a:r>
              <a:rPr lang="en-US" sz="1600" dirty="0">
                <a:latin typeface="Karla" pitchFamily="2" charset="0"/>
              </a:rPr>
              <a:t>Using our user and viewing data, I've analyzed who watches, when they watch, and what they watch. Today, I'll share the key insights on our peak and low consumption patterns, the content that drives engagement, and a set of targeted initiatives the CVM team can implement immediately to boost viewership and acquire new users.</a:t>
            </a:r>
          </a:p>
        </p:txBody>
      </p:sp>
      <p:grpSp>
        <p:nvGrpSpPr>
          <p:cNvPr id="534" name="Google Shape;1322;p49"/>
          <p:cNvGrpSpPr/>
          <p:nvPr/>
        </p:nvGrpSpPr>
        <p:grpSpPr>
          <a:xfrm>
            <a:off x="6328440" y="1100880"/>
            <a:ext cx="1827000" cy="3744720"/>
            <a:chOff x="6328440" y="1100880"/>
            <a:chExt cx="1827000" cy="3744720"/>
          </a:xfrm>
        </p:grpSpPr>
        <p:sp>
          <p:nvSpPr>
            <p:cNvPr id="535" name="Google Shape;1323;p49"/>
            <p:cNvSpPr/>
            <p:nvPr/>
          </p:nvSpPr>
          <p:spPr>
            <a:xfrm flipH="1">
              <a:off x="6934680" y="1118160"/>
              <a:ext cx="835920" cy="758160"/>
            </a:xfrm>
            <a:custGeom>
              <a:avLst/>
              <a:gdLst>
                <a:gd name="textAreaLeft" fmla="*/ 360 w 835920"/>
                <a:gd name="textAreaRight" fmla="*/ 836640 w 835920"/>
                <a:gd name="textAreaTop" fmla="*/ 0 h 758160"/>
                <a:gd name="textAreaBottom" fmla="*/ 758520 h 758160"/>
              </a:gdLst>
              <a:ahLst/>
              <a:cxnLst/>
              <a:rect l="textAreaLeft" t="textAreaTop" r="textAreaRight" b="textAreaBottom"/>
              <a:pathLst>
                <a:path w="11517" h="10447">
                  <a:moveTo>
                    <a:pt x="6630" y="1"/>
                  </a:moveTo>
                  <a:cubicBezTo>
                    <a:pt x="6265" y="1"/>
                    <a:pt x="5860" y="174"/>
                    <a:pt x="5564" y="409"/>
                  </a:cubicBezTo>
                  <a:cubicBezTo>
                    <a:pt x="5081" y="789"/>
                    <a:pt x="4627" y="1316"/>
                    <a:pt x="4012" y="1433"/>
                  </a:cubicBezTo>
                  <a:cubicBezTo>
                    <a:pt x="3937" y="1444"/>
                    <a:pt x="3861" y="1448"/>
                    <a:pt x="3784" y="1448"/>
                  </a:cubicBezTo>
                  <a:cubicBezTo>
                    <a:pt x="3599" y="1448"/>
                    <a:pt x="3409" y="1426"/>
                    <a:pt x="3225" y="1426"/>
                  </a:cubicBezTo>
                  <a:cubicBezTo>
                    <a:pt x="3170" y="1426"/>
                    <a:pt x="3115" y="1428"/>
                    <a:pt x="3061" y="1433"/>
                  </a:cubicBezTo>
                  <a:cubicBezTo>
                    <a:pt x="2372" y="1448"/>
                    <a:pt x="1684" y="1829"/>
                    <a:pt x="1318" y="2414"/>
                  </a:cubicBezTo>
                  <a:cubicBezTo>
                    <a:pt x="952" y="3000"/>
                    <a:pt x="909" y="3790"/>
                    <a:pt x="1201" y="4405"/>
                  </a:cubicBezTo>
                  <a:cubicBezTo>
                    <a:pt x="425" y="4669"/>
                    <a:pt x="1" y="5635"/>
                    <a:pt x="250" y="6396"/>
                  </a:cubicBezTo>
                  <a:cubicBezTo>
                    <a:pt x="484" y="7187"/>
                    <a:pt x="1245" y="7743"/>
                    <a:pt x="2080" y="7831"/>
                  </a:cubicBezTo>
                  <a:cubicBezTo>
                    <a:pt x="2563" y="7889"/>
                    <a:pt x="3104" y="7816"/>
                    <a:pt x="3558" y="8006"/>
                  </a:cubicBezTo>
                  <a:cubicBezTo>
                    <a:pt x="4158" y="8285"/>
                    <a:pt x="4451" y="8943"/>
                    <a:pt x="4890" y="9441"/>
                  </a:cubicBezTo>
                  <a:cubicBezTo>
                    <a:pt x="5461" y="10103"/>
                    <a:pt x="6340" y="10447"/>
                    <a:pt x="7213" y="10447"/>
                  </a:cubicBezTo>
                  <a:cubicBezTo>
                    <a:pt x="7885" y="10447"/>
                    <a:pt x="8555" y="10242"/>
                    <a:pt x="9077" y="9822"/>
                  </a:cubicBezTo>
                  <a:cubicBezTo>
                    <a:pt x="9443" y="9529"/>
                    <a:pt x="9736" y="9148"/>
                    <a:pt x="9839" y="8695"/>
                  </a:cubicBezTo>
                  <a:cubicBezTo>
                    <a:pt x="9926" y="8226"/>
                    <a:pt x="9780" y="7714"/>
                    <a:pt x="9399" y="7465"/>
                  </a:cubicBezTo>
                  <a:lnTo>
                    <a:pt x="9399" y="7465"/>
                  </a:lnTo>
                  <a:cubicBezTo>
                    <a:pt x="9530" y="7504"/>
                    <a:pt x="9663" y="7522"/>
                    <a:pt x="9795" y="7522"/>
                  </a:cubicBezTo>
                  <a:cubicBezTo>
                    <a:pt x="10662" y="7522"/>
                    <a:pt x="11516" y="6743"/>
                    <a:pt x="11478" y="5854"/>
                  </a:cubicBezTo>
                  <a:cubicBezTo>
                    <a:pt x="11464" y="5254"/>
                    <a:pt x="11098" y="4698"/>
                    <a:pt x="10688" y="4244"/>
                  </a:cubicBezTo>
                  <a:cubicBezTo>
                    <a:pt x="10292" y="3790"/>
                    <a:pt x="9839" y="3366"/>
                    <a:pt x="9517" y="2839"/>
                  </a:cubicBezTo>
                  <a:cubicBezTo>
                    <a:pt x="9224" y="2297"/>
                    <a:pt x="9107" y="1609"/>
                    <a:pt x="9429" y="1097"/>
                  </a:cubicBezTo>
                  <a:lnTo>
                    <a:pt x="7277" y="277"/>
                  </a:lnTo>
                  <a:cubicBezTo>
                    <a:pt x="7111" y="81"/>
                    <a:pt x="6879" y="1"/>
                    <a:pt x="663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6" name="Google Shape;1324;p49"/>
            <p:cNvSpPr/>
            <p:nvPr/>
          </p:nvSpPr>
          <p:spPr>
            <a:xfrm flipH="1">
              <a:off x="6328440" y="2563560"/>
              <a:ext cx="270720" cy="191880"/>
            </a:xfrm>
            <a:custGeom>
              <a:avLst/>
              <a:gdLst>
                <a:gd name="textAreaLeft" fmla="*/ 360 w 270720"/>
                <a:gd name="textAreaRight" fmla="*/ 271440 w 270720"/>
                <a:gd name="textAreaTop" fmla="*/ 0 h 191880"/>
                <a:gd name="textAreaBottom" fmla="*/ 192240 h 191880"/>
              </a:gdLst>
              <a:ahLst/>
              <a:cxnLst/>
              <a:rect l="textAreaLeft" t="textAreaTop" r="textAreaRight" b="textAreaBottom"/>
              <a:pathLst>
                <a:path w="3734" h="2648">
                  <a:moveTo>
                    <a:pt x="2666" y="0"/>
                  </a:moveTo>
                  <a:cubicBezTo>
                    <a:pt x="2180" y="0"/>
                    <a:pt x="1465" y="52"/>
                    <a:pt x="1465" y="52"/>
                  </a:cubicBezTo>
                  <a:cubicBezTo>
                    <a:pt x="1465" y="52"/>
                    <a:pt x="1" y="1853"/>
                    <a:pt x="367" y="2058"/>
                  </a:cubicBezTo>
                  <a:cubicBezTo>
                    <a:pt x="367" y="2058"/>
                    <a:pt x="1827" y="2647"/>
                    <a:pt x="2133" y="2647"/>
                  </a:cubicBezTo>
                  <a:cubicBezTo>
                    <a:pt x="2147" y="2647"/>
                    <a:pt x="2158" y="2646"/>
                    <a:pt x="2167" y="2644"/>
                  </a:cubicBezTo>
                  <a:cubicBezTo>
                    <a:pt x="2372" y="2600"/>
                    <a:pt x="1728" y="2087"/>
                    <a:pt x="1728" y="2087"/>
                  </a:cubicBezTo>
                  <a:lnTo>
                    <a:pt x="1728" y="2087"/>
                  </a:lnTo>
                  <a:cubicBezTo>
                    <a:pt x="1728" y="2087"/>
                    <a:pt x="2365" y="2486"/>
                    <a:pt x="2603" y="2486"/>
                  </a:cubicBezTo>
                  <a:cubicBezTo>
                    <a:pt x="2615" y="2486"/>
                    <a:pt x="2626" y="2485"/>
                    <a:pt x="2636" y="2482"/>
                  </a:cubicBezTo>
                  <a:cubicBezTo>
                    <a:pt x="2826" y="2424"/>
                    <a:pt x="1963" y="1634"/>
                    <a:pt x="1962" y="1633"/>
                  </a:cubicBezTo>
                  <a:lnTo>
                    <a:pt x="1962" y="1633"/>
                  </a:lnTo>
                  <a:cubicBezTo>
                    <a:pt x="1963" y="1634"/>
                    <a:pt x="2686" y="2217"/>
                    <a:pt x="2956" y="2217"/>
                  </a:cubicBezTo>
                  <a:cubicBezTo>
                    <a:pt x="2988" y="2217"/>
                    <a:pt x="3014" y="2209"/>
                    <a:pt x="3031" y="2190"/>
                  </a:cubicBezTo>
                  <a:cubicBezTo>
                    <a:pt x="3192" y="1999"/>
                    <a:pt x="2270" y="1121"/>
                    <a:pt x="2270" y="1121"/>
                  </a:cubicBezTo>
                  <a:lnTo>
                    <a:pt x="2270" y="1121"/>
                  </a:lnTo>
                  <a:cubicBezTo>
                    <a:pt x="2270" y="1121"/>
                    <a:pt x="3107" y="1793"/>
                    <a:pt x="3427" y="1793"/>
                  </a:cubicBezTo>
                  <a:cubicBezTo>
                    <a:pt x="3463" y="1793"/>
                    <a:pt x="3493" y="1785"/>
                    <a:pt x="3514" y="1765"/>
                  </a:cubicBezTo>
                  <a:cubicBezTo>
                    <a:pt x="3734" y="1589"/>
                    <a:pt x="2343" y="506"/>
                    <a:pt x="2343" y="506"/>
                  </a:cubicBezTo>
                  <a:cubicBezTo>
                    <a:pt x="2870" y="506"/>
                    <a:pt x="3163" y="169"/>
                    <a:pt x="3104" y="52"/>
                  </a:cubicBezTo>
                  <a:cubicBezTo>
                    <a:pt x="3094" y="13"/>
                    <a:pt x="2909" y="0"/>
                    <a:pt x="2666" y="0"/>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7" name="Google Shape;1325;p49"/>
            <p:cNvSpPr/>
            <p:nvPr/>
          </p:nvSpPr>
          <p:spPr>
            <a:xfrm flipH="1">
              <a:off x="6420960" y="1612440"/>
              <a:ext cx="606600" cy="1114920"/>
            </a:xfrm>
            <a:custGeom>
              <a:avLst/>
              <a:gdLst>
                <a:gd name="textAreaLeft" fmla="*/ -360 w 606600"/>
                <a:gd name="textAreaRight" fmla="*/ 606600 w 606600"/>
                <a:gd name="textAreaTop" fmla="*/ 0 h 1114920"/>
                <a:gd name="textAreaBottom" fmla="*/ 1115280 h 1114920"/>
              </a:gdLst>
              <a:ahLst/>
              <a:cxnLst/>
              <a:rect l="textAreaLeft" t="textAreaTop" r="textAreaRight" b="textAreaBottom"/>
              <a:pathLst>
                <a:path w="8360" h="15357">
                  <a:moveTo>
                    <a:pt x="0" y="0"/>
                  </a:moveTo>
                  <a:lnTo>
                    <a:pt x="88" y="7159"/>
                  </a:lnTo>
                  <a:cubicBezTo>
                    <a:pt x="88" y="7159"/>
                    <a:pt x="103" y="9560"/>
                    <a:pt x="395" y="10189"/>
                  </a:cubicBezTo>
                  <a:cubicBezTo>
                    <a:pt x="688" y="10833"/>
                    <a:pt x="6588" y="15357"/>
                    <a:pt x="6588" y="15357"/>
                  </a:cubicBezTo>
                  <a:lnTo>
                    <a:pt x="8359" y="13102"/>
                  </a:lnTo>
                  <a:cubicBezTo>
                    <a:pt x="8359" y="13102"/>
                    <a:pt x="3470" y="8901"/>
                    <a:pt x="2870" y="8432"/>
                  </a:cubicBezTo>
                  <a:cubicBezTo>
                    <a:pt x="2269" y="7979"/>
                    <a:pt x="0" y="1"/>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8" name="Google Shape;1326;p49"/>
            <p:cNvSpPr/>
            <p:nvPr/>
          </p:nvSpPr>
          <p:spPr>
            <a:xfrm flipH="1">
              <a:off x="6824880" y="2208960"/>
              <a:ext cx="83520" cy="120960"/>
            </a:xfrm>
            <a:custGeom>
              <a:avLst/>
              <a:gdLst>
                <a:gd name="textAreaLeft" fmla="*/ 360 w 83520"/>
                <a:gd name="textAreaRight" fmla="*/ 84240 w 83520"/>
                <a:gd name="textAreaTop" fmla="*/ 0 h 120960"/>
                <a:gd name="textAreaBottom" fmla="*/ 121320 h 120960"/>
              </a:gdLst>
              <a:ahLst/>
              <a:cxnLst/>
              <a:rect l="textAreaLeft" t="textAreaTop" r="textAreaRight" b="textAreaBottom"/>
              <a:pathLst>
                <a:path w="1157" h="1671">
                  <a:moveTo>
                    <a:pt x="1141" y="0"/>
                  </a:moveTo>
                  <a:cubicBezTo>
                    <a:pt x="1115" y="0"/>
                    <a:pt x="814" y="346"/>
                    <a:pt x="498" y="777"/>
                  </a:cubicBezTo>
                  <a:cubicBezTo>
                    <a:pt x="191" y="1245"/>
                    <a:pt x="0" y="1655"/>
                    <a:pt x="30" y="1670"/>
                  </a:cubicBezTo>
                  <a:cubicBezTo>
                    <a:pt x="30" y="1670"/>
                    <a:pt x="30" y="1670"/>
                    <a:pt x="31" y="1670"/>
                  </a:cubicBezTo>
                  <a:cubicBezTo>
                    <a:pt x="53" y="1670"/>
                    <a:pt x="285" y="1295"/>
                    <a:pt x="601" y="850"/>
                  </a:cubicBezTo>
                  <a:cubicBezTo>
                    <a:pt x="908" y="396"/>
                    <a:pt x="1157" y="30"/>
                    <a:pt x="1142" y="1"/>
                  </a:cubicBezTo>
                  <a:cubicBezTo>
                    <a:pt x="1142" y="1"/>
                    <a:pt x="1142" y="0"/>
                    <a:pt x="1141"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60480" bIns="60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9" name="Google Shape;1327;p49"/>
            <p:cNvSpPr/>
            <p:nvPr/>
          </p:nvSpPr>
          <p:spPr>
            <a:xfrm flipH="1">
              <a:off x="6830280" y="2219400"/>
              <a:ext cx="30600" cy="100800"/>
            </a:xfrm>
            <a:custGeom>
              <a:avLst/>
              <a:gdLst>
                <a:gd name="textAreaLeft" fmla="*/ -360 w 30600"/>
                <a:gd name="textAreaRight" fmla="*/ 30600 w 30600"/>
                <a:gd name="textAreaTop" fmla="*/ 0 h 100800"/>
                <a:gd name="textAreaBottom" fmla="*/ 101160 h 100800"/>
              </a:gdLst>
              <a:ahLst/>
              <a:cxnLst/>
              <a:rect l="textAreaLeft" t="textAreaTop" r="textAreaRight" b="textAreaBottom"/>
              <a:pathLst>
                <a:path w="426" h="1392">
                  <a:moveTo>
                    <a:pt x="394" y="1"/>
                  </a:moveTo>
                  <a:cubicBezTo>
                    <a:pt x="360" y="1"/>
                    <a:pt x="218" y="289"/>
                    <a:pt x="118" y="689"/>
                  </a:cubicBezTo>
                  <a:cubicBezTo>
                    <a:pt x="30" y="1070"/>
                    <a:pt x="1" y="1392"/>
                    <a:pt x="30" y="1392"/>
                  </a:cubicBezTo>
                  <a:cubicBezTo>
                    <a:pt x="59" y="1392"/>
                    <a:pt x="132" y="1085"/>
                    <a:pt x="220" y="704"/>
                  </a:cubicBezTo>
                  <a:cubicBezTo>
                    <a:pt x="337" y="323"/>
                    <a:pt x="425" y="30"/>
                    <a:pt x="396" y="1"/>
                  </a:cubicBezTo>
                  <a:cubicBezTo>
                    <a:pt x="395" y="1"/>
                    <a:pt x="394" y="1"/>
                    <a:pt x="394"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50400" bIns="50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0" name="Google Shape;1328;p49"/>
            <p:cNvSpPr/>
            <p:nvPr/>
          </p:nvSpPr>
          <p:spPr>
            <a:xfrm flipH="1">
              <a:off x="6862320" y="1595880"/>
              <a:ext cx="829800" cy="1161000"/>
            </a:xfrm>
            <a:custGeom>
              <a:avLst/>
              <a:gdLst>
                <a:gd name="textAreaLeft" fmla="*/ -360 w 829800"/>
                <a:gd name="textAreaRight" fmla="*/ 829800 w 829800"/>
                <a:gd name="textAreaTop" fmla="*/ 0 h 1161000"/>
                <a:gd name="textAreaBottom" fmla="*/ 1161360 h 1161000"/>
              </a:gdLst>
              <a:ahLst/>
              <a:cxnLst/>
              <a:rect l="textAreaLeft" t="textAreaTop" r="textAreaRight" b="textAreaBottom"/>
              <a:pathLst>
                <a:path w="11434" h="15993">
                  <a:moveTo>
                    <a:pt x="6543" y="1"/>
                  </a:moveTo>
                  <a:cubicBezTo>
                    <a:pt x="4970" y="1"/>
                    <a:pt x="3042" y="152"/>
                    <a:pt x="2006" y="725"/>
                  </a:cubicBezTo>
                  <a:cubicBezTo>
                    <a:pt x="2006" y="725"/>
                    <a:pt x="308" y="1471"/>
                    <a:pt x="1" y="2482"/>
                  </a:cubicBezTo>
                  <a:lnTo>
                    <a:pt x="3324" y="9684"/>
                  </a:lnTo>
                  <a:cubicBezTo>
                    <a:pt x="2255" y="11368"/>
                    <a:pt x="1464" y="13271"/>
                    <a:pt x="820" y="15320"/>
                  </a:cubicBezTo>
                  <a:cubicBezTo>
                    <a:pt x="820" y="15320"/>
                    <a:pt x="4415" y="15993"/>
                    <a:pt x="7553" y="15993"/>
                  </a:cubicBezTo>
                  <a:cubicBezTo>
                    <a:pt x="9136" y="15993"/>
                    <a:pt x="10604" y="15821"/>
                    <a:pt x="11434" y="15306"/>
                  </a:cubicBezTo>
                  <a:lnTo>
                    <a:pt x="9487" y="9245"/>
                  </a:lnTo>
                  <a:cubicBezTo>
                    <a:pt x="10395" y="3316"/>
                    <a:pt x="10614" y="4721"/>
                    <a:pt x="9165" y="212"/>
                  </a:cubicBezTo>
                  <a:cubicBezTo>
                    <a:pt x="9150" y="139"/>
                    <a:pt x="9018" y="154"/>
                    <a:pt x="8945" y="139"/>
                  </a:cubicBezTo>
                  <a:cubicBezTo>
                    <a:pt x="8672" y="83"/>
                    <a:pt x="7704" y="1"/>
                    <a:pt x="654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1" name="Google Shape;1329;p49"/>
            <p:cNvSpPr/>
            <p:nvPr/>
          </p:nvSpPr>
          <p:spPr>
            <a:xfrm flipH="1">
              <a:off x="7165440" y="1594800"/>
              <a:ext cx="269640" cy="536400"/>
            </a:xfrm>
            <a:custGeom>
              <a:avLst/>
              <a:gdLst>
                <a:gd name="textAreaLeft" fmla="*/ -360 w 269640"/>
                <a:gd name="textAreaRight" fmla="*/ 269640 w 269640"/>
                <a:gd name="textAreaTop" fmla="*/ 0 h 536400"/>
                <a:gd name="textAreaBottom" fmla="*/ 536760 h 536400"/>
              </a:gdLst>
              <a:ahLst/>
              <a:cxnLst/>
              <a:rect l="textAreaLeft" t="textAreaTop" r="textAreaRight" b="textAreaBottom"/>
              <a:pathLst>
                <a:path w="3719" h="7389">
                  <a:moveTo>
                    <a:pt x="2527" y="0"/>
                  </a:moveTo>
                  <a:cubicBezTo>
                    <a:pt x="1638" y="0"/>
                    <a:pt x="494" y="43"/>
                    <a:pt x="0" y="244"/>
                  </a:cubicBezTo>
                  <a:lnTo>
                    <a:pt x="3719" y="7388"/>
                  </a:lnTo>
                  <a:lnTo>
                    <a:pt x="3719" y="24"/>
                  </a:lnTo>
                  <a:cubicBezTo>
                    <a:pt x="3719" y="24"/>
                    <a:pt x="3194" y="0"/>
                    <a:pt x="252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2" name="Google Shape;1330;p49"/>
            <p:cNvSpPr/>
            <p:nvPr/>
          </p:nvSpPr>
          <p:spPr>
            <a:xfrm flipH="1">
              <a:off x="6913080" y="2585160"/>
              <a:ext cx="1028880" cy="2174760"/>
            </a:xfrm>
            <a:custGeom>
              <a:avLst/>
              <a:gdLst>
                <a:gd name="textAreaLeft" fmla="*/ 360 w 1028880"/>
                <a:gd name="textAreaRight" fmla="*/ 1029600 w 1028880"/>
                <a:gd name="textAreaTop" fmla="*/ 0 h 2174760"/>
                <a:gd name="textAreaBottom" fmla="*/ 2175120 h 2174760"/>
              </a:gdLst>
              <a:ahLst/>
              <a:cxnLst/>
              <a:rect l="textAreaLeft" t="textAreaTop" r="textAreaRight" b="textAreaBottom"/>
              <a:pathLst>
                <a:path w="14172" h="29953">
                  <a:moveTo>
                    <a:pt x="14172" y="0"/>
                  </a:moveTo>
                  <a:lnTo>
                    <a:pt x="9604" y="864"/>
                  </a:lnTo>
                  <a:cubicBezTo>
                    <a:pt x="7043" y="12590"/>
                    <a:pt x="1" y="27581"/>
                    <a:pt x="1" y="27581"/>
                  </a:cubicBezTo>
                  <a:lnTo>
                    <a:pt x="3895" y="29953"/>
                  </a:lnTo>
                  <a:cubicBezTo>
                    <a:pt x="12971" y="12019"/>
                    <a:pt x="14172" y="0"/>
                    <a:pt x="14172" y="0"/>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3" name="Google Shape;1331;p49"/>
            <p:cNvSpPr/>
            <p:nvPr/>
          </p:nvSpPr>
          <p:spPr>
            <a:xfrm flipH="1">
              <a:off x="6518520" y="2558520"/>
              <a:ext cx="1093680" cy="2254680"/>
            </a:xfrm>
            <a:custGeom>
              <a:avLst/>
              <a:gdLst>
                <a:gd name="textAreaLeft" fmla="*/ 360 w 1093680"/>
                <a:gd name="textAreaRight" fmla="*/ 1094400 w 1093680"/>
                <a:gd name="textAreaTop" fmla="*/ 0 h 2254680"/>
                <a:gd name="textAreaBottom" fmla="*/ 2255040 h 2254680"/>
              </a:gdLst>
              <a:ahLst/>
              <a:cxnLst/>
              <a:rect l="textAreaLeft" t="textAreaTop" r="textAreaRight" b="textAreaBottom"/>
              <a:pathLst>
                <a:path w="15065" h="31051">
                  <a:moveTo>
                    <a:pt x="6076" y="0"/>
                  </a:moveTo>
                  <a:lnTo>
                    <a:pt x="0" y="2050"/>
                  </a:lnTo>
                  <a:cubicBezTo>
                    <a:pt x="0" y="2050"/>
                    <a:pt x="3367" y="17699"/>
                    <a:pt x="11551" y="31051"/>
                  </a:cubicBezTo>
                  <a:lnTo>
                    <a:pt x="15064" y="29147"/>
                  </a:lnTo>
                  <a:cubicBezTo>
                    <a:pt x="15064" y="29147"/>
                    <a:pt x="5783" y="9706"/>
                    <a:pt x="6076" y="0"/>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4" name="Google Shape;1332;p49"/>
            <p:cNvSpPr/>
            <p:nvPr/>
          </p:nvSpPr>
          <p:spPr>
            <a:xfrm flipH="1">
              <a:off x="7006680" y="1138320"/>
              <a:ext cx="431280" cy="545760"/>
            </a:xfrm>
            <a:custGeom>
              <a:avLst/>
              <a:gdLst>
                <a:gd name="textAreaLeft" fmla="*/ 360 w 431280"/>
                <a:gd name="textAreaRight" fmla="*/ 432000 w 431280"/>
                <a:gd name="textAreaTop" fmla="*/ 0 h 545760"/>
                <a:gd name="textAreaBottom" fmla="*/ 546120 h 545760"/>
              </a:gdLst>
              <a:ahLst/>
              <a:cxnLst/>
              <a:rect l="textAreaLeft" t="textAreaTop" r="textAreaRight" b="textAreaBottom"/>
              <a:pathLst>
                <a:path w="5944" h="7519">
                  <a:moveTo>
                    <a:pt x="3086" y="1"/>
                  </a:moveTo>
                  <a:cubicBezTo>
                    <a:pt x="1665" y="1"/>
                    <a:pt x="1596" y="676"/>
                    <a:pt x="1596" y="676"/>
                  </a:cubicBezTo>
                  <a:lnTo>
                    <a:pt x="1596" y="1862"/>
                  </a:lnTo>
                  <a:cubicBezTo>
                    <a:pt x="1596" y="1862"/>
                    <a:pt x="1204" y="1594"/>
                    <a:pt x="827" y="1594"/>
                  </a:cubicBezTo>
                  <a:cubicBezTo>
                    <a:pt x="544" y="1594"/>
                    <a:pt x="270" y="1745"/>
                    <a:pt x="176" y="2272"/>
                  </a:cubicBezTo>
                  <a:cubicBezTo>
                    <a:pt x="0" y="3238"/>
                    <a:pt x="937" y="3428"/>
                    <a:pt x="937" y="3428"/>
                  </a:cubicBezTo>
                  <a:lnTo>
                    <a:pt x="717" y="6225"/>
                  </a:lnTo>
                  <a:cubicBezTo>
                    <a:pt x="673" y="6591"/>
                    <a:pt x="805" y="6957"/>
                    <a:pt x="1054" y="7205"/>
                  </a:cubicBezTo>
                  <a:cubicBezTo>
                    <a:pt x="1296" y="7436"/>
                    <a:pt x="1567" y="7519"/>
                    <a:pt x="1835" y="7519"/>
                  </a:cubicBezTo>
                  <a:cubicBezTo>
                    <a:pt x="2248" y="7519"/>
                    <a:pt x="2653" y="7321"/>
                    <a:pt x="2928" y="7162"/>
                  </a:cubicBezTo>
                  <a:cubicBezTo>
                    <a:pt x="3148" y="7015"/>
                    <a:pt x="3279" y="6796"/>
                    <a:pt x="3279" y="6532"/>
                  </a:cubicBezTo>
                  <a:lnTo>
                    <a:pt x="3279" y="5785"/>
                  </a:lnTo>
                  <a:lnTo>
                    <a:pt x="4275" y="5785"/>
                  </a:lnTo>
                  <a:cubicBezTo>
                    <a:pt x="5944" y="5712"/>
                    <a:pt x="5651" y="457"/>
                    <a:pt x="5651" y="457"/>
                  </a:cubicBezTo>
                  <a:cubicBezTo>
                    <a:pt x="5651" y="32"/>
                    <a:pt x="4772" y="32"/>
                    <a:pt x="4772" y="32"/>
                  </a:cubicBezTo>
                  <a:lnTo>
                    <a:pt x="3221" y="3"/>
                  </a:lnTo>
                  <a:cubicBezTo>
                    <a:pt x="3175" y="2"/>
                    <a:pt x="3130" y="1"/>
                    <a:pt x="3086" y="1"/>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5" name="Google Shape;1333;p49"/>
            <p:cNvSpPr/>
            <p:nvPr/>
          </p:nvSpPr>
          <p:spPr>
            <a:xfrm flipH="1">
              <a:off x="7095960" y="1315800"/>
              <a:ext cx="23040" cy="111240"/>
            </a:xfrm>
            <a:custGeom>
              <a:avLst/>
              <a:gdLst>
                <a:gd name="textAreaLeft" fmla="*/ 360 w 23040"/>
                <a:gd name="textAreaRight" fmla="*/ 23760 w 23040"/>
                <a:gd name="textAreaTop" fmla="*/ 0 h 111240"/>
                <a:gd name="textAreaBottom" fmla="*/ 111600 h 111240"/>
              </a:gdLst>
              <a:ahLst/>
              <a:cxnLst/>
              <a:rect l="textAreaLeft" t="textAreaTop" r="textAreaRight" b="textAreaBottom"/>
              <a:pathLst>
                <a:path w="323" h="1538">
                  <a:moveTo>
                    <a:pt x="250" y="1"/>
                  </a:moveTo>
                  <a:cubicBezTo>
                    <a:pt x="235" y="1"/>
                    <a:pt x="220" y="381"/>
                    <a:pt x="177" y="820"/>
                  </a:cubicBezTo>
                  <a:cubicBezTo>
                    <a:pt x="177" y="1055"/>
                    <a:pt x="220" y="1289"/>
                    <a:pt x="162" y="1391"/>
                  </a:cubicBezTo>
                  <a:cubicBezTo>
                    <a:pt x="147" y="1450"/>
                    <a:pt x="89" y="1465"/>
                    <a:pt x="59" y="1479"/>
                  </a:cubicBezTo>
                  <a:cubicBezTo>
                    <a:pt x="16" y="1508"/>
                    <a:pt x="1" y="1508"/>
                    <a:pt x="1" y="1508"/>
                  </a:cubicBezTo>
                  <a:cubicBezTo>
                    <a:pt x="1" y="1523"/>
                    <a:pt x="16" y="1538"/>
                    <a:pt x="74" y="1538"/>
                  </a:cubicBezTo>
                  <a:cubicBezTo>
                    <a:pt x="133" y="1538"/>
                    <a:pt x="206" y="1523"/>
                    <a:pt x="250" y="1450"/>
                  </a:cubicBezTo>
                  <a:cubicBezTo>
                    <a:pt x="308" y="1377"/>
                    <a:pt x="323" y="1289"/>
                    <a:pt x="323" y="1172"/>
                  </a:cubicBezTo>
                  <a:lnTo>
                    <a:pt x="323" y="850"/>
                  </a:lnTo>
                  <a:cubicBezTo>
                    <a:pt x="308" y="396"/>
                    <a:pt x="294" y="1"/>
                    <a:pt x="25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6" name="Google Shape;1334;p49"/>
            <p:cNvSpPr/>
            <p:nvPr/>
          </p:nvSpPr>
          <p:spPr>
            <a:xfrm flipH="1">
              <a:off x="7176960" y="1320120"/>
              <a:ext cx="6120" cy="27360"/>
            </a:xfrm>
            <a:custGeom>
              <a:avLst/>
              <a:gdLst>
                <a:gd name="textAreaLeft" fmla="*/ -360 w 6120"/>
                <a:gd name="textAreaRight" fmla="*/ 6120 w 6120"/>
                <a:gd name="textAreaTop" fmla="*/ 0 h 27360"/>
                <a:gd name="textAreaBottom" fmla="*/ 27720 h 27360"/>
              </a:gdLst>
              <a:ahLst/>
              <a:cxnLst/>
              <a:rect l="textAreaLeft" t="textAreaTop" r="textAreaRight" b="textAreaBottom"/>
              <a:pathLst>
                <a:path w="89" h="381">
                  <a:moveTo>
                    <a:pt x="30" y="0"/>
                  </a:moveTo>
                  <a:cubicBezTo>
                    <a:pt x="16" y="0"/>
                    <a:pt x="1" y="88"/>
                    <a:pt x="1" y="205"/>
                  </a:cubicBezTo>
                  <a:cubicBezTo>
                    <a:pt x="1" y="293"/>
                    <a:pt x="16" y="381"/>
                    <a:pt x="45" y="381"/>
                  </a:cubicBezTo>
                  <a:cubicBezTo>
                    <a:pt x="59" y="366"/>
                    <a:pt x="89" y="293"/>
                    <a:pt x="89" y="191"/>
                  </a:cubicBezTo>
                  <a:cubicBezTo>
                    <a:pt x="89" y="88"/>
                    <a:pt x="59" y="0"/>
                    <a:pt x="3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7" name="Google Shape;1335;p49"/>
            <p:cNvSpPr/>
            <p:nvPr/>
          </p:nvSpPr>
          <p:spPr>
            <a:xfrm flipH="1">
              <a:off x="7053840" y="1316880"/>
              <a:ext cx="8280" cy="28440"/>
            </a:xfrm>
            <a:custGeom>
              <a:avLst/>
              <a:gdLst>
                <a:gd name="textAreaLeft" fmla="*/ -360 w 8280"/>
                <a:gd name="textAreaRight" fmla="*/ 8280 w 8280"/>
                <a:gd name="textAreaTop" fmla="*/ 0 h 28440"/>
                <a:gd name="textAreaBottom" fmla="*/ 28800 h 28440"/>
              </a:gdLst>
              <a:ahLst/>
              <a:cxnLst/>
              <a:rect l="textAreaLeft" t="textAreaTop" r="textAreaRight" b="textAreaBottom"/>
              <a:pathLst>
                <a:path w="118" h="396">
                  <a:moveTo>
                    <a:pt x="59" y="0"/>
                  </a:moveTo>
                  <a:cubicBezTo>
                    <a:pt x="30" y="0"/>
                    <a:pt x="1" y="103"/>
                    <a:pt x="30" y="205"/>
                  </a:cubicBezTo>
                  <a:cubicBezTo>
                    <a:pt x="30" y="308"/>
                    <a:pt x="45" y="396"/>
                    <a:pt x="89" y="396"/>
                  </a:cubicBezTo>
                  <a:cubicBezTo>
                    <a:pt x="103" y="366"/>
                    <a:pt x="118" y="308"/>
                    <a:pt x="118" y="191"/>
                  </a:cubicBezTo>
                  <a:cubicBezTo>
                    <a:pt x="118" y="103"/>
                    <a:pt x="103" y="0"/>
                    <a:pt x="5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8" name="Google Shape;1336;p49"/>
            <p:cNvSpPr/>
            <p:nvPr/>
          </p:nvSpPr>
          <p:spPr>
            <a:xfrm flipH="1">
              <a:off x="7193880" y="1516680"/>
              <a:ext cx="68760" cy="119880"/>
            </a:xfrm>
            <a:custGeom>
              <a:avLst/>
              <a:gdLst>
                <a:gd name="textAreaLeft" fmla="*/ -360 w 68760"/>
                <a:gd name="textAreaRight" fmla="*/ 68760 w 68760"/>
                <a:gd name="textAreaTop" fmla="*/ 0 h 119880"/>
                <a:gd name="textAreaBottom" fmla="*/ 120240 h 119880"/>
              </a:gdLst>
              <a:ahLst/>
              <a:cxnLst/>
              <a:rect l="textAreaLeft" t="textAreaTop" r="textAreaRight" b="textAreaBottom"/>
              <a:pathLst>
                <a:path w="953" h="1655">
                  <a:moveTo>
                    <a:pt x="16" y="0"/>
                  </a:moveTo>
                  <a:cubicBezTo>
                    <a:pt x="1" y="293"/>
                    <a:pt x="1" y="586"/>
                    <a:pt x="89" y="864"/>
                  </a:cubicBezTo>
                  <a:cubicBezTo>
                    <a:pt x="162" y="1142"/>
                    <a:pt x="338" y="1391"/>
                    <a:pt x="601" y="1538"/>
                  </a:cubicBezTo>
                  <a:cubicBezTo>
                    <a:pt x="689" y="1596"/>
                    <a:pt x="835" y="1655"/>
                    <a:pt x="835" y="1655"/>
                  </a:cubicBezTo>
                  <a:cubicBezTo>
                    <a:pt x="835" y="1625"/>
                    <a:pt x="894" y="1450"/>
                    <a:pt x="894" y="1435"/>
                  </a:cubicBezTo>
                  <a:cubicBezTo>
                    <a:pt x="952" y="1113"/>
                    <a:pt x="923" y="894"/>
                    <a:pt x="909" y="586"/>
                  </a:cubicBezTo>
                  <a:lnTo>
                    <a:pt x="879" y="571"/>
                  </a:lnTo>
                  <a:cubicBezTo>
                    <a:pt x="528" y="484"/>
                    <a:pt x="235" y="279"/>
                    <a:pt x="16"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60120" bIns="60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9" name="Google Shape;1337;p49"/>
            <p:cNvSpPr/>
            <p:nvPr/>
          </p:nvSpPr>
          <p:spPr>
            <a:xfrm flipH="1">
              <a:off x="7331760" y="1287720"/>
              <a:ext cx="56160" cy="75600"/>
            </a:xfrm>
            <a:custGeom>
              <a:avLst/>
              <a:gdLst>
                <a:gd name="textAreaLeft" fmla="*/ 360 w 56160"/>
                <a:gd name="textAreaRight" fmla="*/ 56880 w 56160"/>
                <a:gd name="textAreaTop" fmla="*/ 0 h 75600"/>
                <a:gd name="textAreaBottom" fmla="*/ 75960 h 75600"/>
              </a:gdLst>
              <a:ahLst/>
              <a:cxnLst/>
              <a:rect l="textAreaLeft" t="textAreaTop" r="textAreaRight" b="textAreaBottom"/>
              <a:pathLst>
                <a:path w="776" h="1046">
                  <a:moveTo>
                    <a:pt x="87" y="1"/>
                  </a:moveTo>
                  <a:cubicBezTo>
                    <a:pt x="78" y="1"/>
                    <a:pt x="73" y="3"/>
                    <a:pt x="73" y="6"/>
                  </a:cubicBezTo>
                  <a:cubicBezTo>
                    <a:pt x="73" y="21"/>
                    <a:pt x="146" y="35"/>
                    <a:pt x="264" y="108"/>
                  </a:cubicBezTo>
                  <a:cubicBezTo>
                    <a:pt x="334" y="149"/>
                    <a:pt x="419" y="224"/>
                    <a:pt x="494" y="325"/>
                  </a:cubicBezTo>
                  <a:lnTo>
                    <a:pt x="494" y="325"/>
                  </a:lnTo>
                  <a:cubicBezTo>
                    <a:pt x="468" y="312"/>
                    <a:pt x="440" y="303"/>
                    <a:pt x="410" y="299"/>
                  </a:cubicBezTo>
                  <a:cubicBezTo>
                    <a:pt x="386" y="294"/>
                    <a:pt x="358" y="291"/>
                    <a:pt x="329" y="291"/>
                  </a:cubicBezTo>
                  <a:cubicBezTo>
                    <a:pt x="272" y="291"/>
                    <a:pt x="210" y="304"/>
                    <a:pt x="161" y="343"/>
                  </a:cubicBezTo>
                  <a:cubicBezTo>
                    <a:pt x="88" y="387"/>
                    <a:pt x="59" y="445"/>
                    <a:pt x="44" y="518"/>
                  </a:cubicBezTo>
                  <a:cubicBezTo>
                    <a:pt x="0" y="665"/>
                    <a:pt x="44" y="797"/>
                    <a:pt x="88" y="870"/>
                  </a:cubicBezTo>
                  <a:cubicBezTo>
                    <a:pt x="205" y="1016"/>
                    <a:pt x="337" y="1045"/>
                    <a:pt x="337" y="1045"/>
                  </a:cubicBezTo>
                  <a:cubicBezTo>
                    <a:pt x="351" y="1031"/>
                    <a:pt x="249" y="972"/>
                    <a:pt x="146" y="811"/>
                  </a:cubicBezTo>
                  <a:cubicBezTo>
                    <a:pt x="117" y="738"/>
                    <a:pt x="103" y="621"/>
                    <a:pt x="132" y="533"/>
                  </a:cubicBezTo>
                  <a:cubicBezTo>
                    <a:pt x="170" y="457"/>
                    <a:pt x="252" y="381"/>
                    <a:pt x="349" y="381"/>
                  </a:cubicBezTo>
                  <a:cubicBezTo>
                    <a:pt x="364" y="381"/>
                    <a:pt x="380" y="383"/>
                    <a:pt x="395" y="387"/>
                  </a:cubicBezTo>
                  <a:cubicBezTo>
                    <a:pt x="454" y="401"/>
                    <a:pt x="542" y="445"/>
                    <a:pt x="615" y="504"/>
                  </a:cubicBezTo>
                  <a:lnTo>
                    <a:pt x="776" y="606"/>
                  </a:lnTo>
                  <a:lnTo>
                    <a:pt x="673" y="445"/>
                  </a:lnTo>
                  <a:cubicBezTo>
                    <a:pt x="586" y="240"/>
                    <a:pt x="425" y="108"/>
                    <a:pt x="293" y="65"/>
                  </a:cubicBezTo>
                  <a:cubicBezTo>
                    <a:pt x="192" y="20"/>
                    <a:pt x="117" y="1"/>
                    <a:pt x="8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0" name="Google Shape;1338;p49"/>
            <p:cNvSpPr/>
            <p:nvPr/>
          </p:nvSpPr>
          <p:spPr>
            <a:xfrm flipH="1">
              <a:off x="7107480" y="1422360"/>
              <a:ext cx="65520" cy="53280"/>
            </a:xfrm>
            <a:custGeom>
              <a:avLst/>
              <a:gdLst>
                <a:gd name="textAreaLeft" fmla="*/ 360 w 65520"/>
                <a:gd name="textAreaRight" fmla="*/ 66240 w 65520"/>
                <a:gd name="textAreaTop" fmla="*/ 0 h 53280"/>
                <a:gd name="textAreaBottom" fmla="*/ 53640 h 53280"/>
              </a:gdLst>
              <a:ahLst/>
              <a:cxnLst/>
              <a:rect l="textAreaLeft" t="textAreaTop" r="textAreaRight" b="textAreaBottom"/>
              <a:pathLst>
                <a:path w="908" h="737">
                  <a:moveTo>
                    <a:pt x="30" y="1"/>
                  </a:moveTo>
                  <a:cubicBezTo>
                    <a:pt x="15" y="1"/>
                    <a:pt x="0" y="74"/>
                    <a:pt x="15" y="206"/>
                  </a:cubicBezTo>
                  <a:cubicBezTo>
                    <a:pt x="30" y="337"/>
                    <a:pt x="117" y="498"/>
                    <a:pt x="264" y="601"/>
                  </a:cubicBezTo>
                  <a:cubicBezTo>
                    <a:pt x="400" y="700"/>
                    <a:pt x="546" y="736"/>
                    <a:pt x="668" y="736"/>
                  </a:cubicBezTo>
                  <a:cubicBezTo>
                    <a:pt x="690" y="736"/>
                    <a:pt x="712" y="735"/>
                    <a:pt x="732" y="733"/>
                  </a:cubicBezTo>
                  <a:cubicBezTo>
                    <a:pt x="849" y="718"/>
                    <a:pt x="908" y="689"/>
                    <a:pt x="908" y="659"/>
                  </a:cubicBezTo>
                  <a:cubicBezTo>
                    <a:pt x="901" y="652"/>
                    <a:pt x="879" y="652"/>
                    <a:pt x="844" y="652"/>
                  </a:cubicBezTo>
                  <a:cubicBezTo>
                    <a:pt x="809" y="652"/>
                    <a:pt x="762" y="652"/>
                    <a:pt x="703" y="645"/>
                  </a:cubicBezTo>
                  <a:cubicBezTo>
                    <a:pt x="600" y="645"/>
                    <a:pt x="454" y="601"/>
                    <a:pt x="322" y="513"/>
                  </a:cubicBezTo>
                  <a:cubicBezTo>
                    <a:pt x="191" y="425"/>
                    <a:pt x="117" y="293"/>
                    <a:pt x="88" y="191"/>
                  </a:cubicBezTo>
                  <a:cubicBezTo>
                    <a:pt x="44" y="74"/>
                    <a:pt x="44" y="1"/>
                    <a:pt x="3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1" name="Google Shape;1339;p49"/>
            <p:cNvSpPr/>
            <p:nvPr/>
          </p:nvSpPr>
          <p:spPr>
            <a:xfrm flipH="1">
              <a:off x="7154640" y="1416600"/>
              <a:ext cx="34920" cy="21600"/>
            </a:xfrm>
            <a:custGeom>
              <a:avLst/>
              <a:gdLst>
                <a:gd name="textAreaLeft" fmla="*/ -360 w 34920"/>
                <a:gd name="textAreaRight" fmla="*/ 34920 w 34920"/>
                <a:gd name="textAreaTop" fmla="*/ 0 h 21600"/>
                <a:gd name="textAreaBottom" fmla="*/ 21960 h 21600"/>
              </a:gdLst>
              <a:ahLst/>
              <a:cxnLst/>
              <a:rect l="textAreaLeft" t="textAreaTop" r="textAreaRight" b="textAreaBottom"/>
              <a:pathLst>
                <a:path w="484" h="304">
                  <a:moveTo>
                    <a:pt x="347" y="1"/>
                  </a:moveTo>
                  <a:cubicBezTo>
                    <a:pt x="294" y="1"/>
                    <a:pt x="231" y="17"/>
                    <a:pt x="176" y="50"/>
                  </a:cubicBezTo>
                  <a:cubicBezTo>
                    <a:pt x="103" y="80"/>
                    <a:pt x="44" y="153"/>
                    <a:pt x="29" y="211"/>
                  </a:cubicBezTo>
                  <a:cubicBezTo>
                    <a:pt x="0" y="270"/>
                    <a:pt x="0" y="299"/>
                    <a:pt x="29" y="299"/>
                  </a:cubicBezTo>
                  <a:cubicBezTo>
                    <a:pt x="32" y="302"/>
                    <a:pt x="36" y="304"/>
                    <a:pt x="39" y="304"/>
                  </a:cubicBezTo>
                  <a:cubicBezTo>
                    <a:pt x="69" y="304"/>
                    <a:pt x="117" y="203"/>
                    <a:pt x="234" y="138"/>
                  </a:cubicBezTo>
                  <a:cubicBezTo>
                    <a:pt x="351" y="65"/>
                    <a:pt x="483" y="80"/>
                    <a:pt x="483" y="50"/>
                  </a:cubicBezTo>
                  <a:cubicBezTo>
                    <a:pt x="483" y="36"/>
                    <a:pt x="454" y="6"/>
                    <a:pt x="395" y="6"/>
                  </a:cubicBezTo>
                  <a:cubicBezTo>
                    <a:pt x="381" y="3"/>
                    <a:pt x="364" y="1"/>
                    <a:pt x="3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2" name="Google Shape;1340;p49"/>
            <p:cNvSpPr/>
            <p:nvPr/>
          </p:nvSpPr>
          <p:spPr>
            <a:xfrm flipH="1">
              <a:off x="6868800" y="2391840"/>
              <a:ext cx="764280" cy="1453680"/>
            </a:xfrm>
            <a:custGeom>
              <a:avLst/>
              <a:gdLst>
                <a:gd name="textAreaLeft" fmla="*/ -360 w 764280"/>
                <a:gd name="textAreaRight" fmla="*/ 764280 w 764280"/>
                <a:gd name="textAreaTop" fmla="*/ 0 h 1453680"/>
                <a:gd name="textAreaBottom" fmla="*/ 1454040 h 1453680"/>
              </a:gdLst>
              <a:ahLst/>
              <a:cxnLst/>
              <a:rect l="textAreaLeft" t="textAreaTop" r="textAreaRight" b="textAreaBottom"/>
              <a:pathLst>
                <a:path w="10527" h="20021">
                  <a:moveTo>
                    <a:pt x="9209" y="1"/>
                  </a:moveTo>
                  <a:lnTo>
                    <a:pt x="0" y="4188"/>
                  </a:lnTo>
                  <a:cubicBezTo>
                    <a:pt x="0" y="4188"/>
                    <a:pt x="937" y="7584"/>
                    <a:pt x="2328" y="11830"/>
                  </a:cubicBezTo>
                  <a:cubicBezTo>
                    <a:pt x="2474" y="14260"/>
                    <a:pt x="1479" y="16500"/>
                    <a:pt x="293" y="18695"/>
                  </a:cubicBezTo>
                  <a:lnTo>
                    <a:pt x="1816" y="19281"/>
                  </a:lnTo>
                  <a:cubicBezTo>
                    <a:pt x="3093" y="19772"/>
                    <a:pt x="4444" y="20021"/>
                    <a:pt x="5797" y="20021"/>
                  </a:cubicBezTo>
                  <a:cubicBezTo>
                    <a:pt x="7189" y="20021"/>
                    <a:pt x="8583" y="19757"/>
                    <a:pt x="9897" y="19223"/>
                  </a:cubicBezTo>
                  <a:cubicBezTo>
                    <a:pt x="10292" y="19076"/>
                    <a:pt x="10526" y="18959"/>
                    <a:pt x="10497" y="18900"/>
                  </a:cubicBezTo>
                  <a:cubicBezTo>
                    <a:pt x="10438" y="18695"/>
                    <a:pt x="10482" y="10248"/>
                    <a:pt x="10307" y="3953"/>
                  </a:cubicBezTo>
                  <a:cubicBezTo>
                    <a:pt x="10263" y="2826"/>
                    <a:pt x="9267" y="894"/>
                    <a:pt x="9209"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3" name="Google Shape;1341;p49"/>
            <p:cNvSpPr/>
            <p:nvPr/>
          </p:nvSpPr>
          <p:spPr>
            <a:xfrm flipH="1">
              <a:off x="6852600" y="2673360"/>
              <a:ext cx="780120" cy="83880"/>
            </a:xfrm>
            <a:custGeom>
              <a:avLst/>
              <a:gdLst>
                <a:gd name="textAreaLeft" fmla="*/ -360 w 780120"/>
                <a:gd name="textAreaRight" fmla="*/ 780120 w 780120"/>
                <a:gd name="textAreaTop" fmla="*/ 0 h 83880"/>
                <a:gd name="textAreaBottom" fmla="*/ 84240 h 83880"/>
              </a:gdLst>
              <a:ahLst/>
              <a:cxnLst/>
              <a:rect l="textAreaLeft" t="textAreaTop" r="textAreaRight" b="textAreaBottom"/>
              <a:pathLst>
                <a:path w="10746" h="1158">
                  <a:moveTo>
                    <a:pt x="7262" y="0"/>
                  </a:moveTo>
                  <a:lnTo>
                    <a:pt x="7247" y="15"/>
                  </a:lnTo>
                  <a:cubicBezTo>
                    <a:pt x="6808" y="439"/>
                    <a:pt x="6193" y="703"/>
                    <a:pt x="5505" y="879"/>
                  </a:cubicBezTo>
                  <a:cubicBezTo>
                    <a:pt x="4918" y="1005"/>
                    <a:pt x="4332" y="1068"/>
                    <a:pt x="3788" y="1068"/>
                  </a:cubicBezTo>
                  <a:cubicBezTo>
                    <a:pt x="3639" y="1068"/>
                    <a:pt x="3494" y="1064"/>
                    <a:pt x="3353" y="1054"/>
                  </a:cubicBezTo>
                  <a:cubicBezTo>
                    <a:pt x="2679" y="1025"/>
                    <a:pt x="2094" y="908"/>
                    <a:pt x="1596" y="805"/>
                  </a:cubicBezTo>
                  <a:cubicBezTo>
                    <a:pt x="1098" y="674"/>
                    <a:pt x="703" y="557"/>
                    <a:pt x="425" y="483"/>
                  </a:cubicBezTo>
                  <a:cubicBezTo>
                    <a:pt x="293" y="454"/>
                    <a:pt x="205" y="410"/>
                    <a:pt x="117" y="396"/>
                  </a:cubicBezTo>
                  <a:cubicBezTo>
                    <a:pt x="44" y="381"/>
                    <a:pt x="0" y="381"/>
                    <a:pt x="0" y="381"/>
                  </a:cubicBezTo>
                  <a:lnTo>
                    <a:pt x="0" y="381"/>
                  </a:lnTo>
                  <a:cubicBezTo>
                    <a:pt x="0" y="381"/>
                    <a:pt x="44" y="396"/>
                    <a:pt x="117" y="410"/>
                  </a:cubicBezTo>
                  <a:cubicBezTo>
                    <a:pt x="205" y="454"/>
                    <a:pt x="293" y="483"/>
                    <a:pt x="425" y="527"/>
                  </a:cubicBezTo>
                  <a:cubicBezTo>
                    <a:pt x="703" y="615"/>
                    <a:pt x="1084" y="732"/>
                    <a:pt x="1581" y="849"/>
                  </a:cubicBezTo>
                  <a:cubicBezTo>
                    <a:pt x="2065" y="981"/>
                    <a:pt x="2679" y="1113"/>
                    <a:pt x="3353" y="1142"/>
                  </a:cubicBezTo>
                  <a:cubicBezTo>
                    <a:pt x="3508" y="1153"/>
                    <a:pt x="3669" y="1158"/>
                    <a:pt x="3833" y="1158"/>
                  </a:cubicBezTo>
                  <a:cubicBezTo>
                    <a:pt x="4366" y="1158"/>
                    <a:pt x="4941" y="1101"/>
                    <a:pt x="5534" y="966"/>
                  </a:cubicBezTo>
                  <a:cubicBezTo>
                    <a:pt x="6193" y="809"/>
                    <a:pt x="6824" y="539"/>
                    <a:pt x="7276" y="116"/>
                  </a:cubicBezTo>
                  <a:lnTo>
                    <a:pt x="7276" y="116"/>
                  </a:lnTo>
                  <a:cubicBezTo>
                    <a:pt x="8174" y="521"/>
                    <a:pt x="9020" y="735"/>
                    <a:pt x="9660" y="735"/>
                  </a:cubicBezTo>
                  <a:cubicBezTo>
                    <a:pt x="9701" y="735"/>
                    <a:pt x="9741" y="734"/>
                    <a:pt x="9780" y="732"/>
                  </a:cubicBezTo>
                  <a:cubicBezTo>
                    <a:pt x="10102" y="688"/>
                    <a:pt x="10336" y="586"/>
                    <a:pt x="10512" y="513"/>
                  </a:cubicBezTo>
                  <a:cubicBezTo>
                    <a:pt x="10599" y="469"/>
                    <a:pt x="10658" y="439"/>
                    <a:pt x="10687" y="410"/>
                  </a:cubicBezTo>
                  <a:cubicBezTo>
                    <a:pt x="10731" y="396"/>
                    <a:pt x="10746" y="381"/>
                    <a:pt x="10746" y="381"/>
                  </a:cubicBezTo>
                  <a:lnTo>
                    <a:pt x="10746" y="381"/>
                  </a:lnTo>
                  <a:cubicBezTo>
                    <a:pt x="10746" y="381"/>
                    <a:pt x="10658" y="410"/>
                    <a:pt x="10512" y="469"/>
                  </a:cubicBezTo>
                  <a:cubicBezTo>
                    <a:pt x="10336" y="542"/>
                    <a:pt x="10102" y="630"/>
                    <a:pt x="9794" y="659"/>
                  </a:cubicBezTo>
                  <a:cubicBezTo>
                    <a:pt x="9758" y="661"/>
                    <a:pt x="9721" y="662"/>
                    <a:pt x="9684" y="662"/>
                  </a:cubicBezTo>
                  <a:cubicBezTo>
                    <a:pt x="9052" y="662"/>
                    <a:pt x="8218" y="430"/>
                    <a:pt x="7305" y="15"/>
                  </a:cubicBezTo>
                  <a:lnTo>
                    <a:pt x="7262" y="0"/>
                  </a:ln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4" name="Google Shape;1342;p49"/>
            <p:cNvSpPr/>
            <p:nvPr/>
          </p:nvSpPr>
          <p:spPr>
            <a:xfrm flipH="1">
              <a:off x="7105680" y="2115360"/>
              <a:ext cx="59400" cy="563040"/>
            </a:xfrm>
            <a:custGeom>
              <a:avLst/>
              <a:gdLst>
                <a:gd name="textAreaLeft" fmla="*/ -360 w 59400"/>
                <a:gd name="textAreaRight" fmla="*/ 59400 w 59400"/>
                <a:gd name="textAreaTop" fmla="*/ 0 h 563040"/>
                <a:gd name="textAreaBottom" fmla="*/ 563400 h 563040"/>
              </a:gdLst>
              <a:ahLst/>
              <a:cxnLst/>
              <a:rect l="textAreaLeft" t="textAreaTop" r="textAreaRight" b="textAreaBottom"/>
              <a:pathLst>
                <a:path w="821" h="7760">
                  <a:moveTo>
                    <a:pt x="15" y="1"/>
                  </a:moveTo>
                  <a:cubicBezTo>
                    <a:pt x="1" y="1"/>
                    <a:pt x="15" y="103"/>
                    <a:pt x="45" y="308"/>
                  </a:cubicBezTo>
                  <a:cubicBezTo>
                    <a:pt x="59" y="513"/>
                    <a:pt x="89" y="806"/>
                    <a:pt x="132" y="1128"/>
                  </a:cubicBezTo>
                  <a:cubicBezTo>
                    <a:pt x="220" y="1845"/>
                    <a:pt x="337" y="2811"/>
                    <a:pt x="440" y="3880"/>
                  </a:cubicBezTo>
                  <a:cubicBezTo>
                    <a:pt x="572" y="4949"/>
                    <a:pt x="660" y="5930"/>
                    <a:pt x="718" y="6618"/>
                  </a:cubicBezTo>
                  <a:cubicBezTo>
                    <a:pt x="733" y="6954"/>
                    <a:pt x="777" y="7218"/>
                    <a:pt x="791" y="7437"/>
                  </a:cubicBezTo>
                  <a:cubicBezTo>
                    <a:pt x="806" y="7642"/>
                    <a:pt x="821" y="7759"/>
                    <a:pt x="821" y="7759"/>
                  </a:cubicBezTo>
                  <a:lnTo>
                    <a:pt x="821" y="7437"/>
                  </a:lnTo>
                  <a:cubicBezTo>
                    <a:pt x="821" y="7247"/>
                    <a:pt x="806" y="6954"/>
                    <a:pt x="791" y="6603"/>
                  </a:cubicBezTo>
                  <a:cubicBezTo>
                    <a:pt x="733" y="5900"/>
                    <a:pt x="660" y="4934"/>
                    <a:pt x="557" y="3851"/>
                  </a:cubicBezTo>
                  <a:cubicBezTo>
                    <a:pt x="425" y="2782"/>
                    <a:pt x="308" y="1801"/>
                    <a:pt x="206" y="1113"/>
                  </a:cubicBezTo>
                  <a:cubicBezTo>
                    <a:pt x="147" y="762"/>
                    <a:pt x="118" y="484"/>
                    <a:pt x="74" y="293"/>
                  </a:cubicBezTo>
                  <a:cubicBezTo>
                    <a:pt x="59" y="103"/>
                    <a:pt x="15" y="1"/>
                    <a:pt x="1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5" name="Google Shape;1343;p49"/>
            <p:cNvSpPr/>
            <p:nvPr/>
          </p:nvSpPr>
          <p:spPr>
            <a:xfrm flipH="1">
              <a:off x="7345080" y="2410920"/>
              <a:ext cx="164520" cy="179280"/>
            </a:xfrm>
            <a:custGeom>
              <a:avLst/>
              <a:gdLst>
                <a:gd name="textAreaLeft" fmla="*/ -360 w 164520"/>
                <a:gd name="textAreaRight" fmla="*/ 164520 w 164520"/>
                <a:gd name="textAreaTop" fmla="*/ 0 h 179280"/>
                <a:gd name="textAreaBottom" fmla="*/ 179640 h 179280"/>
              </a:gdLst>
              <a:ahLst/>
              <a:cxnLst/>
              <a:rect l="textAreaLeft" t="textAreaTop" r="textAreaRight" b="textAreaBottom"/>
              <a:pathLst>
                <a:path w="2270" h="2473">
                  <a:moveTo>
                    <a:pt x="132" y="0"/>
                  </a:moveTo>
                  <a:cubicBezTo>
                    <a:pt x="132" y="0"/>
                    <a:pt x="249" y="30"/>
                    <a:pt x="440" y="44"/>
                  </a:cubicBezTo>
                  <a:cubicBezTo>
                    <a:pt x="659" y="59"/>
                    <a:pt x="937" y="74"/>
                    <a:pt x="1289" y="117"/>
                  </a:cubicBezTo>
                  <a:cubicBezTo>
                    <a:pt x="1464" y="132"/>
                    <a:pt x="1669" y="147"/>
                    <a:pt x="1874" y="176"/>
                  </a:cubicBezTo>
                  <a:cubicBezTo>
                    <a:pt x="1962" y="191"/>
                    <a:pt x="2079" y="191"/>
                    <a:pt x="2123" y="264"/>
                  </a:cubicBezTo>
                  <a:cubicBezTo>
                    <a:pt x="2182" y="337"/>
                    <a:pt x="2182" y="469"/>
                    <a:pt x="2182" y="571"/>
                  </a:cubicBezTo>
                  <a:cubicBezTo>
                    <a:pt x="2182" y="806"/>
                    <a:pt x="2182" y="1069"/>
                    <a:pt x="2123" y="1303"/>
                  </a:cubicBezTo>
                  <a:cubicBezTo>
                    <a:pt x="2094" y="1567"/>
                    <a:pt x="1977" y="1801"/>
                    <a:pt x="1801" y="1977"/>
                  </a:cubicBezTo>
                  <a:cubicBezTo>
                    <a:pt x="1611" y="2167"/>
                    <a:pt x="1377" y="2299"/>
                    <a:pt x="1142" y="2343"/>
                  </a:cubicBezTo>
                  <a:cubicBezTo>
                    <a:pt x="1025" y="2372"/>
                    <a:pt x="901" y="2390"/>
                    <a:pt x="780" y="2390"/>
                  </a:cubicBezTo>
                  <a:cubicBezTo>
                    <a:pt x="659" y="2390"/>
                    <a:pt x="542" y="2372"/>
                    <a:pt x="440" y="2328"/>
                  </a:cubicBezTo>
                  <a:cubicBezTo>
                    <a:pt x="264" y="2240"/>
                    <a:pt x="176" y="2021"/>
                    <a:pt x="132" y="1816"/>
                  </a:cubicBezTo>
                  <a:cubicBezTo>
                    <a:pt x="103" y="1611"/>
                    <a:pt x="118" y="1435"/>
                    <a:pt x="118" y="1245"/>
                  </a:cubicBezTo>
                  <a:cubicBezTo>
                    <a:pt x="132" y="908"/>
                    <a:pt x="191" y="630"/>
                    <a:pt x="220" y="425"/>
                  </a:cubicBezTo>
                  <a:cubicBezTo>
                    <a:pt x="279" y="220"/>
                    <a:pt x="293" y="117"/>
                    <a:pt x="293" y="117"/>
                  </a:cubicBezTo>
                  <a:lnTo>
                    <a:pt x="293" y="117"/>
                  </a:lnTo>
                  <a:lnTo>
                    <a:pt x="264" y="147"/>
                  </a:lnTo>
                  <a:cubicBezTo>
                    <a:pt x="249" y="205"/>
                    <a:pt x="205" y="278"/>
                    <a:pt x="191" y="366"/>
                  </a:cubicBezTo>
                  <a:cubicBezTo>
                    <a:pt x="132" y="571"/>
                    <a:pt x="74" y="849"/>
                    <a:pt x="44" y="1215"/>
                  </a:cubicBezTo>
                  <a:cubicBezTo>
                    <a:pt x="30" y="1376"/>
                    <a:pt x="1" y="1581"/>
                    <a:pt x="44" y="1801"/>
                  </a:cubicBezTo>
                  <a:cubicBezTo>
                    <a:pt x="44" y="1903"/>
                    <a:pt x="74" y="2021"/>
                    <a:pt x="132" y="2123"/>
                  </a:cubicBezTo>
                  <a:cubicBezTo>
                    <a:pt x="191" y="2240"/>
                    <a:pt x="279" y="2328"/>
                    <a:pt x="396" y="2387"/>
                  </a:cubicBezTo>
                  <a:cubicBezTo>
                    <a:pt x="501" y="2450"/>
                    <a:pt x="617" y="2473"/>
                    <a:pt x="738" y="2473"/>
                  </a:cubicBezTo>
                  <a:cubicBezTo>
                    <a:pt x="869" y="2473"/>
                    <a:pt x="1006" y="2446"/>
                    <a:pt x="1142" y="2416"/>
                  </a:cubicBezTo>
                  <a:cubicBezTo>
                    <a:pt x="1391" y="2372"/>
                    <a:pt x="1655" y="2240"/>
                    <a:pt x="1860" y="2035"/>
                  </a:cubicBezTo>
                  <a:cubicBezTo>
                    <a:pt x="2050" y="1830"/>
                    <a:pt x="2167" y="1567"/>
                    <a:pt x="2226" y="1303"/>
                  </a:cubicBezTo>
                  <a:cubicBezTo>
                    <a:pt x="2270" y="1054"/>
                    <a:pt x="2270" y="791"/>
                    <a:pt x="2270" y="557"/>
                  </a:cubicBezTo>
                  <a:cubicBezTo>
                    <a:pt x="2270" y="425"/>
                    <a:pt x="2270" y="293"/>
                    <a:pt x="2196" y="191"/>
                  </a:cubicBezTo>
                  <a:cubicBezTo>
                    <a:pt x="2167" y="132"/>
                    <a:pt x="2094" y="117"/>
                    <a:pt x="2035" y="103"/>
                  </a:cubicBezTo>
                  <a:cubicBezTo>
                    <a:pt x="1977" y="74"/>
                    <a:pt x="1933" y="74"/>
                    <a:pt x="1874" y="74"/>
                  </a:cubicBezTo>
                  <a:cubicBezTo>
                    <a:pt x="1655" y="59"/>
                    <a:pt x="1464" y="59"/>
                    <a:pt x="1289" y="44"/>
                  </a:cubicBezTo>
                  <a:cubicBezTo>
                    <a:pt x="937" y="30"/>
                    <a:pt x="659" y="30"/>
                    <a:pt x="440"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89640" bIns="89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6" name="Google Shape;1344;p49"/>
            <p:cNvSpPr/>
            <p:nvPr/>
          </p:nvSpPr>
          <p:spPr>
            <a:xfrm flipH="1">
              <a:off x="7081200" y="1596600"/>
              <a:ext cx="83880" cy="430200"/>
            </a:xfrm>
            <a:custGeom>
              <a:avLst/>
              <a:gdLst>
                <a:gd name="textAreaLeft" fmla="*/ -360 w 83880"/>
                <a:gd name="textAreaRight" fmla="*/ 83880 w 83880"/>
                <a:gd name="textAreaTop" fmla="*/ 0 h 430200"/>
                <a:gd name="textAreaBottom" fmla="*/ 430560 h 430200"/>
              </a:gdLst>
              <a:ahLst/>
              <a:cxnLst/>
              <a:rect l="textAreaLeft" t="textAreaTop" r="textAreaRight" b="textAreaBottom"/>
              <a:pathLst>
                <a:path w="1158" h="5930">
                  <a:moveTo>
                    <a:pt x="1" y="0"/>
                  </a:moveTo>
                  <a:lnTo>
                    <a:pt x="1" y="5929"/>
                  </a:lnTo>
                  <a:cubicBezTo>
                    <a:pt x="1" y="5929"/>
                    <a:pt x="1157" y="2460"/>
                    <a:pt x="923" y="1830"/>
                  </a:cubicBezTo>
                  <a:cubicBezTo>
                    <a:pt x="674" y="1216"/>
                    <a:pt x="1" y="0"/>
                    <a:pt x="1"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7" name="Google Shape;1345;p49"/>
            <p:cNvSpPr/>
            <p:nvPr/>
          </p:nvSpPr>
          <p:spPr>
            <a:xfrm flipH="1">
              <a:off x="7275960" y="3311280"/>
              <a:ext cx="171000" cy="435600"/>
            </a:xfrm>
            <a:custGeom>
              <a:avLst/>
              <a:gdLst>
                <a:gd name="textAreaLeft" fmla="*/ -360 w 171000"/>
                <a:gd name="textAreaRight" fmla="*/ 171000 w 171000"/>
                <a:gd name="textAreaTop" fmla="*/ 0 h 435600"/>
                <a:gd name="textAreaBottom" fmla="*/ 435960 h 435600"/>
              </a:gdLst>
              <a:ahLst/>
              <a:cxnLst/>
              <a:rect l="textAreaLeft" t="textAreaTop" r="textAreaRight" b="textAreaBottom"/>
              <a:pathLst>
                <a:path w="2358" h="6004">
                  <a:moveTo>
                    <a:pt x="31" y="1"/>
                  </a:moveTo>
                  <a:cubicBezTo>
                    <a:pt x="30" y="1"/>
                    <a:pt x="30" y="1"/>
                    <a:pt x="30" y="1"/>
                  </a:cubicBezTo>
                  <a:cubicBezTo>
                    <a:pt x="0" y="16"/>
                    <a:pt x="498" y="1362"/>
                    <a:pt x="1128" y="3017"/>
                  </a:cubicBezTo>
                  <a:cubicBezTo>
                    <a:pt x="1768" y="4677"/>
                    <a:pt x="2322" y="6003"/>
                    <a:pt x="2342" y="6003"/>
                  </a:cubicBezTo>
                  <a:cubicBezTo>
                    <a:pt x="2342" y="6003"/>
                    <a:pt x="2343" y="6003"/>
                    <a:pt x="2343" y="6003"/>
                  </a:cubicBezTo>
                  <a:cubicBezTo>
                    <a:pt x="2357" y="6003"/>
                    <a:pt x="1874" y="4642"/>
                    <a:pt x="1245" y="2973"/>
                  </a:cubicBezTo>
                  <a:cubicBezTo>
                    <a:pt x="607" y="1336"/>
                    <a:pt x="70" y="1"/>
                    <a:pt x="31"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8" name="Google Shape;1346;p49"/>
            <p:cNvSpPr/>
            <p:nvPr/>
          </p:nvSpPr>
          <p:spPr>
            <a:xfrm flipH="1">
              <a:off x="7369560" y="3380400"/>
              <a:ext cx="52920" cy="302760"/>
            </a:xfrm>
            <a:custGeom>
              <a:avLst/>
              <a:gdLst>
                <a:gd name="textAreaLeft" fmla="*/ -360 w 52920"/>
                <a:gd name="textAreaRight" fmla="*/ 52920 w 52920"/>
                <a:gd name="textAreaTop" fmla="*/ 0 h 302760"/>
                <a:gd name="textAreaBottom" fmla="*/ 303120 h 302760"/>
              </a:gdLst>
              <a:ahLst/>
              <a:cxnLst/>
              <a:rect l="textAreaLeft" t="textAreaTop" r="textAreaRight" b="textAreaBottom"/>
              <a:pathLst>
                <a:path w="733" h="4173">
                  <a:moveTo>
                    <a:pt x="1" y="1"/>
                  </a:moveTo>
                  <a:cubicBezTo>
                    <a:pt x="1" y="1"/>
                    <a:pt x="45" y="235"/>
                    <a:pt x="118" y="601"/>
                  </a:cubicBezTo>
                  <a:cubicBezTo>
                    <a:pt x="206" y="967"/>
                    <a:pt x="323" y="1494"/>
                    <a:pt x="411" y="2065"/>
                  </a:cubicBezTo>
                  <a:cubicBezTo>
                    <a:pt x="513" y="2650"/>
                    <a:pt x="572" y="3163"/>
                    <a:pt x="630" y="3543"/>
                  </a:cubicBezTo>
                  <a:cubicBezTo>
                    <a:pt x="689" y="3924"/>
                    <a:pt x="704" y="4173"/>
                    <a:pt x="733" y="4173"/>
                  </a:cubicBezTo>
                  <a:cubicBezTo>
                    <a:pt x="733" y="4173"/>
                    <a:pt x="733" y="3924"/>
                    <a:pt x="689" y="3529"/>
                  </a:cubicBezTo>
                  <a:cubicBezTo>
                    <a:pt x="674" y="3148"/>
                    <a:pt x="601" y="2636"/>
                    <a:pt x="513" y="2050"/>
                  </a:cubicBezTo>
                  <a:cubicBezTo>
                    <a:pt x="396" y="1479"/>
                    <a:pt x="294" y="952"/>
                    <a:pt x="177" y="586"/>
                  </a:cubicBezTo>
                  <a:cubicBezTo>
                    <a:pt x="89" y="220"/>
                    <a:pt x="16" y="1"/>
                    <a:pt x="1"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9" name="Google Shape;1347;p49"/>
            <p:cNvSpPr/>
            <p:nvPr/>
          </p:nvSpPr>
          <p:spPr>
            <a:xfrm flipH="1">
              <a:off x="6388560" y="4666680"/>
              <a:ext cx="388800" cy="146520"/>
            </a:xfrm>
            <a:custGeom>
              <a:avLst/>
              <a:gdLst>
                <a:gd name="textAreaLeft" fmla="*/ 360 w 388800"/>
                <a:gd name="textAreaRight" fmla="*/ 389520 w 388800"/>
                <a:gd name="textAreaTop" fmla="*/ 0 h 146520"/>
                <a:gd name="textAreaBottom" fmla="*/ 146880 h 146520"/>
              </a:gdLst>
              <a:ahLst/>
              <a:cxnLst/>
              <a:rect l="textAreaLeft" t="textAreaTop" r="textAreaRight" b="textAreaBottom"/>
              <a:pathLst>
                <a:path w="5359" h="2021">
                  <a:moveTo>
                    <a:pt x="4791" y="1"/>
                  </a:moveTo>
                  <a:cubicBezTo>
                    <a:pt x="4271" y="1"/>
                    <a:pt x="3529" y="118"/>
                    <a:pt x="3529" y="118"/>
                  </a:cubicBezTo>
                  <a:lnTo>
                    <a:pt x="1" y="2021"/>
                  </a:lnTo>
                  <a:cubicBezTo>
                    <a:pt x="1" y="2021"/>
                    <a:pt x="5359" y="352"/>
                    <a:pt x="5286" y="118"/>
                  </a:cubicBezTo>
                  <a:cubicBezTo>
                    <a:pt x="5256" y="30"/>
                    <a:pt x="5051" y="1"/>
                    <a:pt x="4791"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3440" bIns="73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0" name="Google Shape;1348;p49"/>
            <p:cNvSpPr/>
            <p:nvPr/>
          </p:nvSpPr>
          <p:spPr>
            <a:xfrm flipH="1">
              <a:off x="7603920" y="4576320"/>
              <a:ext cx="337680" cy="269280"/>
            </a:xfrm>
            <a:custGeom>
              <a:avLst/>
              <a:gdLst>
                <a:gd name="textAreaLeft" fmla="*/ 360 w 337680"/>
                <a:gd name="textAreaRight" fmla="*/ 338400 w 337680"/>
                <a:gd name="textAreaTop" fmla="*/ 0 h 269280"/>
                <a:gd name="textAreaBottom" fmla="*/ 269640 h 269280"/>
              </a:gdLst>
              <a:ahLst/>
              <a:cxnLst/>
              <a:rect l="textAreaLeft" t="textAreaTop" r="textAreaRight" b="textAreaBottom"/>
              <a:pathLst>
                <a:path w="4657" h="3714">
                  <a:moveTo>
                    <a:pt x="1" y="0"/>
                  </a:moveTo>
                  <a:lnTo>
                    <a:pt x="1" y="146"/>
                  </a:lnTo>
                  <a:cubicBezTo>
                    <a:pt x="1" y="146"/>
                    <a:pt x="4035" y="3713"/>
                    <a:pt x="4498" y="3713"/>
                  </a:cubicBezTo>
                  <a:cubicBezTo>
                    <a:pt x="4520" y="3713"/>
                    <a:pt x="4534" y="3706"/>
                    <a:pt x="4539" y="3689"/>
                  </a:cubicBezTo>
                  <a:cubicBezTo>
                    <a:pt x="4656" y="3323"/>
                    <a:pt x="3895" y="2518"/>
                    <a:pt x="3895" y="2518"/>
                  </a:cubicBezTo>
                  <a:lnTo>
                    <a:pt x="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1" name="Google Shape;1349;p49"/>
            <p:cNvSpPr/>
            <p:nvPr/>
          </p:nvSpPr>
          <p:spPr>
            <a:xfrm flipH="1">
              <a:off x="6995160" y="1100880"/>
              <a:ext cx="351720" cy="186840"/>
            </a:xfrm>
            <a:custGeom>
              <a:avLst/>
              <a:gdLst>
                <a:gd name="textAreaLeft" fmla="*/ -360 w 351720"/>
                <a:gd name="textAreaRight" fmla="*/ 351720 w 351720"/>
                <a:gd name="textAreaTop" fmla="*/ 0 h 186840"/>
                <a:gd name="textAreaBottom" fmla="*/ 187200 h 186840"/>
              </a:gdLst>
              <a:ahLst/>
              <a:cxnLst/>
              <a:rect l="textAreaLeft" t="textAreaTop" r="textAreaRight" b="textAreaBottom"/>
              <a:pathLst>
                <a:path w="4847" h="2576">
                  <a:moveTo>
                    <a:pt x="2637" y="1"/>
                  </a:moveTo>
                  <a:cubicBezTo>
                    <a:pt x="2578" y="1"/>
                    <a:pt x="2519" y="2"/>
                    <a:pt x="2460" y="3"/>
                  </a:cubicBezTo>
                  <a:cubicBezTo>
                    <a:pt x="2035" y="3"/>
                    <a:pt x="1567" y="33"/>
                    <a:pt x="1172" y="179"/>
                  </a:cubicBezTo>
                  <a:cubicBezTo>
                    <a:pt x="747" y="326"/>
                    <a:pt x="381" y="618"/>
                    <a:pt x="176" y="1028"/>
                  </a:cubicBezTo>
                  <a:cubicBezTo>
                    <a:pt x="0" y="1423"/>
                    <a:pt x="30" y="1936"/>
                    <a:pt x="322" y="2273"/>
                  </a:cubicBezTo>
                  <a:lnTo>
                    <a:pt x="308" y="2331"/>
                  </a:lnTo>
                  <a:cubicBezTo>
                    <a:pt x="425" y="2419"/>
                    <a:pt x="527" y="2521"/>
                    <a:pt x="659" y="2565"/>
                  </a:cubicBezTo>
                  <a:cubicBezTo>
                    <a:pt x="693" y="2572"/>
                    <a:pt x="727" y="2576"/>
                    <a:pt x="761" y="2576"/>
                  </a:cubicBezTo>
                  <a:cubicBezTo>
                    <a:pt x="875" y="2576"/>
                    <a:pt x="983" y="2535"/>
                    <a:pt x="1040" y="2434"/>
                  </a:cubicBezTo>
                  <a:cubicBezTo>
                    <a:pt x="1098" y="2302"/>
                    <a:pt x="1040" y="2155"/>
                    <a:pt x="981" y="2009"/>
                  </a:cubicBezTo>
                  <a:cubicBezTo>
                    <a:pt x="908" y="1775"/>
                    <a:pt x="908" y="1497"/>
                    <a:pt x="1011" y="1262"/>
                  </a:cubicBezTo>
                  <a:cubicBezTo>
                    <a:pt x="1259" y="1570"/>
                    <a:pt x="1596" y="1833"/>
                    <a:pt x="1991" y="1907"/>
                  </a:cubicBezTo>
                  <a:cubicBezTo>
                    <a:pt x="2056" y="1918"/>
                    <a:pt x="2122" y="1924"/>
                    <a:pt x="2187" y="1924"/>
                  </a:cubicBezTo>
                  <a:cubicBezTo>
                    <a:pt x="2534" y="1924"/>
                    <a:pt x="2871" y="1763"/>
                    <a:pt x="3031" y="1467"/>
                  </a:cubicBezTo>
                  <a:cubicBezTo>
                    <a:pt x="3075" y="1833"/>
                    <a:pt x="3397" y="2082"/>
                    <a:pt x="3748" y="2199"/>
                  </a:cubicBezTo>
                  <a:cubicBezTo>
                    <a:pt x="3866" y="2230"/>
                    <a:pt x="3989" y="2251"/>
                    <a:pt x="4108" y="2251"/>
                  </a:cubicBezTo>
                  <a:cubicBezTo>
                    <a:pt x="4271" y="2251"/>
                    <a:pt x="4427" y="2213"/>
                    <a:pt x="4553" y="2112"/>
                  </a:cubicBezTo>
                  <a:cubicBezTo>
                    <a:pt x="4758" y="1965"/>
                    <a:pt x="4846" y="1687"/>
                    <a:pt x="4831" y="1423"/>
                  </a:cubicBezTo>
                  <a:cubicBezTo>
                    <a:pt x="4802" y="911"/>
                    <a:pt x="4422" y="472"/>
                    <a:pt x="3968" y="252"/>
                  </a:cubicBezTo>
                  <a:cubicBezTo>
                    <a:pt x="3565" y="57"/>
                    <a:pt x="3104" y="1"/>
                    <a:pt x="263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2" name="Google Shape;1350;p49"/>
            <p:cNvSpPr/>
            <p:nvPr/>
          </p:nvSpPr>
          <p:spPr>
            <a:xfrm flipH="1">
              <a:off x="7360920" y="1363680"/>
              <a:ext cx="46440" cy="55440"/>
            </a:xfrm>
            <a:custGeom>
              <a:avLst/>
              <a:gdLst>
                <a:gd name="textAreaLeft" fmla="*/ -360 w 46440"/>
                <a:gd name="textAreaRight" fmla="*/ 46440 w 46440"/>
                <a:gd name="textAreaTop" fmla="*/ 0 h 55440"/>
                <a:gd name="textAreaBottom" fmla="*/ 55800 h 55440"/>
              </a:gdLst>
              <a:ahLst/>
              <a:cxnLst/>
              <a:rect l="textAreaLeft" t="textAreaTop" r="textAreaRight" b="textAreaBottom"/>
              <a:pathLst>
                <a:path w="646" h="768">
                  <a:moveTo>
                    <a:pt x="425" y="0"/>
                  </a:moveTo>
                  <a:cubicBezTo>
                    <a:pt x="382" y="0"/>
                    <a:pt x="352" y="30"/>
                    <a:pt x="352" y="30"/>
                  </a:cubicBezTo>
                  <a:cubicBezTo>
                    <a:pt x="352" y="44"/>
                    <a:pt x="469" y="30"/>
                    <a:pt x="543" y="147"/>
                  </a:cubicBezTo>
                  <a:cubicBezTo>
                    <a:pt x="557" y="205"/>
                    <a:pt x="557" y="293"/>
                    <a:pt x="543" y="396"/>
                  </a:cubicBezTo>
                  <a:cubicBezTo>
                    <a:pt x="513" y="484"/>
                    <a:pt x="469" y="586"/>
                    <a:pt x="396" y="645"/>
                  </a:cubicBezTo>
                  <a:cubicBezTo>
                    <a:pt x="363" y="663"/>
                    <a:pt x="332" y="672"/>
                    <a:pt x="302" y="672"/>
                  </a:cubicBezTo>
                  <a:cubicBezTo>
                    <a:pt x="240" y="672"/>
                    <a:pt x="187" y="636"/>
                    <a:pt x="147" y="586"/>
                  </a:cubicBezTo>
                  <a:cubicBezTo>
                    <a:pt x="103" y="513"/>
                    <a:pt x="74" y="425"/>
                    <a:pt x="74" y="352"/>
                  </a:cubicBezTo>
                  <a:cubicBezTo>
                    <a:pt x="74" y="205"/>
                    <a:pt x="118" y="103"/>
                    <a:pt x="103" y="103"/>
                  </a:cubicBezTo>
                  <a:cubicBezTo>
                    <a:pt x="74" y="103"/>
                    <a:pt x="45" y="191"/>
                    <a:pt x="1" y="352"/>
                  </a:cubicBezTo>
                  <a:cubicBezTo>
                    <a:pt x="1" y="425"/>
                    <a:pt x="1" y="557"/>
                    <a:pt x="74" y="645"/>
                  </a:cubicBezTo>
                  <a:cubicBezTo>
                    <a:pt x="118" y="688"/>
                    <a:pt x="162" y="732"/>
                    <a:pt x="221" y="762"/>
                  </a:cubicBezTo>
                  <a:cubicBezTo>
                    <a:pt x="239" y="765"/>
                    <a:pt x="259" y="767"/>
                    <a:pt x="280" y="767"/>
                  </a:cubicBezTo>
                  <a:cubicBezTo>
                    <a:pt x="341" y="767"/>
                    <a:pt x="407" y="751"/>
                    <a:pt x="440" y="718"/>
                  </a:cubicBezTo>
                  <a:cubicBezTo>
                    <a:pt x="557" y="645"/>
                    <a:pt x="616" y="513"/>
                    <a:pt x="630" y="410"/>
                  </a:cubicBezTo>
                  <a:cubicBezTo>
                    <a:pt x="645" y="293"/>
                    <a:pt x="645" y="191"/>
                    <a:pt x="587" y="118"/>
                  </a:cubicBezTo>
                  <a:cubicBezTo>
                    <a:pt x="557" y="44"/>
                    <a:pt x="484" y="0"/>
                    <a:pt x="4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3" name="Google Shape;1351;p49"/>
            <p:cNvSpPr/>
            <p:nvPr/>
          </p:nvSpPr>
          <p:spPr>
            <a:xfrm flipH="1">
              <a:off x="7210800" y="1612440"/>
              <a:ext cx="272880" cy="430200"/>
            </a:xfrm>
            <a:custGeom>
              <a:avLst/>
              <a:gdLst>
                <a:gd name="textAreaLeft" fmla="*/ 360 w 272880"/>
                <a:gd name="textAreaRight" fmla="*/ 273600 w 272880"/>
                <a:gd name="textAreaTop" fmla="*/ 0 h 430200"/>
                <a:gd name="textAreaBottom" fmla="*/ 430560 h 430200"/>
              </a:gdLst>
              <a:ahLst/>
              <a:cxnLst/>
              <a:rect l="textAreaLeft" t="textAreaTop" r="textAreaRight" b="textAreaBottom"/>
              <a:pathLst>
                <a:path w="3763" h="5930">
                  <a:moveTo>
                    <a:pt x="659" y="0"/>
                  </a:moveTo>
                  <a:cubicBezTo>
                    <a:pt x="542" y="15"/>
                    <a:pt x="1" y="2123"/>
                    <a:pt x="557" y="2752"/>
                  </a:cubicBezTo>
                  <a:cubicBezTo>
                    <a:pt x="1157" y="3440"/>
                    <a:pt x="3763" y="5929"/>
                    <a:pt x="3763" y="5929"/>
                  </a:cubicBezTo>
                  <a:lnTo>
                    <a:pt x="659" y="0"/>
                  </a:ln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4" name="Google Shape;1352;p49"/>
            <p:cNvSpPr/>
            <p:nvPr/>
          </p:nvSpPr>
          <p:spPr>
            <a:xfrm flipH="1">
              <a:off x="7438320" y="2297160"/>
              <a:ext cx="191160" cy="398520"/>
            </a:xfrm>
            <a:custGeom>
              <a:avLst/>
              <a:gdLst>
                <a:gd name="textAreaLeft" fmla="*/ -360 w 191160"/>
                <a:gd name="textAreaRight" fmla="*/ 191160 w 191160"/>
                <a:gd name="textAreaTop" fmla="*/ 0 h 398520"/>
                <a:gd name="textAreaBottom" fmla="*/ 398880 h 398520"/>
              </a:gdLst>
              <a:ahLst/>
              <a:cxnLst/>
              <a:rect l="textAreaLeft" t="textAreaTop" r="textAreaRight" b="textAreaBottom"/>
              <a:pathLst>
                <a:path w="2636" h="5491">
                  <a:moveTo>
                    <a:pt x="2635" y="1"/>
                  </a:moveTo>
                  <a:cubicBezTo>
                    <a:pt x="2606" y="1"/>
                    <a:pt x="2562" y="74"/>
                    <a:pt x="2489" y="133"/>
                  </a:cubicBezTo>
                  <a:cubicBezTo>
                    <a:pt x="2372" y="250"/>
                    <a:pt x="2240" y="440"/>
                    <a:pt x="2094" y="674"/>
                  </a:cubicBezTo>
                  <a:cubicBezTo>
                    <a:pt x="1786" y="1157"/>
                    <a:pt x="1406" y="1816"/>
                    <a:pt x="1040" y="2577"/>
                  </a:cubicBezTo>
                  <a:cubicBezTo>
                    <a:pt x="674" y="3353"/>
                    <a:pt x="396" y="4085"/>
                    <a:pt x="235" y="4612"/>
                  </a:cubicBezTo>
                  <a:cubicBezTo>
                    <a:pt x="147" y="4891"/>
                    <a:pt x="88" y="5110"/>
                    <a:pt x="44" y="5256"/>
                  </a:cubicBezTo>
                  <a:cubicBezTo>
                    <a:pt x="15" y="5403"/>
                    <a:pt x="0" y="5491"/>
                    <a:pt x="0" y="5491"/>
                  </a:cubicBezTo>
                  <a:cubicBezTo>
                    <a:pt x="15" y="5491"/>
                    <a:pt x="30" y="5418"/>
                    <a:pt x="88" y="5271"/>
                  </a:cubicBezTo>
                  <a:cubicBezTo>
                    <a:pt x="147" y="5125"/>
                    <a:pt x="220" y="4905"/>
                    <a:pt x="308" y="4642"/>
                  </a:cubicBezTo>
                  <a:cubicBezTo>
                    <a:pt x="483" y="4129"/>
                    <a:pt x="762" y="3427"/>
                    <a:pt x="1128" y="2651"/>
                  </a:cubicBezTo>
                  <a:cubicBezTo>
                    <a:pt x="1479" y="1889"/>
                    <a:pt x="1859" y="1231"/>
                    <a:pt x="2152" y="748"/>
                  </a:cubicBezTo>
                  <a:cubicBezTo>
                    <a:pt x="2299" y="528"/>
                    <a:pt x="2416" y="323"/>
                    <a:pt x="2504" y="206"/>
                  </a:cubicBezTo>
                  <a:cubicBezTo>
                    <a:pt x="2591" y="74"/>
                    <a:pt x="2635" y="1"/>
                    <a:pt x="263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5" name="Google Shape;1353;p49"/>
            <p:cNvSpPr/>
            <p:nvPr/>
          </p:nvSpPr>
          <p:spPr>
            <a:xfrm flipH="1">
              <a:off x="7121880" y="2528280"/>
              <a:ext cx="320760" cy="245520"/>
            </a:xfrm>
            <a:custGeom>
              <a:avLst/>
              <a:gdLst>
                <a:gd name="textAreaLeft" fmla="*/ -360 w 320760"/>
                <a:gd name="textAreaRight" fmla="*/ 320760 w 320760"/>
                <a:gd name="textAreaTop" fmla="*/ 0 h 245520"/>
                <a:gd name="textAreaBottom" fmla="*/ 245880 h 245520"/>
              </a:gdLst>
              <a:ahLst/>
              <a:cxnLst/>
              <a:rect l="textAreaLeft" t="textAreaTop" r="textAreaRight" b="textAreaBottom"/>
              <a:pathLst>
                <a:path w="4422" h="3384">
                  <a:moveTo>
                    <a:pt x="3225" y="1"/>
                  </a:moveTo>
                  <a:cubicBezTo>
                    <a:pt x="2820" y="1"/>
                    <a:pt x="1348" y="389"/>
                    <a:pt x="1348" y="389"/>
                  </a:cubicBezTo>
                  <a:cubicBezTo>
                    <a:pt x="1348" y="389"/>
                    <a:pt x="1" y="2892"/>
                    <a:pt x="528" y="3097"/>
                  </a:cubicBezTo>
                  <a:cubicBezTo>
                    <a:pt x="528" y="3097"/>
                    <a:pt x="2100" y="3383"/>
                    <a:pt x="2663" y="3383"/>
                  </a:cubicBezTo>
                  <a:cubicBezTo>
                    <a:pt x="2749" y="3383"/>
                    <a:pt x="2812" y="3376"/>
                    <a:pt x="2841" y="3361"/>
                  </a:cubicBezTo>
                  <a:cubicBezTo>
                    <a:pt x="3075" y="3258"/>
                    <a:pt x="2197" y="2805"/>
                    <a:pt x="2197" y="2804"/>
                  </a:cubicBezTo>
                  <a:lnTo>
                    <a:pt x="2197" y="2804"/>
                  </a:lnTo>
                  <a:cubicBezTo>
                    <a:pt x="2197" y="2805"/>
                    <a:pt x="2893" y="3076"/>
                    <a:pt x="3226" y="3076"/>
                  </a:cubicBezTo>
                  <a:cubicBezTo>
                    <a:pt x="3279" y="3076"/>
                    <a:pt x="3323" y="3069"/>
                    <a:pt x="3353" y="3053"/>
                  </a:cubicBezTo>
                  <a:cubicBezTo>
                    <a:pt x="3573" y="2966"/>
                    <a:pt x="2358" y="2204"/>
                    <a:pt x="2358" y="2204"/>
                  </a:cubicBezTo>
                  <a:lnTo>
                    <a:pt x="2358" y="2204"/>
                  </a:lnTo>
                  <a:cubicBezTo>
                    <a:pt x="2358" y="2204"/>
                    <a:pt x="3219" y="2680"/>
                    <a:pt x="3593" y="2680"/>
                  </a:cubicBezTo>
                  <a:cubicBezTo>
                    <a:pt x="3668" y="2680"/>
                    <a:pt x="3724" y="2661"/>
                    <a:pt x="3749" y="2614"/>
                  </a:cubicBezTo>
                  <a:cubicBezTo>
                    <a:pt x="3895" y="2336"/>
                    <a:pt x="2578" y="1516"/>
                    <a:pt x="2577" y="1516"/>
                  </a:cubicBezTo>
                  <a:lnTo>
                    <a:pt x="2577" y="1516"/>
                  </a:lnTo>
                  <a:cubicBezTo>
                    <a:pt x="2578" y="1516"/>
                    <a:pt x="3625" y="2051"/>
                    <a:pt x="4049" y="2051"/>
                  </a:cubicBezTo>
                  <a:cubicBezTo>
                    <a:pt x="4121" y="2051"/>
                    <a:pt x="4175" y="2035"/>
                    <a:pt x="4202" y="1999"/>
                  </a:cubicBezTo>
                  <a:cubicBezTo>
                    <a:pt x="4422" y="1721"/>
                    <a:pt x="2519" y="755"/>
                    <a:pt x="2519" y="755"/>
                  </a:cubicBezTo>
                  <a:cubicBezTo>
                    <a:pt x="3148" y="623"/>
                    <a:pt x="3426" y="140"/>
                    <a:pt x="3324" y="23"/>
                  </a:cubicBezTo>
                  <a:cubicBezTo>
                    <a:pt x="3314" y="8"/>
                    <a:pt x="3279" y="1"/>
                    <a:pt x="3225" y="1"/>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6" name="Google Shape;1354;p49"/>
            <p:cNvSpPr/>
            <p:nvPr/>
          </p:nvSpPr>
          <p:spPr>
            <a:xfrm flipH="1">
              <a:off x="7320240" y="1703880"/>
              <a:ext cx="835200" cy="1055520"/>
            </a:xfrm>
            <a:custGeom>
              <a:avLst/>
              <a:gdLst>
                <a:gd name="textAreaLeft" fmla="*/ 360 w 835200"/>
                <a:gd name="textAreaRight" fmla="*/ 835920 w 835200"/>
                <a:gd name="textAreaTop" fmla="*/ 0 h 1055520"/>
                <a:gd name="textAreaBottom" fmla="*/ 1055880 h 1055520"/>
              </a:gdLst>
              <a:ahLst/>
              <a:cxnLst/>
              <a:rect l="textAreaLeft" t="textAreaTop" r="textAreaRight" b="textAreaBottom"/>
              <a:pathLst>
                <a:path w="11508" h="14538">
                  <a:moveTo>
                    <a:pt x="7101" y="0"/>
                  </a:moveTo>
                  <a:cubicBezTo>
                    <a:pt x="7101" y="0"/>
                    <a:pt x="4758" y="2079"/>
                    <a:pt x="2372" y="6193"/>
                  </a:cubicBezTo>
                  <a:cubicBezTo>
                    <a:pt x="0" y="10292"/>
                    <a:pt x="4041" y="12034"/>
                    <a:pt x="5124" y="12444"/>
                  </a:cubicBezTo>
                  <a:cubicBezTo>
                    <a:pt x="6208" y="12883"/>
                    <a:pt x="10541" y="14537"/>
                    <a:pt x="10541" y="14537"/>
                  </a:cubicBezTo>
                  <a:lnTo>
                    <a:pt x="11507" y="11404"/>
                  </a:lnTo>
                  <a:cubicBezTo>
                    <a:pt x="11507" y="11404"/>
                    <a:pt x="8872" y="10379"/>
                    <a:pt x="6164" y="8886"/>
                  </a:cubicBezTo>
                  <a:cubicBezTo>
                    <a:pt x="4934" y="8184"/>
                    <a:pt x="9282" y="3177"/>
                    <a:pt x="9282" y="3177"/>
                  </a:cubicBezTo>
                  <a:lnTo>
                    <a:pt x="71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7" name="Google Shape;1355;p49"/>
            <p:cNvSpPr/>
            <p:nvPr/>
          </p:nvSpPr>
          <p:spPr>
            <a:xfrm flipH="1">
              <a:off x="7490160" y="1729080"/>
              <a:ext cx="185760" cy="320040"/>
            </a:xfrm>
            <a:custGeom>
              <a:avLst/>
              <a:gdLst>
                <a:gd name="textAreaLeft" fmla="*/ 360 w 185760"/>
                <a:gd name="textAreaRight" fmla="*/ 186480 w 185760"/>
                <a:gd name="textAreaTop" fmla="*/ 0 h 320040"/>
                <a:gd name="textAreaBottom" fmla="*/ 320400 h 320040"/>
              </a:gdLst>
              <a:ahLst/>
              <a:cxnLst/>
              <a:rect l="textAreaLeft" t="textAreaTop" r="textAreaRight" b="textAreaBottom"/>
              <a:pathLst>
                <a:path w="2563" h="4410">
                  <a:moveTo>
                    <a:pt x="793" y="1"/>
                  </a:moveTo>
                  <a:cubicBezTo>
                    <a:pt x="542" y="1"/>
                    <a:pt x="348" y="42"/>
                    <a:pt x="220" y="106"/>
                  </a:cubicBezTo>
                  <a:cubicBezTo>
                    <a:pt x="147" y="150"/>
                    <a:pt x="89" y="179"/>
                    <a:pt x="59" y="208"/>
                  </a:cubicBezTo>
                  <a:cubicBezTo>
                    <a:pt x="15" y="223"/>
                    <a:pt x="1" y="238"/>
                    <a:pt x="1" y="238"/>
                  </a:cubicBezTo>
                  <a:cubicBezTo>
                    <a:pt x="3" y="240"/>
                    <a:pt x="6" y="240"/>
                    <a:pt x="10" y="240"/>
                  </a:cubicBezTo>
                  <a:cubicBezTo>
                    <a:pt x="36" y="240"/>
                    <a:pt x="108" y="201"/>
                    <a:pt x="235" y="150"/>
                  </a:cubicBezTo>
                  <a:cubicBezTo>
                    <a:pt x="346" y="106"/>
                    <a:pt x="507" y="61"/>
                    <a:pt x="699" y="61"/>
                  </a:cubicBezTo>
                  <a:cubicBezTo>
                    <a:pt x="761" y="61"/>
                    <a:pt x="826" y="66"/>
                    <a:pt x="894" y="77"/>
                  </a:cubicBezTo>
                  <a:cubicBezTo>
                    <a:pt x="1187" y="106"/>
                    <a:pt x="1523" y="223"/>
                    <a:pt x="1787" y="472"/>
                  </a:cubicBezTo>
                  <a:cubicBezTo>
                    <a:pt x="2065" y="721"/>
                    <a:pt x="2270" y="1101"/>
                    <a:pt x="2358" y="1526"/>
                  </a:cubicBezTo>
                  <a:cubicBezTo>
                    <a:pt x="2446" y="1950"/>
                    <a:pt x="2416" y="2360"/>
                    <a:pt x="2299" y="2726"/>
                  </a:cubicBezTo>
                  <a:cubicBezTo>
                    <a:pt x="2197" y="3092"/>
                    <a:pt x="2050" y="3385"/>
                    <a:pt x="1904" y="3649"/>
                  </a:cubicBezTo>
                  <a:cubicBezTo>
                    <a:pt x="1596" y="4146"/>
                    <a:pt x="1348" y="4395"/>
                    <a:pt x="1377" y="4410"/>
                  </a:cubicBezTo>
                  <a:cubicBezTo>
                    <a:pt x="1377" y="4410"/>
                    <a:pt x="1450" y="4366"/>
                    <a:pt x="1553" y="4249"/>
                  </a:cubicBezTo>
                  <a:cubicBezTo>
                    <a:pt x="1655" y="4132"/>
                    <a:pt x="1801" y="3941"/>
                    <a:pt x="1962" y="3693"/>
                  </a:cubicBezTo>
                  <a:cubicBezTo>
                    <a:pt x="2124" y="3458"/>
                    <a:pt x="2285" y="3136"/>
                    <a:pt x="2402" y="2770"/>
                  </a:cubicBezTo>
                  <a:cubicBezTo>
                    <a:pt x="2519" y="2375"/>
                    <a:pt x="2563" y="1936"/>
                    <a:pt x="2475" y="1497"/>
                  </a:cubicBezTo>
                  <a:cubicBezTo>
                    <a:pt x="2372" y="1057"/>
                    <a:pt x="2182" y="662"/>
                    <a:pt x="1860" y="399"/>
                  </a:cubicBezTo>
                  <a:cubicBezTo>
                    <a:pt x="1553" y="150"/>
                    <a:pt x="1201" y="18"/>
                    <a:pt x="908" y="3"/>
                  </a:cubicBezTo>
                  <a:cubicBezTo>
                    <a:pt x="869" y="2"/>
                    <a:pt x="830" y="1"/>
                    <a:pt x="793"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8" name="Google Shape;1356;p49"/>
            <p:cNvSpPr/>
            <p:nvPr/>
          </p:nvSpPr>
          <p:spPr>
            <a:xfrm flipH="1">
              <a:off x="7715520" y="2323440"/>
              <a:ext cx="72000" cy="23400"/>
            </a:xfrm>
            <a:custGeom>
              <a:avLst/>
              <a:gdLst>
                <a:gd name="textAreaLeft" fmla="*/ 360 w 72000"/>
                <a:gd name="textAreaRight" fmla="*/ 72720 w 72000"/>
                <a:gd name="textAreaTop" fmla="*/ 0 h 23400"/>
                <a:gd name="textAreaBottom" fmla="*/ 23760 h 23400"/>
              </a:gdLst>
              <a:ahLst/>
              <a:cxnLst/>
              <a:rect l="textAreaLeft" t="textAreaTop" r="textAreaRight" b="textAreaBottom"/>
              <a:pathLst>
                <a:path w="997" h="325">
                  <a:moveTo>
                    <a:pt x="975" y="0"/>
                  </a:moveTo>
                  <a:cubicBezTo>
                    <a:pt x="906" y="0"/>
                    <a:pt x="700" y="42"/>
                    <a:pt x="484" y="105"/>
                  </a:cubicBezTo>
                  <a:cubicBezTo>
                    <a:pt x="295" y="159"/>
                    <a:pt x="156" y="226"/>
                    <a:pt x="67" y="270"/>
                  </a:cubicBezTo>
                  <a:lnTo>
                    <a:pt x="67" y="270"/>
                  </a:lnTo>
                  <a:cubicBezTo>
                    <a:pt x="54" y="233"/>
                    <a:pt x="40" y="222"/>
                    <a:pt x="15" y="222"/>
                  </a:cubicBezTo>
                  <a:cubicBezTo>
                    <a:pt x="1" y="222"/>
                    <a:pt x="1" y="252"/>
                    <a:pt x="15" y="310"/>
                  </a:cubicBezTo>
                  <a:lnTo>
                    <a:pt x="15" y="325"/>
                  </a:lnTo>
                  <a:lnTo>
                    <a:pt x="59" y="325"/>
                  </a:lnTo>
                  <a:cubicBezTo>
                    <a:pt x="147" y="325"/>
                    <a:pt x="308" y="281"/>
                    <a:pt x="498" y="222"/>
                  </a:cubicBezTo>
                  <a:cubicBezTo>
                    <a:pt x="777" y="135"/>
                    <a:pt x="996" y="18"/>
                    <a:pt x="996" y="3"/>
                  </a:cubicBezTo>
                  <a:cubicBezTo>
                    <a:pt x="992" y="1"/>
                    <a:pt x="985" y="0"/>
                    <a:pt x="975"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9" name="Google Shape;1357;p49"/>
            <p:cNvSpPr/>
            <p:nvPr/>
          </p:nvSpPr>
          <p:spPr>
            <a:xfrm flipH="1">
              <a:off x="7709760" y="2336400"/>
              <a:ext cx="70920" cy="53280"/>
            </a:xfrm>
            <a:custGeom>
              <a:avLst/>
              <a:gdLst>
                <a:gd name="textAreaLeft" fmla="*/ -360 w 70920"/>
                <a:gd name="textAreaRight" fmla="*/ 70920 w 70920"/>
                <a:gd name="textAreaTop" fmla="*/ 0 h 53280"/>
                <a:gd name="textAreaBottom" fmla="*/ 53640 h 53280"/>
              </a:gdLst>
              <a:ahLst/>
              <a:cxnLst/>
              <a:rect l="textAreaLeft" t="textAreaTop" r="textAreaRight" b="textAreaBottom"/>
              <a:pathLst>
                <a:path w="982" h="738">
                  <a:moveTo>
                    <a:pt x="949" y="1"/>
                  </a:moveTo>
                  <a:cubicBezTo>
                    <a:pt x="917" y="1"/>
                    <a:pt x="706" y="143"/>
                    <a:pt x="469" y="338"/>
                  </a:cubicBezTo>
                  <a:cubicBezTo>
                    <a:pt x="205" y="543"/>
                    <a:pt x="0" y="719"/>
                    <a:pt x="30" y="734"/>
                  </a:cubicBezTo>
                  <a:cubicBezTo>
                    <a:pt x="31" y="736"/>
                    <a:pt x="34" y="737"/>
                    <a:pt x="38" y="737"/>
                  </a:cubicBezTo>
                  <a:cubicBezTo>
                    <a:pt x="82" y="737"/>
                    <a:pt x="285" y="599"/>
                    <a:pt x="513" y="411"/>
                  </a:cubicBezTo>
                  <a:cubicBezTo>
                    <a:pt x="776" y="207"/>
                    <a:pt x="981" y="31"/>
                    <a:pt x="952" y="2"/>
                  </a:cubicBezTo>
                  <a:cubicBezTo>
                    <a:pt x="951" y="1"/>
                    <a:pt x="950" y="1"/>
                    <a:pt x="949"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0" name="Google Shape;1358;p49"/>
            <p:cNvSpPr/>
            <p:nvPr/>
          </p:nvSpPr>
          <p:spPr>
            <a:xfrm flipH="1">
              <a:off x="7299000" y="2436120"/>
              <a:ext cx="244080" cy="114840"/>
            </a:xfrm>
            <a:custGeom>
              <a:avLst/>
              <a:gdLst>
                <a:gd name="textAreaLeft" fmla="*/ 360 w 244080"/>
                <a:gd name="textAreaRight" fmla="*/ 244800 w 244080"/>
                <a:gd name="textAreaTop" fmla="*/ 0 h 114840"/>
                <a:gd name="textAreaBottom" fmla="*/ 115200 h 114840"/>
              </a:gdLst>
              <a:ahLst/>
              <a:cxnLst/>
              <a:rect l="textAreaLeft" t="textAreaTop" r="textAreaRight" b="textAreaBottom"/>
              <a:pathLst>
                <a:path w="3368" h="1586">
                  <a:moveTo>
                    <a:pt x="5" y="1"/>
                  </a:moveTo>
                  <a:cubicBezTo>
                    <a:pt x="2" y="1"/>
                    <a:pt x="1" y="1"/>
                    <a:pt x="1" y="3"/>
                  </a:cubicBezTo>
                  <a:cubicBezTo>
                    <a:pt x="1" y="3"/>
                    <a:pt x="191" y="120"/>
                    <a:pt x="484" y="266"/>
                  </a:cubicBezTo>
                  <a:cubicBezTo>
                    <a:pt x="762" y="413"/>
                    <a:pt x="1187" y="603"/>
                    <a:pt x="1655" y="822"/>
                  </a:cubicBezTo>
                  <a:cubicBezTo>
                    <a:pt x="2109" y="1042"/>
                    <a:pt x="2533" y="1247"/>
                    <a:pt x="2841" y="1379"/>
                  </a:cubicBezTo>
                  <a:cubicBezTo>
                    <a:pt x="3122" y="1513"/>
                    <a:pt x="3318" y="1586"/>
                    <a:pt x="3349" y="1586"/>
                  </a:cubicBezTo>
                  <a:cubicBezTo>
                    <a:pt x="3352" y="1586"/>
                    <a:pt x="3353" y="1585"/>
                    <a:pt x="3353" y="1584"/>
                  </a:cubicBezTo>
                  <a:cubicBezTo>
                    <a:pt x="3368" y="1554"/>
                    <a:pt x="3192" y="1467"/>
                    <a:pt x="2870" y="1320"/>
                  </a:cubicBezTo>
                  <a:cubicBezTo>
                    <a:pt x="2577" y="1174"/>
                    <a:pt x="2167" y="969"/>
                    <a:pt x="1699" y="749"/>
                  </a:cubicBezTo>
                  <a:cubicBezTo>
                    <a:pt x="1245" y="530"/>
                    <a:pt x="821" y="339"/>
                    <a:pt x="513" y="208"/>
                  </a:cubicBezTo>
                  <a:cubicBezTo>
                    <a:pt x="231" y="74"/>
                    <a:pt x="36" y="1"/>
                    <a:pt x="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71" name="Google Shape;1359;p49"/>
          <p:cNvGrpSpPr/>
          <p:nvPr/>
        </p:nvGrpSpPr>
        <p:grpSpPr>
          <a:xfrm>
            <a:off x="8025840" y="3135240"/>
            <a:ext cx="727200" cy="1710720"/>
            <a:chOff x="8025840" y="3135240"/>
            <a:chExt cx="727200" cy="1710720"/>
          </a:xfrm>
        </p:grpSpPr>
        <p:sp>
          <p:nvSpPr>
            <p:cNvPr id="572" name="Google Shape;1360;p49"/>
            <p:cNvSpPr/>
            <p:nvPr/>
          </p:nvSpPr>
          <p:spPr>
            <a:xfrm>
              <a:off x="8187840" y="4497480"/>
              <a:ext cx="327600" cy="348480"/>
            </a:xfrm>
            <a:custGeom>
              <a:avLst/>
              <a:gdLst>
                <a:gd name="textAreaLeft" fmla="*/ 0 w 327600"/>
                <a:gd name="textAreaRight" fmla="*/ 327960 w 327600"/>
                <a:gd name="textAreaTop" fmla="*/ 0 h 348480"/>
                <a:gd name="textAreaBottom" fmla="*/ 348840 h 348480"/>
              </a:gdLst>
              <a:ahLst/>
              <a:cxnLst/>
              <a:rect l="textAreaLeft" t="textAreaTop" r="textAreaRight" b="textAreaBottom"/>
              <a:pathLst>
                <a:path w="5578" h="5930">
                  <a:moveTo>
                    <a:pt x="0" y="1"/>
                  </a:moveTo>
                  <a:lnTo>
                    <a:pt x="542" y="5930"/>
                  </a:lnTo>
                  <a:lnTo>
                    <a:pt x="4831" y="5930"/>
                  </a:lnTo>
                  <a:lnTo>
                    <a:pt x="5578"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3" name="Google Shape;1361;p49"/>
            <p:cNvSpPr/>
            <p:nvPr/>
          </p:nvSpPr>
          <p:spPr>
            <a:xfrm>
              <a:off x="8025840" y="3135240"/>
              <a:ext cx="727200" cy="1361880"/>
            </a:xfrm>
            <a:custGeom>
              <a:avLst/>
              <a:gdLst>
                <a:gd name="textAreaLeft" fmla="*/ 0 w 727200"/>
                <a:gd name="textAreaRight" fmla="*/ 727560 w 727200"/>
                <a:gd name="textAreaTop" fmla="*/ 0 h 1361880"/>
                <a:gd name="textAreaBottom" fmla="*/ 1362240 h 1361880"/>
              </a:gdLst>
              <a:ahLst/>
              <a:cxnLst/>
              <a:rect l="textAreaLeft" t="textAreaTop" r="textAreaRight" b="textAreaBottom"/>
              <a:pathLst>
                <a:path w="12372" h="23164">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4" name="Google Shape;1362;p49"/>
            <p:cNvSpPr/>
            <p:nvPr/>
          </p:nvSpPr>
          <p:spPr>
            <a:xfrm>
              <a:off x="8187840" y="4497480"/>
              <a:ext cx="221040" cy="348480"/>
            </a:xfrm>
            <a:custGeom>
              <a:avLst/>
              <a:gdLst>
                <a:gd name="textAreaLeft" fmla="*/ 0 w 221040"/>
                <a:gd name="textAreaRight" fmla="*/ 221400 w 221040"/>
                <a:gd name="textAreaTop" fmla="*/ 0 h 348480"/>
                <a:gd name="textAreaBottom" fmla="*/ 348840 h 348480"/>
              </a:gdLst>
              <a:ahLst/>
              <a:cxnLst/>
              <a:rect l="textAreaLeft" t="textAreaTop" r="textAreaRight" b="textAreaBottom"/>
              <a:pathLst>
                <a:path w="3763" h="5930">
                  <a:moveTo>
                    <a:pt x="0" y="1"/>
                  </a:moveTo>
                  <a:lnTo>
                    <a:pt x="542" y="5930"/>
                  </a:lnTo>
                  <a:lnTo>
                    <a:pt x="3763" y="5930"/>
                  </a:lnTo>
                  <a:lnTo>
                    <a:pt x="513" y="1"/>
                  </a:lnTo>
                  <a:close/>
                </a:path>
              </a:pathLst>
            </a:custGeom>
            <a:solidFill>
              <a:srgbClr val="BA6136">
                <a:alpha val="65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75" name="Google Shape;1363;p49"/>
          <p:cNvGrpSpPr/>
          <p:nvPr/>
        </p:nvGrpSpPr>
        <p:grpSpPr>
          <a:xfrm>
            <a:off x="0" y="916560"/>
            <a:ext cx="622800" cy="618840"/>
            <a:chOff x="0" y="916560"/>
            <a:chExt cx="622800" cy="618840"/>
          </a:xfrm>
        </p:grpSpPr>
        <p:sp>
          <p:nvSpPr>
            <p:cNvPr id="576" name="Google Shape;1364;p49"/>
            <p:cNvSpPr/>
            <p:nvPr/>
          </p:nvSpPr>
          <p:spPr>
            <a:xfrm rot="2517600">
              <a:off x="79560" y="1018080"/>
              <a:ext cx="463680" cy="415440"/>
            </a:xfrm>
            <a:prstGeom prst="wedgeEllipseCallout">
              <a:avLst>
                <a:gd name="adj1" fmla="val -20833"/>
                <a:gd name="adj2" fmla="val 625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7" name="Google Shape;1365;p49"/>
            <p:cNvSpPr/>
            <p:nvPr/>
          </p:nvSpPr>
          <p:spPr>
            <a:xfrm rot="1928400">
              <a:off x="248400" y="1114200"/>
              <a:ext cx="166680" cy="223200"/>
            </a:xfrm>
            <a:custGeom>
              <a:avLst/>
              <a:gdLst>
                <a:gd name="textAreaLeft" fmla="*/ 0 w 166680"/>
                <a:gd name="textAreaRight" fmla="*/ 167040 w 166680"/>
                <a:gd name="textAreaTop" fmla="*/ 0 h 223200"/>
                <a:gd name="textAreaBottom" fmla="*/ 223560 h 223200"/>
              </a:gdLst>
              <a:ahLst/>
              <a:cxnLst/>
              <a:rect l="textAreaLeft" t="textAreaTop" r="textAreaRight" b="textAreaBottom"/>
              <a:pathLst>
                <a:path w="1172" h="1569">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5D8FD-4F20-0963-38D9-375D60FC9535}"/>
            </a:ext>
          </a:extLst>
        </p:cNvPr>
        <p:cNvGrpSpPr/>
        <p:nvPr/>
      </p:nvGrpSpPr>
      <p:grpSpPr>
        <a:xfrm>
          <a:off x="0" y="0"/>
          <a:ext cx="0" cy="0"/>
          <a:chOff x="0" y="0"/>
          <a:chExt cx="0" cy="0"/>
        </a:xfrm>
      </p:grpSpPr>
      <p:grpSp>
        <p:nvGrpSpPr>
          <p:cNvPr id="331" name="Google Shape;401;p32">
            <a:extLst>
              <a:ext uri="{FF2B5EF4-FFF2-40B4-BE49-F238E27FC236}">
                <a16:creationId xmlns:a16="http://schemas.microsoft.com/office/drawing/2014/main" id="{EFAED2CB-A2C3-4285-295D-DDBEDBB97D73}"/>
              </a:ext>
            </a:extLst>
          </p:cNvPr>
          <p:cNvGrpSpPr/>
          <p:nvPr/>
        </p:nvGrpSpPr>
        <p:grpSpPr>
          <a:xfrm>
            <a:off x="548640" y="772560"/>
            <a:ext cx="1674000" cy="2948400"/>
            <a:chOff x="548640" y="772560"/>
            <a:chExt cx="1674000" cy="2948400"/>
          </a:xfrm>
        </p:grpSpPr>
        <p:sp>
          <p:nvSpPr>
            <p:cNvPr id="332" name="Google Shape;402;p32">
              <a:extLst>
                <a:ext uri="{FF2B5EF4-FFF2-40B4-BE49-F238E27FC236}">
                  <a16:creationId xmlns:a16="http://schemas.microsoft.com/office/drawing/2014/main" id="{E066D0BD-0C17-4EAE-D11C-A3EAA483F351}"/>
                </a:ext>
              </a:extLst>
            </p:cNvPr>
            <p:cNvSpPr/>
            <p:nvPr/>
          </p:nvSpPr>
          <p:spPr>
            <a:xfrm>
              <a:off x="575280" y="804960"/>
              <a:ext cx="1638000" cy="2866320"/>
            </a:xfrm>
            <a:custGeom>
              <a:avLst/>
              <a:gdLst>
                <a:gd name="textAreaLeft" fmla="*/ 0 w 1638000"/>
                <a:gd name="textAreaRight" fmla="*/ 1638360 w 1638000"/>
                <a:gd name="textAreaTop" fmla="*/ 0 h 2866320"/>
                <a:gd name="textAreaBottom" fmla="*/ 2866680 h 2866320"/>
              </a:gdLst>
              <a:ahLst/>
              <a:cxnLst/>
              <a:rect l="textAreaLeft" t="textAreaTop" r="textAreaRight" b="textAreaBottom"/>
              <a:pathLst>
                <a:path w="26835" h="46950">
                  <a:moveTo>
                    <a:pt x="1" y="0"/>
                  </a:moveTo>
                  <a:lnTo>
                    <a:pt x="1" y="46949"/>
                  </a:lnTo>
                  <a:lnTo>
                    <a:pt x="26835" y="46949"/>
                  </a:lnTo>
                  <a:lnTo>
                    <a:pt x="26835" y="0"/>
                  </a:lnTo>
                  <a:close/>
                </a:path>
              </a:pathLst>
            </a:custGeom>
            <a:solidFill>
              <a:srgbClr val="FFFFFF">
                <a:alpha val="6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3" name="Google Shape;403;p32">
              <a:extLst>
                <a:ext uri="{FF2B5EF4-FFF2-40B4-BE49-F238E27FC236}">
                  <a16:creationId xmlns:a16="http://schemas.microsoft.com/office/drawing/2014/main" id="{19EC9C0F-49A2-42AC-AFFB-182ECF843AB7}"/>
                </a:ext>
              </a:extLst>
            </p:cNvPr>
            <p:cNvSpPr/>
            <p:nvPr/>
          </p:nvSpPr>
          <p:spPr>
            <a:xfrm>
              <a:off x="548640" y="772560"/>
              <a:ext cx="1674000" cy="2948400"/>
            </a:xfrm>
            <a:custGeom>
              <a:avLst/>
              <a:gdLst>
                <a:gd name="textAreaLeft" fmla="*/ 0 w 1674000"/>
                <a:gd name="textAreaRight" fmla="*/ 1674360 w 1674000"/>
                <a:gd name="textAreaTop" fmla="*/ 0 h 2948400"/>
                <a:gd name="textAreaBottom" fmla="*/ 2948760 h 2948400"/>
              </a:gdLst>
              <a:ahLst/>
              <a:cxnLst/>
              <a:rect l="textAreaLeft" t="textAreaTop" r="textAreaRight" b="textAreaBottom"/>
              <a:pathLst>
                <a:path w="27421" h="48297">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34" name="Google Shape;404;p32">
            <a:extLst>
              <a:ext uri="{FF2B5EF4-FFF2-40B4-BE49-F238E27FC236}">
                <a16:creationId xmlns:a16="http://schemas.microsoft.com/office/drawing/2014/main" id="{4FD76286-CFAC-E118-8BDB-6824C38B1491}"/>
              </a:ext>
            </a:extLst>
          </p:cNvPr>
          <p:cNvGrpSpPr/>
          <p:nvPr/>
        </p:nvGrpSpPr>
        <p:grpSpPr>
          <a:xfrm>
            <a:off x="2369160" y="737280"/>
            <a:ext cx="1674000" cy="2948400"/>
            <a:chOff x="2369160" y="737280"/>
            <a:chExt cx="1674000" cy="2948400"/>
          </a:xfrm>
        </p:grpSpPr>
        <p:sp>
          <p:nvSpPr>
            <p:cNvPr id="335" name="Google Shape;405;p32">
              <a:extLst>
                <a:ext uri="{FF2B5EF4-FFF2-40B4-BE49-F238E27FC236}">
                  <a16:creationId xmlns:a16="http://schemas.microsoft.com/office/drawing/2014/main" id="{252BF6C5-4810-72ED-BCE3-FE4AE06E8960}"/>
                </a:ext>
              </a:extLst>
            </p:cNvPr>
            <p:cNvSpPr/>
            <p:nvPr/>
          </p:nvSpPr>
          <p:spPr>
            <a:xfrm>
              <a:off x="2396160" y="798120"/>
              <a:ext cx="1638000" cy="2866320"/>
            </a:xfrm>
            <a:custGeom>
              <a:avLst/>
              <a:gdLst>
                <a:gd name="textAreaLeft" fmla="*/ 0 w 1638000"/>
                <a:gd name="textAreaRight" fmla="*/ 1638360 w 1638000"/>
                <a:gd name="textAreaTop" fmla="*/ 0 h 2866320"/>
                <a:gd name="textAreaBottom" fmla="*/ 2866680 h 2866320"/>
              </a:gdLst>
              <a:ahLst/>
              <a:cxnLst/>
              <a:rect l="textAreaLeft" t="textAreaTop" r="textAreaRight" b="textAreaBottom"/>
              <a:pathLst>
                <a:path w="26835" h="46950">
                  <a:moveTo>
                    <a:pt x="1" y="0"/>
                  </a:moveTo>
                  <a:lnTo>
                    <a:pt x="1" y="46949"/>
                  </a:lnTo>
                  <a:lnTo>
                    <a:pt x="26835" y="46949"/>
                  </a:lnTo>
                  <a:lnTo>
                    <a:pt x="26835" y="0"/>
                  </a:lnTo>
                  <a:close/>
                </a:path>
              </a:pathLst>
            </a:custGeom>
            <a:solidFill>
              <a:srgbClr val="FFFFFF">
                <a:alpha val="6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6" name="Google Shape;406;p32">
              <a:extLst>
                <a:ext uri="{FF2B5EF4-FFF2-40B4-BE49-F238E27FC236}">
                  <a16:creationId xmlns:a16="http://schemas.microsoft.com/office/drawing/2014/main" id="{197A24D7-F7CC-8C7F-F816-425B34C86801}"/>
                </a:ext>
              </a:extLst>
            </p:cNvPr>
            <p:cNvSpPr/>
            <p:nvPr/>
          </p:nvSpPr>
          <p:spPr>
            <a:xfrm>
              <a:off x="2369160" y="737280"/>
              <a:ext cx="1674000" cy="2948400"/>
            </a:xfrm>
            <a:custGeom>
              <a:avLst/>
              <a:gdLst>
                <a:gd name="textAreaLeft" fmla="*/ 0 w 1674000"/>
                <a:gd name="textAreaRight" fmla="*/ 1674360 w 1674000"/>
                <a:gd name="textAreaTop" fmla="*/ 0 h 2948400"/>
                <a:gd name="textAreaBottom" fmla="*/ 2948760 h 2948400"/>
              </a:gdLst>
              <a:ahLst/>
              <a:cxnLst/>
              <a:rect l="textAreaLeft" t="textAreaTop" r="textAreaRight" b="textAreaBottom"/>
              <a:pathLst>
                <a:path w="27421" h="48297">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38" name="Google Shape;408;p32">
            <a:extLst>
              <a:ext uri="{FF2B5EF4-FFF2-40B4-BE49-F238E27FC236}">
                <a16:creationId xmlns:a16="http://schemas.microsoft.com/office/drawing/2014/main" id="{F83F2CAB-424A-A44C-4510-BBF8F359C34F}"/>
              </a:ext>
            </a:extLst>
          </p:cNvPr>
          <p:cNvGrpSpPr/>
          <p:nvPr/>
        </p:nvGrpSpPr>
        <p:grpSpPr>
          <a:xfrm>
            <a:off x="3115080" y="1404360"/>
            <a:ext cx="475200" cy="456480"/>
            <a:chOff x="3115080" y="1404360"/>
            <a:chExt cx="475200" cy="456480"/>
          </a:xfrm>
        </p:grpSpPr>
        <p:sp>
          <p:nvSpPr>
            <p:cNvPr id="339" name="Google Shape;409;p32">
              <a:extLst>
                <a:ext uri="{FF2B5EF4-FFF2-40B4-BE49-F238E27FC236}">
                  <a16:creationId xmlns:a16="http://schemas.microsoft.com/office/drawing/2014/main" id="{6E51E718-1CF3-783D-B3EA-A9644C88F060}"/>
                </a:ext>
              </a:extLst>
            </p:cNvPr>
            <p:cNvSpPr/>
            <p:nvPr/>
          </p:nvSpPr>
          <p:spPr>
            <a:xfrm>
              <a:off x="3115080" y="1404360"/>
              <a:ext cx="475200" cy="418680"/>
            </a:xfrm>
            <a:custGeom>
              <a:avLst/>
              <a:gdLst>
                <a:gd name="textAreaLeft" fmla="*/ 0 w 475200"/>
                <a:gd name="textAreaRight" fmla="*/ 475560 w 475200"/>
                <a:gd name="textAreaTop" fmla="*/ 0 h 418680"/>
                <a:gd name="textAreaBottom" fmla="*/ 419040 h 418680"/>
              </a:gdLst>
              <a:ahLst/>
              <a:cxnLst/>
              <a:rect l="textAreaLeft" t="textAreaTop" r="textAreaRight" b="textAreaBottom"/>
              <a:pathLst>
                <a:path w="5945" h="5237">
                  <a:moveTo>
                    <a:pt x="2969" y="0"/>
                  </a:moveTo>
                  <a:cubicBezTo>
                    <a:pt x="2633" y="0"/>
                    <a:pt x="2291" y="65"/>
                    <a:pt x="1962" y="203"/>
                  </a:cubicBezTo>
                  <a:cubicBezTo>
                    <a:pt x="630" y="759"/>
                    <a:pt x="1" y="2296"/>
                    <a:pt x="557" y="3628"/>
                  </a:cubicBezTo>
                  <a:cubicBezTo>
                    <a:pt x="976" y="4632"/>
                    <a:pt x="1943" y="5236"/>
                    <a:pt x="2970" y="5236"/>
                  </a:cubicBezTo>
                  <a:cubicBezTo>
                    <a:pt x="3306" y="5236"/>
                    <a:pt x="3650" y="5171"/>
                    <a:pt x="3983" y="5034"/>
                  </a:cubicBezTo>
                  <a:cubicBezTo>
                    <a:pt x="5315" y="4477"/>
                    <a:pt x="5944" y="2940"/>
                    <a:pt x="5388" y="1608"/>
                  </a:cubicBezTo>
                  <a:cubicBezTo>
                    <a:pt x="4969" y="605"/>
                    <a:pt x="3994" y="0"/>
                    <a:pt x="2969"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0" name="Google Shape;410;p32">
              <a:extLst>
                <a:ext uri="{FF2B5EF4-FFF2-40B4-BE49-F238E27FC236}">
                  <a16:creationId xmlns:a16="http://schemas.microsoft.com/office/drawing/2014/main" id="{45E2CEF1-E0DF-8C57-0345-5B6A4006B530}"/>
                </a:ext>
              </a:extLst>
            </p:cNvPr>
            <p:cNvSpPr/>
            <p:nvPr/>
          </p:nvSpPr>
          <p:spPr>
            <a:xfrm>
              <a:off x="3175920" y="1766160"/>
              <a:ext cx="108720" cy="94680"/>
            </a:xfrm>
            <a:custGeom>
              <a:avLst/>
              <a:gdLst>
                <a:gd name="textAreaLeft" fmla="*/ 0 w 108720"/>
                <a:gd name="textAreaRight" fmla="*/ 109080 w 108720"/>
                <a:gd name="textAreaTop" fmla="*/ 0 h 94680"/>
                <a:gd name="textAreaBottom" fmla="*/ 95040 h 94680"/>
              </a:gdLst>
              <a:ahLst/>
              <a:cxnLst/>
              <a:rect l="textAreaLeft" t="textAreaTop" r="textAreaRight" b="textAreaBottom"/>
              <a:pathLst>
                <a:path w="1363" h="1187">
                  <a:moveTo>
                    <a:pt x="396" y="0"/>
                  </a:moveTo>
                  <a:lnTo>
                    <a:pt x="1" y="1186"/>
                  </a:lnTo>
                  <a:lnTo>
                    <a:pt x="1362" y="527"/>
                  </a:lnTo>
                  <a:lnTo>
                    <a:pt x="396"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1" name="Google Shape;411;p32">
              <a:extLst>
                <a:ext uri="{FF2B5EF4-FFF2-40B4-BE49-F238E27FC236}">
                  <a16:creationId xmlns:a16="http://schemas.microsoft.com/office/drawing/2014/main" id="{CA09E35D-E216-1BDF-D29E-8A0CA68CECD4}"/>
                </a:ext>
              </a:extLst>
            </p:cNvPr>
            <p:cNvSpPr/>
            <p:nvPr/>
          </p:nvSpPr>
          <p:spPr>
            <a:xfrm>
              <a:off x="3283200" y="1509840"/>
              <a:ext cx="131760" cy="207360"/>
            </a:xfrm>
            <a:custGeom>
              <a:avLst/>
              <a:gdLst>
                <a:gd name="textAreaLeft" fmla="*/ 0 w 131760"/>
                <a:gd name="textAreaRight" fmla="*/ 132120 w 131760"/>
                <a:gd name="textAreaTop" fmla="*/ 0 h 207360"/>
                <a:gd name="textAreaBottom" fmla="*/ 207720 h 207360"/>
              </a:gdLst>
              <a:ahLst/>
              <a:cxnLst/>
              <a:rect l="textAreaLeft" t="textAreaTop" r="textAreaRight" b="textAreaBottom"/>
              <a:pathLst>
                <a:path w="1230" h="1933">
                  <a:moveTo>
                    <a:pt x="542" y="483"/>
                  </a:moveTo>
                  <a:lnTo>
                    <a:pt x="542" y="791"/>
                  </a:lnTo>
                  <a:cubicBezTo>
                    <a:pt x="498" y="776"/>
                    <a:pt x="439" y="732"/>
                    <a:pt x="425" y="717"/>
                  </a:cubicBezTo>
                  <a:cubicBezTo>
                    <a:pt x="410" y="703"/>
                    <a:pt x="395" y="659"/>
                    <a:pt x="395" y="630"/>
                  </a:cubicBezTo>
                  <a:cubicBezTo>
                    <a:pt x="395" y="571"/>
                    <a:pt x="410" y="542"/>
                    <a:pt x="425" y="512"/>
                  </a:cubicBezTo>
                  <a:cubicBezTo>
                    <a:pt x="439" y="498"/>
                    <a:pt x="483" y="483"/>
                    <a:pt x="542" y="483"/>
                  </a:cubicBezTo>
                  <a:close/>
                  <a:moveTo>
                    <a:pt x="630" y="1157"/>
                  </a:moveTo>
                  <a:cubicBezTo>
                    <a:pt x="688" y="1171"/>
                    <a:pt x="717" y="1215"/>
                    <a:pt x="761" y="1230"/>
                  </a:cubicBezTo>
                  <a:cubicBezTo>
                    <a:pt x="776" y="1244"/>
                    <a:pt x="791" y="1288"/>
                    <a:pt x="791" y="1318"/>
                  </a:cubicBezTo>
                  <a:cubicBezTo>
                    <a:pt x="791" y="1376"/>
                    <a:pt x="791" y="1391"/>
                    <a:pt x="761" y="1435"/>
                  </a:cubicBezTo>
                  <a:cubicBezTo>
                    <a:pt x="732" y="1464"/>
                    <a:pt x="703" y="1493"/>
                    <a:pt x="630" y="1493"/>
                  </a:cubicBezTo>
                  <a:lnTo>
                    <a:pt x="630" y="1157"/>
                  </a:lnTo>
                  <a:close/>
                  <a:moveTo>
                    <a:pt x="556" y="0"/>
                  </a:moveTo>
                  <a:lnTo>
                    <a:pt x="556" y="190"/>
                  </a:lnTo>
                  <a:cubicBezTo>
                    <a:pt x="469" y="190"/>
                    <a:pt x="366" y="205"/>
                    <a:pt x="278" y="249"/>
                  </a:cubicBezTo>
                  <a:cubicBezTo>
                    <a:pt x="190" y="278"/>
                    <a:pt x="132" y="322"/>
                    <a:pt x="73" y="395"/>
                  </a:cubicBezTo>
                  <a:cubicBezTo>
                    <a:pt x="29" y="468"/>
                    <a:pt x="0" y="542"/>
                    <a:pt x="0" y="630"/>
                  </a:cubicBezTo>
                  <a:cubicBezTo>
                    <a:pt x="0" y="717"/>
                    <a:pt x="44" y="805"/>
                    <a:pt x="73" y="864"/>
                  </a:cubicBezTo>
                  <a:cubicBezTo>
                    <a:pt x="117" y="922"/>
                    <a:pt x="176" y="952"/>
                    <a:pt x="249" y="996"/>
                  </a:cubicBezTo>
                  <a:cubicBezTo>
                    <a:pt x="322" y="1025"/>
                    <a:pt x="395" y="1054"/>
                    <a:pt x="498" y="1083"/>
                  </a:cubicBezTo>
                  <a:cubicBezTo>
                    <a:pt x="512" y="1083"/>
                    <a:pt x="542" y="1098"/>
                    <a:pt x="556" y="1098"/>
                  </a:cubicBezTo>
                  <a:lnTo>
                    <a:pt x="556" y="1449"/>
                  </a:lnTo>
                  <a:cubicBezTo>
                    <a:pt x="498" y="1435"/>
                    <a:pt x="469" y="1420"/>
                    <a:pt x="439" y="1376"/>
                  </a:cubicBezTo>
                  <a:cubicBezTo>
                    <a:pt x="410" y="1361"/>
                    <a:pt x="395" y="1318"/>
                    <a:pt x="395" y="1274"/>
                  </a:cubicBezTo>
                  <a:lnTo>
                    <a:pt x="0" y="1274"/>
                  </a:lnTo>
                  <a:cubicBezTo>
                    <a:pt x="29" y="1420"/>
                    <a:pt x="73" y="1523"/>
                    <a:pt x="176" y="1596"/>
                  </a:cubicBezTo>
                  <a:cubicBezTo>
                    <a:pt x="278" y="1684"/>
                    <a:pt x="395" y="1727"/>
                    <a:pt x="556" y="1742"/>
                  </a:cubicBezTo>
                  <a:lnTo>
                    <a:pt x="556" y="1932"/>
                  </a:lnTo>
                  <a:lnTo>
                    <a:pt x="644" y="1932"/>
                  </a:lnTo>
                  <a:lnTo>
                    <a:pt x="644" y="1757"/>
                  </a:lnTo>
                  <a:cubicBezTo>
                    <a:pt x="776" y="1757"/>
                    <a:pt x="864" y="1742"/>
                    <a:pt x="952" y="1713"/>
                  </a:cubicBezTo>
                  <a:cubicBezTo>
                    <a:pt x="1025" y="1669"/>
                    <a:pt x="1098" y="1610"/>
                    <a:pt x="1142" y="1537"/>
                  </a:cubicBezTo>
                  <a:cubicBezTo>
                    <a:pt x="1171" y="1464"/>
                    <a:pt x="1201" y="1391"/>
                    <a:pt x="1230" y="1274"/>
                  </a:cubicBezTo>
                  <a:cubicBezTo>
                    <a:pt x="1230" y="1171"/>
                    <a:pt x="1215" y="1083"/>
                    <a:pt x="1157" y="1025"/>
                  </a:cubicBezTo>
                  <a:cubicBezTo>
                    <a:pt x="1127" y="981"/>
                    <a:pt x="1069" y="937"/>
                    <a:pt x="996" y="908"/>
                  </a:cubicBezTo>
                  <a:cubicBezTo>
                    <a:pt x="922" y="878"/>
                    <a:pt x="849" y="849"/>
                    <a:pt x="732" y="805"/>
                  </a:cubicBezTo>
                  <a:lnTo>
                    <a:pt x="659" y="791"/>
                  </a:lnTo>
                  <a:lnTo>
                    <a:pt x="659" y="468"/>
                  </a:lnTo>
                  <a:cubicBezTo>
                    <a:pt x="703" y="483"/>
                    <a:pt x="732" y="498"/>
                    <a:pt x="761" y="512"/>
                  </a:cubicBezTo>
                  <a:cubicBezTo>
                    <a:pt x="776" y="556"/>
                    <a:pt x="791" y="586"/>
                    <a:pt x="791" y="630"/>
                  </a:cubicBezTo>
                  <a:lnTo>
                    <a:pt x="1201" y="630"/>
                  </a:lnTo>
                  <a:cubicBezTo>
                    <a:pt x="1171" y="498"/>
                    <a:pt x="1127" y="395"/>
                    <a:pt x="1025" y="322"/>
                  </a:cubicBezTo>
                  <a:cubicBezTo>
                    <a:pt x="922" y="249"/>
                    <a:pt x="805" y="205"/>
                    <a:pt x="644" y="190"/>
                  </a:cubicBezTo>
                  <a:lnTo>
                    <a:pt x="64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42" name="Google Shape;412;p32">
            <a:extLst>
              <a:ext uri="{FF2B5EF4-FFF2-40B4-BE49-F238E27FC236}">
                <a16:creationId xmlns:a16="http://schemas.microsoft.com/office/drawing/2014/main" id="{E42C406A-23AB-5C58-AF9D-3934EE5ED5CC}"/>
              </a:ext>
            </a:extLst>
          </p:cNvPr>
          <p:cNvGrpSpPr/>
          <p:nvPr/>
        </p:nvGrpSpPr>
        <p:grpSpPr>
          <a:xfrm>
            <a:off x="2104200" y="1920960"/>
            <a:ext cx="1592280" cy="2427120"/>
            <a:chOff x="2104200" y="1920960"/>
            <a:chExt cx="1592280" cy="2427120"/>
          </a:xfrm>
        </p:grpSpPr>
        <p:sp>
          <p:nvSpPr>
            <p:cNvPr id="343" name="Google Shape;413;p32">
              <a:extLst>
                <a:ext uri="{FF2B5EF4-FFF2-40B4-BE49-F238E27FC236}">
                  <a16:creationId xmlns:a16="http://schemas.microsoft.com/office/drawing/2014/main" id="{2101610D-656F-81FA-D465-E3D341112F53}"/>
                </a:ext>
              </a:extLst>
            </p:cNvPr>
            <p:cNvSpPr/>
            <p:nvPr/>
          </p:nvSpPr>
          <p:spPr>
            <a:xfrm>
              <a:off x="2460960" y="4259520"/>
              <a:ext cx="286560" cy="88560"/>
            </a:xfrm>
            <a:custGeom>
              <a:avLst/>
              <a:gdLst>
                <a:gd name="textAreaLeft" fmla="*/ 0 w 286560"/>
                <a:gd name="textAreaRight" fmla="*/ 286920 w 286560"/>
                <a:gd name="textAreaTop" fmla="*/ 0 h 88560"/>
                <a:gd name="textAreaBottom" fmla="*/ 88920 h 88560"/>
              </a:gdLst>
              <a:ahLst/>
              <a:cxnLst/>
              <a:rect l="textAreaLeft" t="textAreaTop" r="textAreaRight" b="textAreaBottom"/>
              <a:pathLst>
                <a:path w="5344" h="1655">
                  <a:moveTo>
                    <a:pt x="293" y="1"/>
                  </a:moveTo>
                  <a:lnTo>
                    <a:pt x="0" y="1655"/>
                  </a:lnTo>
                  <a:lnTo>
                    <a:pt x="4641" y="1655"/>
                  </a:lnTo>
                  <a:cubicBezTo>
                    <a:pt x="5344" y="1655"/>
                    <a:pt x="4099" y="1025"/>
                    <a:pt x="4099" y="1025"/>
                  </a:cubicBezTo>
                  <a:lnTo>
                    <a:pt x="4304"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4" name="Google Shape;414;p32">
              <a:extLst>
                <a:ext uri="{FF2B5EF4-FFF2-40B4-BE49-F238E27FC236}">
                  <a16:creationId xmlns:a16="http://schemas.microsoft.com/office/drawing/2014/main" id="{6A4ECF35-F37C-907A-4584-CE42DCDC73BD}"/>
                </a:ext>
              </a:extLst>
            </p:cNvPr>
            <p:cNvSpPr/>
            <p:nvPr/>
          </p:nvSpPr>
          <p:spPr>
            <a:xfrm>
              <a:off x="2765160" y="4259520"/>
              <a:ext cx="286560" cy="88560"/>
            </a:xfrm>
            <a:custGeom>
              <a:avLst/>
              <a:gdLst>
                <a:gd name="textAreaLeft" fmla="*/ 0 w 286560"/>
                <a:gd name="textAreaRight" fmla="*/ 286920 w 286560"/>
                <a:gd name="textAreaTop" fmla="*/ 0 h 88560"/>
                <a:gd name="textAreaBottom" fmla="*/ 88920 h 88560"/>
              </a:gdLst>
              <a:ahLst/>
              <a:cxnLst/>
              <a:rect l="textAreaLeft" t="textAreaTop" r="textAreaRight" b="textAreaBottom"/>
              <a:pathLst>
                <a:path w="5345" h="1655">
                  <a:moveTo>
                    <a:pt x="293" y="1"/>
                  </a:moveTo>
                  <a:lnTo>
                    <a:pt x="1" y="1655"/>
                  </a:lnTo>
                  <a:lnTo>
                    <a:pt x="4656" y="1655"/>
                  </a:lnTo>
                  <a:cubicBezTo>
                    <a:pt x="5344" y="1655"/>
                    <a:pt x="4100" y="1025"/>
                    <a:pt x="4100" y="1025"/>
                  </a:cubicBezTo>
                  <a:lnTo>
                    <a:pt x="4319"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5" name="Google Shape;415;p32">
              <a:extLst>
                <a:ext uri="{FF2B5EF4-FFF2-40B4-BE49-F238E27FC236}">
                  <a16:creationId xmlns:a16="http://schemas.microsoft.com/office/drawing/2014/main" id="{0ED2CF9C-F6F4-2378-DA73-161987E5DD13}"/>
                </a:ext>
              </a:extLst>
            </p:cNvPr>
            <p:cNvSpPr/>
            <p:nvPr/>
          </p:nvSpPr>
          <p:spPr>
            <a:xfrm>
              <a:off x="2435040" y="2800080"/>
              <a:ext cx="711000" cy="1504080"/>
            </a:xfrm>
            <a:custGeom>
              <a:avLst/>
              <a:gdLst>
                <a:gd name="textAreaLeft" fmla="*/ 0 w 711000"/>
                <a:gd name="textAreaRight" fmla="*/ 711360 w 711000"/>
                <a:gd name="textAreaTop" fmla="*/ 0 h 1504080"/>
                <a:gd name="textAreaBottom" fmla="*/ 1504440 h 1504080"/>
              </a:gdLst>
              <a:ahLst/>
              <a:cxnLst/>
              <a:rect l="textAreaLeft" t="textAreaTop" r="textAreaRight" b="textAreaBottom"/>
              <a:pathLst>
                <a:path w="13249" h="28021">
                  <a:moveTo>
                    <a:pt x="13249" y="0"/>
                  </a:moveTo>
                  <a:lnTo>
                    <a:pt x="4875" y="937"/>
                  </a:lnTo>
                  <a:lnTo>
                    <a:pt x="0" y="28020"/>
                  </a:lnTo>
                  <a:lnTo>
                    <a:pt x="4992" y="28020"/>
                  </a:lnTo>
                  <a:lnTo>
                    <a:pt x="9164" y="3894"/>
                  </a:lnTo>
                  <a:lnTo>
                    <a:pt x="5768" y="28020"/>
                  </a:lnTo>
                  <a:lnTo>
                    <a:pt x="10438" y="28020"/>
                  </a:lnTo>
                  <a:lnTo>
                    <a:pt x="13249"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6" name="Google Shape;416;p32">
              <a:extLst>
                <a:ext uri="{FF2B5EF4-FFF2-40B4-BE49-F238E27FC236}">
                  <a16:creationId xmlns:a16="http://schemas.microsoft.com/office/drawing/2014/main" id="{A1047113-AD58-359F-2956-019E6F2C1CA7}"/>
                </a:ext>
              </a:extLst>
            </p:cNvPr>
            <p:cNvSpPr/>
            <p:nvPr/>
          </p:nvSpPr>
          <p:spPr>
            <a:xfrm>
              <a:off x="2563200" y="2876040"/>
              <a:ext cx="252000" cy="1409760"/>
            </a:xfrm>
            <a:custGeom>
              <a:avLst/>
              <a:gdLst>
                <a:gd name="textAreaLeft" fmla="*/ 0 w 252000"/>
                <a:gd name="textAreaRight" fmla="*/ 252360 w 252000"/>
                <a:gd name="textAreaTop" fmla="*/ 0 h 1409760"/>
                <a:gd name="textAreaBottom" fmla="*/ 1410120 h 1409760"/>
              </a:gdLst>
              <a:ahLst/>
              <a:cxnLst/>
              <a:rect l="textAreaLeft" t="textAreaTop" r="textAreaRight" b="textAreaBottom"/>
              <a:pathLst>
                <a:path w="4700" h="26264">
                  <a:moveTo>
                    <a:pt x="4685" y="0"/>
                  </a:moveTo>
                  <a:cubicBezTo>
                    <a:pt x="4641" y="0"/>
                    <a:pt x="3587" y="5885"/>
                    <a:pt x="2299" y="13132"/>
                  </a:cubicBezTo>
                  <a:cubicBezTo>
                    <a:pt x="1025" y="20378"/>
                    <a:pt x="0" y="26263"/>
                    <a:pt x="15" y="26263"/>
                  </a:cubicBezTo>
                  <a:cubicBezTo>
                    <a:pt x="15" y="26263"/>
                    <a:pt x="15" y="26263"/>
                    <a:pt x="15" y="26263"/>
                  </a:cubicBezTo>
                  <a:cubicBezTo>
                    <a:pt x="32" y="26263"/>
                    <a:pt x="1100" y="20398"/>
                    <a:pt x="2387" y="13146"/>
                  </a:cubicBezTo>
                  <a:cubicBezTo>
                    <a:pt x="3675" y="5900"/>
                    <a:pt x="4700" y="0"/>
                    <a:pt x="4685" y="0"/>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7" name="Google Shape;417;p32">
              <a:extLst>
                <a:ext uri="{FF2B5EF4-FFF2-40B4-BE49-F238E27FC236}">
                  <a16:creationId xmlns:a16="http://schemas.microsoft.com/office/drawing/2014/main" id="{EC6184B0-69DE-86BD-B633-2DF499C92486}"/>
                </a:ext>
              </a:extLst>
            </p:cNvPr>
            <p:cNvSpPr/>
            <p:nvPr/>
          </p:nvSpPr>
          <p:spPr>
            <a:xfrm>
              <a:off x="2901240" y="2903760"/>
              <a:ext cx="97920" cy="1401120"/>
            </a:xfrm>
            <a:custGeom>
              <a:avLst/>
              <a:gdLst>
                <a:gd name="textAreaLeft" fmla="*/ 0 w 97920"/>
                <a:gd name="textAreaRight" fmla="*/ 98280 w 97920"/>
                <a:gd name="textAreaTop" fmla="*/ 0 h 1401120"/>
                <a:gd name="textAreaBottom" fmla="*/ 1401480 h 1401120"/>
              </a:gdLst>
              <a:ahLst/>
              <a:cxnLst/>
              <a:rect l="textAreaLeft" t="textAreaTop" r="textAreaRight" b="textAreaBottom"/>
              <a:pathLst>
                <a:path w="1831" h="26103">
                  <a:moveTo>
                    <a:pt x="1830" y="0"/>
                  </a:moveTo>
                  <a:cubicBezTo>
                    <a:pt x="1830" y="0"/>
                    <a:pt x="1801" y="44"/>
                    <a:pt x="1801" y="74"/>
                  </a:cubicBezTo>
                  <a:cubicBezTo>
                    <a:pt x="1801" y="132"/>
                    <a:pt x="1801" y="191"/>
                    <a:pt x="1786" y="279"/>
                  </a:cubicBezTo>
                  <a:cubicBezTo>
                    <a:pt x="1772" y="440"/>
                    <a:pt x="1757" y="703"/>
                    <a:pt x="1713" y="1025"/>
                  </a:cubicBezTo>
                  <a:cubicBezTo>
                    <a:pt x="1640" y="1684"/>
                    <a:pt x="1552" y="2636"/>
                    <a:pt x="1435" y="3821"/>
                  </a:cubicBezTo>
                  <a:cubicBezTo>
                    <a:pt x="1215" y="6193"/>
                    <a:pt x="952" y="9472"/>
                    <a:pt x="688" y="13074"/>
                  </a:cubicBezTo>
                  <a:cubicBezTo>
                    <a:pt x="439" y="16675"/>
                    <a:pt x="249" y="19954"/>
                    <a:pt x="147" y="22311"/>
                  </a:cubicBezTo>
                  <a:cubicBezTo>
                    <a:pt x="73" y="23482"/>
                    <a:pt x="30" y="24448"/>
                    <a:pt x="15" y="25107"/>
                  </a:cubicBezTo>
                  <a:cubicBezTo>
                    <a:pt x="15" y="25444"/>
                    <a:pt x="0" y="25693"/>
                    <a:pt x="0" y="25883"/>
                  </a:cubicBezTo>
                  <a:lnTo>
                    <a:pt x="0" y="26088"/>
                  </a:lnTo>
                  <a:lnTo>
                    <a:pt x="0" y="26103"/>
                  </a:lnTo>
                  <a:cubicBezTo>
                    <a:pt x="0" y="26044"/>
                    <a:pt x="15" y="25986"/>
                    <a:pt x="15" y="25898"/>
                  </a:cubicBezTo>
                  <a:cubicBezTo>
                    <a:pt x="15" y="25707"/>
                    <a:pt x="30" y="25459"/>
                    <a:pt x="44" y="25122"/>
                  </a:cubicBezTo>
                  <a:cubicBezTo>
                    <a:pt x="88" y="24463"/>
                    <a:pt x="147" y="23497"/>
                    <a:pt x="191" y="22326"/>
                  </a:cubicBezTo>
                  <a:cubicBezTo>
                    <a:pt x="322" y="19969"/>
                    <a:pt x="513" y="16689"/>
                    <a:pt x="762" y="13088"/>
                  </a:cubicBezTo>
                  <a:cubicBezTo>
                    <a:pt x="1025" y="9487"/>
                    <a:pt x="1289" y="6208"/>
                    <a:pt x="1494" y="3851"/>
                  </a:cubicBezTo>
                  <a:cubicBezTo>
                    <a:pt x="1581" y="2679"/>
                    <a:pt x="1684" y="1699"/>
                    <a:pt x="1728" y="1040"/>
                  </a:cubicBezTo>
                  <a:cubicBezTo>
                    <a:pt x="1772" y="718"/>
                    <a:pt x="1786" y="454"/>
                    <a:pt x="1801" y="279"/>
                  </a:cubicBezTo>
                  <a:cubicBezTo>
                    <a:pt x="1830" y="191"/>
                    <a:pt x="1830" y="132"/>
                    <a:pt x="1830" y="74"/>
                  </a:cubicBezTo>
                  <a:lnTo>
                    <a:pt x="1830" y="0"/>
                  </a:ln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8" name="Google Shape;418;p32">
              <a:extLst>
                <a:ext uri="{FF2B5EF4-FFF2-40B4-BE49-F238E27FC236}">
                  <a16:creationId xmlns:a16="http://schemas.microsoft.com/office/drawing/2014/main" id="{F602CEEA-9E53-9CFF-915A-3B352D735A26}"/>
                </a:ext>
              </a:extLst>
            </p:cNvPr>
            <p:cNvSpPr/>
            <p:nvPr/>
          </p:nvSpPr>
          <p:spPr>
            <a:xfrm>
              <a:off x="3542040" y="2518560"/>
              <a:ext cx="154440" cy="192240"/>
            </a:xfrm>
            <a:custGeom>
              <a:avLst/>
              <a:gdLst>
                <a:gd name="textAreaLeft" fmla="*/ 0 w 154440"/>
                <a:gd name="textAreaRight" fmla="*/ 154800 w 154440"/>
                <a:gd name="textAreaTop" fmla="*/ 0 h 192240"/>
                <a:gd name="textAreaBottom" fmla="*/ 192600 h 192240"/>
              </a:gdLst>
              <a:ahLst/>
              <a:cxnLst/>
              <a:rect l="textAreaLeft" t="textAreaTop" r="textAreaRight" b="textAreaBottom"/>
              <a:pathLst>
                <a:path w="2885" h="3586">
                  <a:moveTo>
                    <a:pt x="1021" y="1"/>
                  </a:moveTo>
                  <a:cubicBezTo>
                    <a:pt x="861" y="1"/>
                    <a:pt x="0" y="1421"/>
                    <a:pt x="0" y="1421"/>
                  </a:cubicBezTo>
                  <a:cubicBezTo>
                    <a:pt x="0" y="1421"/>
                    <a:pt x="619" y="3586"/>
                    <a:pt x="1018" y="3586"/>
                  </a:cubicBezTo>
                  <a:cubicBezTo>
                    <a:pt x="1036" y="3586"/>
                    <a:pt x="1053" y="3582"/>
                    <a:pt x="1069" y="3573"/>
                  </a:cubicBezTo>
                  <a:cubicBezTo>
                    <a:pt x="1069" y="3573"/>
                    <a:pt x="2606" y="2563"/>
                    <a:pt x="2679" y="2373"/>
                  </a:cubicBezTo>
                  <a:cubicBezTo>
                    <a:pt x="2702" y="2310"/>
                    <a:pt x="2641" y="2289"/>
                    <a:pt x="2546" y="2289"/>
                  </a:cubicBezTo>
                  <a:cubicBezTo>
                    <a:pt x="2330" y="2289"/>
                    <a:pt x="1933" y="2402"/>
                    <a:pt x="1933" y="2402"/>
                  </a:cubicBezTo>
                  <a:cubicBezTo>
                    <a:pt x="1933" y="2402"/>
                    <a:pt x="2738" y="2080"/>
                    <a:pt x="2811" y="1875"/>
                  </a:cubicBezTo>
                  <a:cubicBezTo>
                    <a:pt x="2832" y="1818"/>
                    <a:pt x="2754" y="1797"/>
                    <a:pt x="2630" y="1797"/>
                  </a:cubicBezTo>
                  <a:cubicBezTo>
                    <a:pt x="2313" y="1797"/>
                    <a:pt x="1699" y="1933"/>
                    <a:pt x="1699" y="1933"/>
                  </a:cubicBezTo>
                  <a:cubicBezTo>
                    <a:pt x="1699" y="1933"/>
                    <a:pt x="2884" y="1611"/>
                    <a:pt x="2811" y="1363"/>
                  </a:cubicBezTo>
                  <a:cubicBezTo>
                    <a:pt x="2788" y="1278"/>
                    <a:pt x="2636" y="1249"/>
                    <a:pt x="2440" y="1249"/>
                  </a:cubicBezTo>
                  <a:cubicBezTo>
                    <a:pt x="2027" y="1249"/>
                    <a:pt x="1420" y="1377"/>
                    <a:pt x="1420" y="1377"/>
                  </a:cubicBezTo>
                  <a:cubicBezTo>
                    <a:pt x="1420" y="1377"/>
                    <a:pt x="2753" y="997"/>
                    <a:pt x="2738" y="704"/>
                  </a:cubicBezTo>
                  <a:cubicBezTo>
                    <a:pt x="2735" y="640"/>
                    <a:pt x="2649" y="615"/>
                    <a:pt x="2516" y="615"/>
                  </a:cubicBezTo>
                  <a:cubicBezTo>
                    <a:pt x="2037" y="615"/>
                    <a:pt x="952" y="938"/>
                    <a:pt x="952" y="938"/>
                  </a:cubicBezTo>
                  <a:cubicBezTo>
                    <a:pt x="1259" y="499"/>
                    <a:pt x="1142" y="45"/>
                    <a:pt x="1025" y="1"/>
                  </a:cubicBezTo>
                  <a:cubicBezTo>
                    <a:pt x="1024" y="1"/>
                    <a:pt x="1022" y="1"/>
                    <a:pt x="1021" y="1"/>
                  </a:cubicBezTo>
                  <a:close/>
                </a:path>
              </a:pathLst>
            </a:custGeom>
            <a:solidFill>
              <a:srgbClr val="E4806A"/>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9" name="Google Shape;419;p32">
              <a:extLst>
                <a:ext uri="{FF2B5EF4-FFF2-40B4-BE49-F238E27FC236}">
                  <a16:creationId xmlns:a16="http://schemas.microsoft.com/office/drawing/2014/main" id="{56E596C3-6A09-5B9B-F423-86ADF93CBFB9}"/>
                </a:ext>
              </a:extLst>
            </p:cNvPr>
            <p:cNvSpPr/>
            <p:nvPr/>
          </p:nvSpPr>
          <p:spPr>
            <a:xfrm>
              <a:off x="3012840" y="2276280"/>
              <a:ext cx="604080" cy="604080"/>
            </a:xfrm>
            <a:custGeom>
              <a:avLst/>
              <a:gdLst>
                <a:gd name="textAreaLeft" fmla="*/ 0 w 604080"/>
                <a:gd name="textAreaRight" fmla="*/ 604440 w 604080"/>
                <a:gd name="textAreaTop" fmla="*/ 0 h 604080"/>
                <a:gd name="textAreaBottom" fmla="*/ 604440 h 604080"/>
              </a:gdLst>
              <a:ahLst/>
              <a:cxnLst/>
              <a:rect l="textAreaLeft" t="textAreaTop" r="textAreaRight" b="textAreaBottom"/>
              <a:pathLst>
                <a:path w="11258" h="11255">
                  <a:moveTo>
                    <a:pt x="1903" y="0"/>
                  </a:moveTo>
                  <a:lnTo>
                    <a:pt x="264" y="1244"/>
                  </a:lnTo>
                  <a:cubicBezTo>
                    <a:pt x="264" y="1244"/>
                    <a:pt x="0" y="5051"/>
                    <a:pt x="1362" y="8828"/>
                  </a:cubicBezTo>
                  <a:cubicBezTo>
                    <a:pt x="2035" y="10724"/>
                    <a:pt x="3206" y="11254"/>
                    <a:pt x="4319" y="11254"/>
                  </a:cubicBezTo>
                  <a:cubicBezTo>
                    <a:pt x="5431" y="11254"/>
                    <a:pt x="6485" y="10724"/>
                    <a:pt x="6925" y="10497"/>
                  </a:cubicBezTo>
                  <a:cubicBezTo>
                    <a:pt x="7803" y="10043"/>
                    <a:pt x="11258" y="8140"/>
                    <a:pt x="11258" y="8140"/>
                  </a:cubicBezTo>
                  <a:lnTo>
                    <a:pt x="9779" y="5783"/>
                  </a:lnTo>
                  <a:cubicBezTo>
                    <a:pt x="9779" y="5783"/>
                    <a:pt x="7642" y="6925"/>
                    <a:pt x="5197" y="7847"/>
                  </a:cubicBezTo>
                  <a:cubicBezTo>
                    <a:pt x="5169" y="7857"/>
                    <a:pt x="5140" y="7863"/>
                    <a:pt x="5111" y="7863"/>
                  </a:cubicBezTo>
                  <a:cubicBezTo>
                    <a:pt x="3963" y="7863"/>
                    <a:pt x="1903" y="0"/>
                    <a:pt x="190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0" name="Google Shape;420;p32">
              <a:extLst>
                <a:ext uri="{FF2B5EF4-FFF2-40B4-BE49-F238E27FC236}">
                  <a16:creationId xmlns:a16="http://schemas.microsoft.com/office/drawing/2014/main" id="{C1D7E826-FB49-E8C8-CFA6-A6BBFAA1872C}"/>
                </a:ext>
              </a:extLst>
            </p:cNvPr>
            <p:cNvSpPr/>
            <p:nvPr/>
          </p:nvSpPr>
          <p:spPr>
            <a:xfrm>
              <a:off x="2669400" y="2224800"/>
              <a:ext cx="499680" cy="668880"/>
            </a:xfrm>
            <a:custGeom>
              <a:avLst/>
              <a:gdLst>
                <a:gd name="textAreaLeft" fmla="*/ 0 w 499680"/>
                <a:gd name="textAreaRight" fmla="*/ 500040 w 499680"/>
                <a:gd name="textAreaTop" fmla="*/ 0 h 668880"/>
                <a:gd name="textAreaBottom" fmla="*/ 669240 h 668880"/>
              </a:gdLst>
              <a:ahLst/>
              <a:cxnLst/>
              <a:rect l="textAreaLeft" t="textAreaTop" r="textAreaRight" b="textAreaBottom"/>
              <a:pathLst>
                <a:path w="9312" h="12463">
                  <a:moveTo>
                    <a:pt x="4580" y="1"/>
                  </a:moveTo>
                  <a:cubicBezTo>
                    <a:pt x="3653" y="1"/>
                    <a:pt x="2762" y="110"/>
                    <a:pt x="2197" y="335"/>
                  </a:cubicBezTo>
                  <a:cubicBezTo>
                    <a:pt x="2197" y="335"/>
                    <a:pt x="191" y="1169"/>
                    <a:pt x="1" y="3014"/>
                  </a:cubicBezTo>
                  <a:lnTo>
                    <a:pt x="1" y="7581"/>
                  </a:lnTo>
                  <a:lnTo>
                    <a:pt x="15" y="10802"/>
                  </a:lnTo>
                  <a:cubicBezTo>
                    <a:pt x="15" y="11329"/>
                    <a:pt x="454" y="11768"/>
                    <a:pt x="981" y="11797"/>
                  </a:cubicBezTo>
                  <a:cubicBezTo>
                    <a:pt x="2430" y="11826"/>
                    <a:pt x="4981" y="12462"/>
                    <a:pt x="6961" y="12462"/>
                  </a:cubicBezTo>
                  <a:cubicBezTo>
                    <a:pt x="7963" y="12462"/>
                    <a:pt x="8819" y="12299"/>
                    <a:pt x="9311" y="11812"/>
                  </a:cubicBezTo>
                  <a:lnTo>
                    <a:pt x="8418" y="6249"/>
                  </a:lnTo>
                  <a:lnTo>
                    <a:pt x="7701" y="525"/>
                  </a:lnTo>
                  <a:cubicBezTo>
                    <a:pt x="7011" y="180"/>
                    <a:pt x="5766" y="1"/>
                    <a:pt x="458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1" name="Google Shape;421;p32">
              <a:extLst>
                <a:ext uri="{FF2B5EF4-FFF2-40B4-BE49-F238E27FC236}">
                  <a16:creationId xmlns:a16="http://schemas.microsoft.com/office/drawing/2014/main" id="{9A59197C-DAAF-609E-7EC1-3DEF4192C9C3}"/>
                </a:ext>
              </a:extLst>
            </p:cNvPr>
            <p:cNvSpPr/>
            <p:nvPr/>
          </p:nvSpPr>
          <p:spPr>
            <a:xfrm>
              <a:off x="2843280" y="1928880"/>
              <a:ext cx="270000" cy="341640"/>
            </a:xfrm>
            <a:custGeom>
              <a:avLst/>
              <a:gdLst>
                <a:gd name="textAreaLeft" fmla="*/ 0 w 270000"/>
                <a:gd name="textAreaRight" fmla="*/ 270360 w 270000"/>
                <a:gd name="textAreaTop" fmla="*/ 0 h 341640"/>
                <a:gd name="textAreaBottom" fmla="*/ 342000 h 341640"/>
              </a:gdLst>
              <a:ahLst/>
              <a:cxnLst/>
              <a:rect l="textAreaLeft" t="textAreaTop" r="textAreaRight" b="textAreaBottom"/>
              <a:pathLst>
                <a:path w="5037" h="6366">
                  <a:moveTo>
                    <a:pt x="2662" y="0"/>
                  </a:moveTo>
                  <a:cubicBezTo>
                    <a:pt x="1390" y="0"/>
                    <a:pt x="1333" y="586"/>
                    <a:pt x="1333" y="586"/>
                  </a:cubicBezTo>
                  <a:lnTo>
                    <a:pt x="1333" y="1596"/>
                  </a:lnTo>
                  <a:cubicBezTo>
                    <a:pt x="1333" y="1596"/>
                    <a:pt x="997" y="1358"/>
                    <a:pt x="679" y="1358"/>
                  </a:cubicBezTo>
                  <a:cubicBezTo>
                    <a:pt x="446" y="1358"/>
                    <a:pt x="222" y="1486"/>
                    <a:pt x="147" y="1933"/>
                  </a:cubicBezTo>
                  <a:cubicBezTo>
                    <a:pt x="1" y="2738"/>
                    <a:pt x="777" y="2899"/>
                    <a:pt x="777" y="2899"/>
                  </a:cubicBezTo>
                  <a:lnTo>
                    <a:pt x="601" y="5256"/>
                  </a:lnTo>
                  <a:cubicBezTo>
                    <a:pt x="587" y="5563"/>
                    <a:pt x="674" y="5886"/>
                    <a:pt x="894" y="6105"/>
                  </a:cubicBezTo>
                  <a:cubicBezTo>
                    <a:pt x="1097" y="6296"/>
                    <a:pt x="1327" y="6366"/>
                    <a:pt x="1555" y="6366"/>
                  </a:cubicBezTo>
                  <a:cubicBezTo>
                    <a:pt x="1905" y="6366"/>
                    <a:pt x="2251" y="6203"/>
                    <a:pt x="2490" y="6061"/>
                  </a:cubicBezTo>
                  <a:cubicBezTo>
                    <a:pt x="2665" y="5929"/>
                    <a:pt x="2782" y="5754"/>
                    <a:pt x="2782" y="5534"/>
                  </a:cubicBezTo>
                  <a:lnTo>
                    <a:pt x="2782" y="4905"/>
                  </a:lnTo>
                  <a:lnTo>
                    <a:pt x="3632" y="4905"/>
                  </a:lnTo>
                  <a:cubicBezTo>
                    <a:pt x="5037" y="4831"/>
                    <a:pt x="4788" y="396"/>
                    <a:pt x="4788" y="396"/>
                  </a:cubicBezTo>
                  <a:cubicBezTo>
                    <a:pt x="4788" y="57"/>
                    <a:pt x="4135" y="44"/>
                    <a:pt x="4039" y="44"/>
                  </a:cubicBezTo>
                  <a:cubicBezTo>
                    <a:pt x="4031" y="44"/>
                    <a:pt x="4027" y="44"/>
                    <a:pt x="4027" y="44"/>
                  </a:cubicBezTo>
                  <a:lnTo>
                    <a:pt x="2709" y="0"/>
                  </a:lnTo>
                  <a:cubicBezTo>
                    <a:pt x="2693" y="0"/>
                    <a:pt x="2678" y="0"/>
                    <a:pt x="2662" y="0"/>
                  </a:cubicBezTo>
                  <a:close/>
                </a:path>
              </a:pathLst>
            </a:custGeom>
            <a:solidFill>
              <a:srgbClr val="FFB18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2" name="Google Shape;422;p32">
              <a:extLst>
                <a:ext uri="{FF2B5EF4-FFF2-40B4-BE49-F238E27FC236}">
                  <a16:creationId xmlns:a16="http://schemas.microsoft.com/office/drawing/2014/main" id="{37C50881-9056-50A3-4641-278AAA764832}"/>
                </a:ext>
              </a:extLst>
            </p:cNvPr>
            <p:cNvSpPr/>
            <p:nvPr/>
          </p:nvSpPr>
          <p:spPr>
            <a:xfrm>
              <a:off x="3043800" y="2040480"/>
              <a:ext cx="12960" cy="69480"/>
            </a:xfrm>
            <a:custGeom>
              <a:avLst/>
              <a:gdLst>
                <a:gd name="textAreaLeft" fmla="*/ 0 w 12960"/>
                <a:gd name="textAreaRight" fmla="*/ 13320 w 12960"/>
                <a:gd name="textAreaTop" fmla="*/ 0 h 69480"/>
                <a:gd name="textAreaBottom" fmla="*/ 69840 h 69480"/>
              </a:gdLst>
              <a:ahLst/>
              <a:cxnLst/>
              <a:rect l="textAreaLeft" t="textAreaTop" r="textAreaRight" b="textAreaBottom"/>
              <a:pathLst>
                <a:path w="249" h="1304">
                  <a:moveTo>
                    <a:pt x="205" y="0"/>
                  </a:moveTo>
                  <a:cubicBezTo>
                    <a:pt x="176" y="0"/>
                    <a:pt x="161" y="322"/>
                    <a:pt x="161" y="718"/>
                  </a:cubicBezTo>
                  <a:cubicBezTo>
                    <a:pt x="161" y="908"/>
                    <a:pt x="205" y="1113"/>
                    <a:pt x="146" y="1201"/>
                  </a:cubicBezTo>
                  <a:cubicBezTo>
                    <a:pt x="117" y="1230"/>
                    <a:pt x="88" y="1274"/>
                    <a:pt x="44" y="1274"/>
                  </a:cubicBezTo>
                  <a:cubicBezTo>
                    <a:pt x="15" y="1289"/>
                    <a:pt x="0" y="1289"/>
                    <a:pt x="0" y="1289"/>
                  </a:cubicBezTo>
                  <a:cubicBezTo>
                    <a:pt x="0" y="1289"/>
                    <a:pt x="15" y="1303"/>
                    <a:pt x="44" y="1303"/>
                  </a:cubicBezTo>
                  <a:cubicBezTo>
                    <a:pt x="88" y="1303"/>
                    <a:pt x="146" y="1274"/>
                    <a:pt x="205" y="1215"/>
                  </a:cubicBezTo>
                  <a:cubicBezTo>
                    <a:pt x="234" y="1171"/>
                    <a:pt x="249" y="1069"/>
                    <a:pt x="249" y="981"/>
                  </a:cubicBezTo>
                  <a:lnTo>
                    <a:pt x="249" y="703"/>
                  </a:lnTo>
                  <a:cubicBezTo>
                    <a:pt x="249" y="322"/>
                    <a:pt x="220" y="0"/>
                    <a:pt x="2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4920" bIns="34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3" name="Google Shape;423;p32">
              <a:extLst>
                <a:ext uri="{FF2B5EF4-FFF2-40B4-BE49-F238E27FC236}">
                  <a16:creationId xmlns:a16="http://schemas.microsoft.com/office/drawing/2014/main" id="{866C445D-C8D2-6771-8A42-4B9666E02AF8}"/>
                </a:ext>
              </a:extLst>
            </p:cNvPr>
            <p:cNvSpPr/>
            <p:nvPr/>
          </p:nvSpPr>
          <p:spPr>
            <a:xfrm>
              <a:off x="3001320" y="2042280"/>
              <a:ext cx="4320" cy="17640"/>
            </a:xfrm>
            <a:custGeom>
              <a:avLst/>
              <a:gdLst>
                <a:gd name="textAreaLeft" fmla="*/ 0 w 4320"/>
                <a:gd name="textAreaRight" fmla="*/ 4680 w 4320"/>
                <a:gd name="textAreaTop" fmla="*/ 0 h 17640"/>
                <a:gd name="textAreaBottom" fmla="*/ 18000 h 17640"/>
              </a:gdLst>
              <a:ahLst/>
              <a:cxnLst/>
              <a:rect l="textAreaLeft" t="textAreaTop" r="textAreaRight" b="textAreaBottom"/>
              <a:pathLst>
                <a:path w="89" h="338">
                  <a:moveTo>
                    <a:pt x="44" y="1"/>
                  </a:moveTo>
                  <a:cubicBezTo>
                    <a:pt x="15" y="1"/>
                    <a:pt x="0" y="74"/>
                    <a:pt x="0" y="162"/>
                  </a:cubicBezTo>
                  <a:cubicBezTo>
                    <a:pt x="0" y="264"/>
                    <a:pt x="44" y="337"/>
                    <a:pt x="59" y="337"/>
                  </a:cubicBezTo>
                  <a:cubicBezTo>
                    <a:pt x="74" y="337"/>
                    <a:pt x="88" y="264"/>
                    <a:pt x="88" y="162"/>
                  </a:cubicBezTo>
                  <a:cubicBezTo>
                    <a:pt x="88" y="74"/>
                    <a:pt x="59" y="1"/>
                    <a:pt x="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4" name="Google Shape;424;p32">
              <a:extLst>
                <a:ext uri="{FF2B5EF4-FFF2-40B4-BE49-F238E27FC236}">
                  <a16:creationId xmlns:a16="http://schemas.microsoft.com/office/drawing/2014/main" id="{5CDBECF0-EC06-2769-191A-75CF5B1AE234}"/>
                </a:ext>
              </a:extLst>
            </p:cNvPr>
            <p:cNvSpPr/>
            <p:nvPr/>
          </p:nvSpPr>
          <p:spPr>
            <a:xfrm>
              <a:off x="3079080" y="2041200"/>
              <a:ext cx="4320" cy="16920"/>
            </a:xfrm>
            <a:custGeom>
              <a:avLst/>
              <a:gdLst>
                <a:gd name="textAreaLeft" fmla="*/ 0 w 4320"/>
                <a:gd name="textAreaRight" fmla="*/ 4680 w 4320"/>
                <a:gd name="textAreaTop" fmla="*/ 0 h 16920"/>
                <a:gd name="textAreaBottom" fmla="*/ 17280 h 16920"/>
              </a:gdLst>
              <a:ahLst/>
              <a:cxnLst/>
              <a:rect l="textAreaLeft" t="textAreaTop" r="textAreaRight" b="textAreaBottom"/>
              <a:pathLst>
                <a:path w="89" h="323">
                  <a:moveTo>
                    <a:pt x="30" y="1"/>
                  </a:moveTo>
                  <a:cubicBezTo>
                    <a:pt x="15" y="1"/>
                    <a:pt x="1" y="74"/>
                    <a:pt x="1" y="162"/>
                  </a:cubicBezTo>
                  <a:cubicBezTo>
                    <a:pt x="1" y="250"/>
                    <a:pt x="30" y="323"/>
                    <a:pt x="59" y="323"/>
                  </a:cubicBezTo>
                  <a:cubicBezTo>
                    <a:pt x="74" y="323"/>
                    <a:pt x="89" y="250"/>
                    <a:pt x="89" y="162"/>
                  </a:cubicBezTo>
                  <a:cubicBezTo>
                    <a:pt x="89" y="74"/>
                    <a:pt x="59" y="1"/>
                    <a:pt x="3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5" name="Google Shape;425;p32">
              <a:extLst>
                <a:ext uri="{FF2B5EF4-FFF2-40B4-BE49-F238E27FC236}">
                  <a16:creationId xmlns:a16="http://schemas.microsoft.com/office/drawing/2014/main" id="{AF6B23B3-4954-30EB-397B-10526DC11E31}"/>
                </a:ext>
              </a:extLst>
            </p:cNvPr>
            <p:cNvSpPr/>
            <p:nvPr/>
          </p:nvSpPr>
          <p:spPr>
            <a:xfrm>
              <a:off x="2950920" y="2166480"/>
              <a:ext cx="42120" cy="73440"/>
            </a:xfrm>
            <a:custGeom>
              <a:avLst/>
              <a:gdLst>
                <a:gd name="textAreaLeft" fmla="*/ 0 w 42120"/>
                <a:gd name="textAreaRight" fmla="*/ 42480 w 42120"/>
                <a:gd name="textAreaTop" fmla="*/ 0 h 73440"/>
                <a:gd name="textAreaBottom" fmla="*/ 73800 h 73440"/>
              </a:gdLst>
              <a:ahLst/>
              <a:cxnLst/>
              <a:rect l="textAreaLeft" t="textAreaTop" r="textAreaRight" b="textAreaBottom"/>
              <a:pathLst>
                <a:path w="792" h="1377">
                  <a:moveTo>
                    <a:pt x="30" y="1"/>
                  </a:moveTo>
                  <a:lnTo>
                    <a:pt x="30" y="1"/>
                  </a:lnTo>
                  <a:cubicBezTo>
                    <a:pt x="1" y="235"/>
                    <a:pt x="1" y="484"/>
                    <a:pt x="74" y="718"/>
                  </a:cubicBezTo>
                  <a:cubicBezTo>
                    <a:pt x="147" y="967"/>
                    <a:pt x="293" y="1186"/>
                    <a:pt x="513" y="1289"/>
                  </a:cubicBezTo>
                  <a:cubicBezTo>
                    <a:pt x="586" y="1333"/>
                    <a:pt x="718" y="1377"/>
                    <a:pt x="718" y="1377"/>
                  </a:cubicBezTo>
                  <a:cubicBezTo>
                    <a:pt x="718" y="1362"/>
                    <a:pt x="762" y="1216"/>
                    <a:pt x="762" y="1201"/>
                  </a:cubicBezTo>
                  <a:cubicBezTo>
                    <a:pt x="791" y="952"/>
                    <a:pt x="791" y="762"/>
                    <a:pt x="762" y="469"/>
                  </a:cubicBezTo>
                  <a:cubicBezTo>
                    <a:pt x="469" y="396"/>
                    <a:pt x="206" y="220"/>
                    <a:pt x="30" y="1"/>
                  </a:cubicBezTo>
                  <a:close/>
                </a:path>
              </a:pathLst>
            </a:custGeom>
            <a:solidFill>
              <a:srgbClr val="BA6136">
                <a:alpha val="25000"/>
              </a:srgbClr>
            </a:solidFill>
            <a:ln w="0">
              <a:noFill/>
            </a:ln>
          </p:spPr>
          <p:style>
            <a:lnRef idx="0">
              <a:scrgbClr r="0" g="0" b="0"/>
            </a:lnRef>
            <a:fillRef idx="0">
              <a:scrgbClr r="0" g="0" b="0"/>
            </a:fillRef>
            <a:effectRef idx="0">
              <a:scrgbClr r="0" g="0" b="0"/>
            </a:effectRef>
            <a:fontRef idx="minor"/>
          </p:style>
          <p:txBody>
            <a:bodyPr tIns="36720" bIns="36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6" name="Google Shape;426;p32">
              <a:extLst>
                <a:ext uri="{FF2B5EF4-FFF2-40B4-BE49-F238E27FC236}">
                  <a16:creationId xmlns:a16="http://schemas.microsoft.com/office/drawing/2014/main" id="{0E3156FF-38FF-66A9-E863-E52220D2FA24}"/>
                </a:ext>
              </a:extLst>
            </p:cNvPr>
            <p:cNvSpPr/>
            <p:nvPr/>
          </p:nvSpPr>
          <p:spPr>
            <a:xfrm>
              <a:off x="2873160" y="2022480"/>
              <a:ext cx="34920" cy="46800"/>
            </a:xfrm>
            <a:custGeom>
              <a:avLst/>
              <a:gdLst>
                <a:gd name="textAreaLeft" fmla="*/ 0 w 34920"/>
                <a:gd name="textAreaRight" fmla="*/ 35280 w 34920"/>
                <a:gd name="textAreaTop" fmla="*/ 0 h 46800"/>
                <a:gd name="textAreaBottom" fmla="*/ 47160 h 46800"/>
              </a:gdLst>
              <a:ahLst/>
              <a:cxnLst/>
              <a:rect l="textAreaLeft" t="textAreaTop" r="textAreaRight" b="textAreaBottom"/>
              <a:pathLst>
                <a:path w="660" h="879">
                  <a:moveTo>
                    <a:pt x="88" y="1"/>
                  </a:moveTo>
                  <a:cubicBezTo>
                    <a:pt x="88" y="15"/>
                    <a:pt x="132" y="44"/>
                    <a:pt x="234" y="88"/>
                  </a:cubicBezTo>
                  <a:cubicBezTo>
                    <a:pt x="292" y="127"/>
                    <a:pt x="355" y="177"/>
                    <a:pt x="413" y="257"/>
                  </a:cubicBezTo>
                  <a:lnTo>
                    <a:pt x="413" y="257"/>
                  </a:lnTo>
                  <a:cubicBezTo>
                    <a:pt x="395" y="249"/>
                    <a:pt x="375" y="241"/>
                    <a:pt x="352" y="235"/>
                  </a:cubicBezTo>
                  <a:cubicBezTo>
                    <a:pt x="333" y="231"/>
                    <a:pt x="315" y="229"/>
                    <a:pt x="297" y="229"/>
                  </a:cubicBezTo>
                  <a:cubicBezTo>
                    <a:pt x="243" y="229"/>
                    <a:pt x="191" y="246"/>
                    <a:pt x="147" y="279"/>
                  </a:cubicBezTo>
                  <a:cubicBezTo>
                    <a:pt x="103" y="308"/>
                    <a:pt x="59" y="367"/>
                    <a:pt x="44" y="425"/>
                  </a:cubicBezTo>
                  <a:cubicBezTo>
                    <a:pt x="0" y="528"/>
                    <a:pt x="44" y="645"/>
                    <a:pt x="103" y="718"/>
                  </a:cubicBezTo>
                  <a:cubicBezTo>
                    <a:pt x="191" y="864"/>
                    <a:pt x="293" y="879"/>
                    <a:pt x="293" y="879"/>
                  </a:cubicBezTo>
                  <a:cubicBezTo>
                    <a:pt x="322" y="879"/>
                    <a:pt x="234" y="820"/>
                    <a:pt x="147" y="689"/>
                  </a:cubicBezTo>
                  <a:cubicBezTo>
                    <a:pt x="117" y="615"/>
                    <a:pt x="103" y="542"/>
                    <a:pt x="132" y="454"/>
                  </a:cubicBezTo>
                  <a:cubicBezTo>
                    <a:pt x="145" y="376"/>
                    <a:pt x="229" y="320"/>
                    <a:pt x="309" y="320"/>
                  </a:cubicBezTo>
                  <a:cubicBezTo>
                    <a:pt x="319" y="320"/>
                    <a:pt x="328" y="321"/>
                    <a:pt x="337" y="323"/>
                  </a:cubicBezTo>
                  <a:cubicBezTo>
                    <a:pt x="410" y="352"/>
                    <a:pt x="469" y="381"/>
                    <a:pt x="513" y="425"/>
                  </a:cubicBezTo>
                  <a:lnTo>
                    <a:pt x="659" y="513"/>
                  </a:lnTo>
                  <a:lnTo>
                    <a:pt x="600" y="367"/>
                  </a:lnTo>
                  <a:cubicBezTo>
                    <a:pt x="498" y="176"/>
                    <a:pt x="381" y="88"/>
                    <a:pt x="264" y="44"/>
                  </a:cubicBezTo>
                  <a:cubicBezTo>
                    <a:pt x="147" y="1"/>
                    <a:pt x="88" y="1"/>
                    <a:pt x="8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7" name="Google Shape;427;p32">
              <a:extLst>
                <a:ext uri="{FF2B5EF4-FFF2-40B4-BE49-F238E27FC236}">
                  <a16:creationId xmlns:a16="http://schemas.microsoft.com/office/drawing/2014/main" id="{8A70B2F1-0B40-6BBD-B094-426979290A1A}"/>
                </a:ext>
              </a:extLst>
            </p:cNvPr>
            <p:cNvSpPr/>
            <p:nvPr/>
          </p:nvSpPr>
          <p:spPr>
            <a:xfrm>
              <a:off x="3004200" y="2118240"/>
              <a:ext cx="36720" cy="20520"/>
            </a:xfrm>
            <a:custGeom>
              <a:avLst/>
              <a:gdLst>
                <a:gd name="textAreaLeft" fmla="*/ 0 w 36720"/>
                <a:gd name="textAreaRight" fmla="*/ 37080 w 36720"/>
                <a:gd name="textAreaTop" fmla="*/ 0 h 20520"/>
                <a:gd name="textAreaBottom" fmla="*/ 20880 h 20520"/>
              </a:gdLst>
              <a:ahLst/>
              <a:cxnLst/>
              <a:rect l="textAreaLeft" t="textAreaTop" r="textAreaRight" b="textAreaBottom"/>
              <a:pathLst>
                <a:path w="689" h="391">
                  <a:moveTo>
                    <a:pt x="2" y="1"/>
                  </a:moveTo>
                  <a:cubicBezTo>
                    <a:pt x="1" y="1"/>
                    <a:pt x="1" y="1"/>
                    <a:pt x="0" y="2"/>
                  </a:cubicBezTo>
                  <a:cubicBezTo>
                    <a:pt x="0" y="2"/>
                    <a:pt x="0" y="60"/>
                    <a:pt x="29" y="133"/>
                  </a:cubicBezTo>
                  <a:cubicBezTo>
                    <a:pt x="73" y="206"/>
                    <a:pt x="161" y="280"/>
                    <a:pt x="264" y="338"/>
                  </a:cubicBezTo>
                  <a:cubicBezTo>
                    <a:pt x="342" y="377"/>
                    <a:pt x="426" y="390"/>
                    <a:pt x="496" y="390"/>
                  </a:cubicBezTo>
                  <a:cubicBezTo>
                    <a:pt x="530" y="390"/>
                    <a:pt x="561" y="387"/>
                    <a:pt x="586" y="382"/>
                  </a:cubicBezTo>
                  <a:cubicBezTo>
                    <a:pt x="659" y="353"/>
                    <a:pt x="688" y="338"/>
                    <a:pt x="688" y="324"/>
                  </a:cubicBezTo>
                  <a:cubicBezTo>
                    <a:pt x="673" y="280"/>
                    <a:pt x="498" y="338"/>
                    <a:pt x="307" y="250"/>
                  </a:cubicBezTo>
                  <a:cubicBezTo>
                    <a:pt x="110" y="180"/>
                    <a:pt x="21" y="1"/>
                    <a:pt x="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8" name="Google Shape;428;p32">
              <a:extLst>
                <a:ext uri="{FF2B5EF4-FFF2-40B4-BE49-F238E27FC236}">
                  <a16:creationId xmlns:a16="http://schemas.microsoft.com/office/drawing/2014/main" id="{2BFAC632-C19D-7C74-7A04-25C514A38694}"/>
                </a:ext>
              </a:extLst>
            </p:cNvPr>
            <p:cNvSpPr/>
            <p:nvPr/>
          </p:nvSpPr>
          <p:spPr>
            <a:xfrm>
              <a:off x="2997360" y="2115360"/>
              <a:ext cx="11520" cy="11160"/>
            </a:xfrm>
            <a:custGeom>
              <a:avLst/>
              <a:gdLst>
                <a:gd name="textAreaLeft" fmla="*/ 0 w 11520"/>
                <a:gd name="textAreaRight" fmla="*/ 11880 w 11520"/>
                <a:gd name="textAreaTop" fmla="*/ 0 h 11160"/>
                <a:gd name="textAreaBottom" fmla="*/ 11520 h 11160"/>
              </a:gdLst>
              <a:ahLst/>
              <a:cxnLst/>
              <a:rect l="textAreaLeft" t="textAreaTop" r="textAreaRight" b="textAreaBottom"/>
              <a:pathLst>
                <a:path w="220" h="217">
                  <a:moveTo>
                    <a:pt x="184" y="1"/>
                  </a:moveTo>
                  <a:cubicBezTo>
                    <a:pt x="154" y="1"/>
                    <a:pt x="111" y="11"/>
                    <a:pt x="73" y="39"/>
                  </a:cubicBezTo>
                  <a:cubicBezTo>
                    <a:pt x="0" y="112"/>
                    <a:pt x="0" y="215"/>
                    <a:pt x="15" y="215"/>
                  </a:cubicBezTo>
                  <a:cubicBezTo>
                    <a:pt x="18" y="216"/>
                    <a:pt x="21" y="217"/>
                    <a:pt x="24" y="217"/>
                  </a:cubicBezTo>
                  <a:cubicBezTo>
                    <a:pt x="51" y="217"/>
                    <a:pt x="80" y="164"/>
                    <a:pt x="132" y="112"/>
                  </a:cubicBezTo>
                  <a:cubicBezTo>
                    <a:pt x="191" y="83"/>
                    <a:pt x="220" y="24"/>
                    <a:pt x="220" y="10"/>
                  </a:cubicBezTo>
                  <a:cubicBezTo>
                    <a:pt x="215" y="4"/>
                    <a:pt x="201" y="1"/>
                    <a:pt x="18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9" name="Google Shape;429;p32">
              <a:extLst>
                <a:ext uri="{FF2B5EF4-FFF2-40B4-BE49-F238E27FC236}">
                  <a16:creationId xmlns:a16="http://schemas.microsoft.com/office/drawing/2014/main" id="{D52D087E-37F2-4F5D-F4ED-BB86AC523C35}"/>
                </a:ext>
              </a:extLst>
            </p:cNvPr>
            <p:cNvSpPr/>
            <p:nvPr/>
          </p:nvSpPr>
          <p:spPr>
            <a:xfrm>
              <a:off x="2909160" y="1920960"/>
              <a:ext cx="200160" cy="92880"/>
            </a:xfrm>
            <a:custGeom>
              <a:avLst/>
              <a:gdLst>
                <a:gd name="textAreaLeft" fmla="*/ 0 w 200160"/>
                <a:gd name="textAreaRight" fmla="*/ 200520 w 200160"/>
                <a:gd name="textAreaTop" fmla="*/ 0 h 92880"/>
                <a:gd name="textAreaBottom" fmla="*/ 93240 h 92880"/>
              </a:gdLst>
              <a:ahLst/>
              <a:cxnLst/>
              <a:rect l="textAreaLeft" t="textAreaTop" r="textAreaRight" b="textAreaBottom"/>
              <a:pathLst>
                <a:path w="3734" h="1734">
                  <a:moveTo>
                    <a:pt x="1025" y="0"/>
                  </a:moveTo>
                  <a:cubicBezTo>
                    <a:pt x="733" y="0"/>
                    <a:pt x="411" y="29"/>
                    <a:pt x="220" y="220"/>
                  </a:cubicBezTo>
                  <a:cubicBezTo>
                    <a:pt x="1" y="439"/>
                    <a:pt x="15" y="791"/>
                    <a:pt x="30" y="1098"/>
                  </a:cubicBezTo>
                  <a:cubicBezTo>
                    <a:pt x="30" y="1274"/>
                    <a:pt x="45" y="1464"/>
                    <a:pt x="191" y="1581"/>
                  </a:cubicBezTo>
                  <a:cubicBezTo>
                    <a:pt x="264" y="1654"/>
                    <a:pt x="381" y="1669"/>
                    <a:pt x="469" y="1684"/>
                  </a:cubicBezTo>
                  <a:cubicBezTo>
                    <a:pt x="608" y="1714"/>
                    <a:pt x="755" y="1733"/>
                    <a:pt x="900" y="1733"/>
                  </a:cubicBezTo>
                  <a:cubicBezTo>
                    <a:pt x="1029" y="1733"/>
                    <a:pt x="1157" y="1718"/>
                    <a:pt x="1274" y="1684"/>
                  </a:cubicBezTo>
                  <a:cubicBezTo>
                    <a:pt x="1524" y="1600"/>
                    <a:pt x="1748" y="1411"/>
                    <a:pt x="1795" y="1167"/>
                  </a:cubicBezTo>
                  <a:lnTo>
                    <a:pt x="1795" y="1167"/>
                  </a:lnTo>
                  <a:cubicBezTo>
                    <a:pt x="1772" y="1334"/>
                    <a:pt x="1776" y="1523"/>
                    <a:pt x="1831" y="1713"/>
                  </a:cubicBezTo>
                  <a:cubicBezTo>
                    <a:pt x="1960" y="1493"/>
                    <a:pt x="2090" y="1295"/>
                    <a:pt x="2219" y="1100"/>
                  </a:cubicBezTo>
                  <a:lnTo>
                    <a:pt x="2219" y="1100"/>
                  </a:lnTo>
                  <a:cubicBezTo>
                    <a:pt x="2150" y="1246"/>
                    <a:pt x="2188" y="1438"/>
                    <a:pt x="2299" y="1537"/>
                  </a:cubicBezTo>
                  <a:cubicBezTo>
                    <a:pt x="2418" y="1656"/>
                    <a:pt x="2596" y="1715"/>
                    <a:pt x="2758" y="1715"/>
                  </a:cubicBezTo>
                  <a:cubicBezTo>
                    <a:pt x="2776" y="1715"/>
                    <a:pt x="2794" y="1714"/>
                    <a:pt x="2811" y="1713"/>
                  </a:cubicBezTo>
                  <a:cubicBezTo>
                    <a:pt x="3002" y="1684"/>
                    <a:pt x="3514" y="1566"/>
                    <a:pt x="3675" y="1493"/>
                  </a:cubicBezTo>
                  <a:lnTo>
                    <a:pt x="3734" y="834"/>
                  </a:lnTo>
                  <a:cubicBezTo>
                    <a:pt x="3734" y="512"/>
                    <a:pt x="3514" y="249"/>
                    <a:pt x="3192" y="176"/>
                  </a:cubicBezTo>
                  <a:cubicBezTo>
                    <a:pt x="3090" y="132"/>
                    <a:pt x="2972" y="132"/>
                    <a:pt x="2885" y="117"/>
                  </a:cubicBezTo>
                  <a:cubicBezTo>
                    <a:pt x="2270" y="44"/>
                    <a:pt x="1640" y="0"/>
                    <a:pt x="10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0" name="Google Shape;430;p32">
              <a:extLst>
                <a:ext uri="{FF2B5EF4-FFF2-40B4-BE49-F238E27FC236}">
                  <a16:creationId xmlns:a16="http://schemas.microsoft.com/office/drawing/2014/main" id="{5FAB40BC-57F5-94B3-CFFF-FDECAD6076C0}"/>
                </a:ext>
              </a:extLst>
            </p:cNvPr>
            <p:cNvSpPr/>
            <p:nvPr/>
          </p:nvSpPr>
          <p:spPr>
            <a:xfrm>
              <a:off x="2890440" y="2224800"/>
              <a:ext cx="15480" cy="14760"/>
            </a:xfrm>
            <a:custGeom>
              <a:avLst/>
              <a:gdLst>
                <a:gd name="textAreaLeft" fmla="*/ 0 w 15480"/>
                <a:gd name="textAreaRight" fmla="*/ 15840 w 15480"/>
                <a:gd name="textAreaTop" fmla="*/ 0 h 14760"/>
                <a:gd name="textAreaBottom" fmla="*/ 15120 h 14760"/>
              </a:gdLst>
              <a:ahLst/>
              <a:cxnLst/>
              <a:rect l="textAreaLeft" t="textAreaTop" r="textAreaRight" b="textAreaBottom"/>
              <a:pathLst>
                <a:path w="294" h="283">
                  <a:moveTo>
                    <a:pt x="25" y="1"/>
                  </a:moveTo>
                  <a:cubicBezTo>
                    <a:pt x="21" y="1"/>
                    <a:pt x="17" y="3"/>
                    <a:pt x="15" y="8"/>
                  </a:cubicBezTo>
                  <a:cubicBezTo>
                    <a:pt x="0" y="8"/>
                    <a:pt x="15" y="95"/>
                    <a:pt x="103" y="183"/>
                  </a:cubicBezTo>
                  <a:cubicBezTo>
                    <a:pt x="158" y="249"/>
                    <a:pt x="229" y="282"/>
                    <a:pt x="267" y="282"/>
                  </a:cubicBezTo>
                  <a:cubicBezTo>
                    <a:pt x="280" y="282"/>
                    <a:pt x="289" y="278"/>
                    <a:pt x="293" y="271"/>
                  </a:cubicBezTo>
                  <a:cubicBezTo>
                    <a:pt x="293" y="242"/>
                    <a:pt x="235" y="183"/>
                    <a:pt x="161" y="125"/>
                  </a:cubicBezTo>
                  <a:cubicBezTo>
                    <a:pt x="99" y="63"/>
                    <a:pt x="48" y="1"/>
                    <a:pt x="25" y="1"/>
                  </a:cubicBezTo>
                  <a:close/>
                </a:path>
              </a:pathLst>
            </a:custGeom>
            <a:solidFill>
              <a:srgbClr val="FFA35A"/>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431;p32">
              <a:extLst>
                <a:ext uri="{FF2B5EF4-FFF2-40B4-BE49-F238E27FC236}">
                  <a16:creationId xmlns:a16="http://schemas.microsoft.com/office/drawing/2014/main" id="{F5F24856-B084-719D-B92C-9D6B3DE2B954}"/>
                </a:ext>
              </a:extLst>
            </p:cNvPr>
            <p:cNvSpPr/>
            <p:nvPr/>
          </p:nvSpPr>
          <p:spPr>
            <a:xfrm>
              <a:off x="2149200" y="2326680"/>
              <a:ext cx="663120" cy="462240"/>
            </a:xfrm>
            <a:custGeom>
              <a:avLst/>
              <a:gdLst>
                <a:gd name="textAreaLeft" fmla="*/ 0 w 663120"/>
                <a:gd name="textAreaRight" fmla="*/ 663480 w 663120"/>
                <a:gd name="textAreaTop" fmla="*/ 0 h 462240"/>
                <a:gd name="textAreaBottom" fmla="*/ 462600 h 462240"/>
              </a:gdLst>
              <a:ahLst/>
              <a:cxnLst/>
              <a:rect l="textAreaLeft" t="textAreaTop" r="textAreaRight" b="textAreaBottom"/>
              <a:pathLst>
                <a:path w="12357" h="8616">
                  <a:moveTo>
                    <a:pt x="9955" y="0"/>
                  </a:moveTo>
                  <a:cubicBezTo>
                    <a:pt x="9955" y="0"/>
                    <a:pt x="7035" y="5008"/>
                    <a:pt x="5938" y="5008"/>
                  </a:cubicBezTo>
                  <a:cubicBezTo>
                    <a:pt x="5863" y="5008"/>
                    <a:pt x="5796" y="4985"/>
                    <a:pt x="5739" y="4934"/>
                  </a:cubicBezTo>
                  <a:cubicBezTo>
                    <a:pt x="3792" y="3177"/>
                    <a:pt x="2240" y="1332"/>
                    <a:pt x="2240" y="1332"/>
                  </a:cubicBezTo>
                  <a:lnTo>
                    <a:pt x="0" y="2972"/>
                  </a:lnTo>
                  <a:cubicBezTo>
                    <a:pt x="0" y="2972"/>
                    <a:pt x="2533" y="5988"/>
                    <a:pt x="3177" y="6749"/>
                  </a:cubicBezTo>
                  <a:cubicBezTo>
                    <a:pt x="3593" y="7242"/>
                    <a:pt x="4832" y="8615"/>
                    <a:pt x="6384" y="8615"/>
                  </a:cubicBezTo>
                  <a:cubicBezTo>
                    <a:pt x="7183" y="8615"/>
                    <a:pt x="8064" y="8252"/>
                    <a:pt x="8960" y="7217"/>
                  </a:cubicBezTo>
                  <a:cubicBezTo>
                    <a:pt x="11595" y="4187"/>
                    <a:pt x="12356" y="1552"/>
                    <a:pt x="12356" y="1552"/>
                  </a:cubicBezTo>
                  <a:lnTo>
                    <a:pt x="9955"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2" name="Google Shape;432;p32">
              <a:extLst>
                <a:ext uri="{FF2B5EF4-FFF2-40B4-BE49-F238E27FC236}">
                  <a16:creationId xmlns:a16="http://schemas.microsoft.com/office/drawing/2014/main" id="{DB0F7EE8-CC08-4F65-BFB4-5570FBA7FF38}"/>
                </a:ext>
              </a:extLst>
            </p:cNvPr>
            <p:cNvSpPr/>
            <p:nvPr/>
          </p:nvSpPr>
          <p:spPr>
            <a:xfrm>
              <a:off x="2104200" y="2292840"/>
              <a:ext cx="173520" cy="206280"/>
            </a:xfrm>
            <a:custGeom>
              <a:avLst/>
              <a:gdLst>
                <a:gd name="textAreaLeft" fmla="*/ 0 w 173520"/>
                <a:gd name="textAreaRight" fmla="*/ 173880 w 173520"/>
                <a:gd name="textAreaTop" fmla="*/ 0 h 206280"/>
                <a:gd name="textAreaBottom" fmla="*/ 206640 h 206280"/>
              </a:gdLst>
              <a:ahLst/>
              <a:cxnLst/>
              <a:rect l="textAreaLeft" t="textAreaTop" r="textAreaRight" b="textAreaBottom"/>
              <a:pathLst>
                <a:path w="3237" h="3851">
                  <a:moveTo>
                    <a:pt x="903" y="0"/>
                  </a:moveTo>
                  <a:cubicBezTo>
                    <a:pt x="872" y="0"/>
                    <a:pt x="849" y="11"/>
                    <a:pt x="835" y="33"/>
                  </a:cubicBezTo>
                  <a:cubicBezTo>
                    <a:pt x="660" y="311"/>
                    <a:pt x="1816" y="1394"/>
                    <a:pt x="1816" y="1394"/>
                  </a:cubicBezTo>
                  <a:cubicBezTo>
                    <a:pt x="1816" y="1394"/>
                    <a:pt x="851" y="629"/>
                    <a:pt x="514" y="629"/>
                  </a:cubicBezTo>
                  <a:cubicBezTo>
                    <a:pt x="476" y="629"/>
                    <a:pt x="445" y="640"/>
                    <a:pt x="425" y="662"/>
                  </a:cubicBezTo>
                  <a:cubicBezTo>
                    <a:pt x="220" y="882"/>
                    <a:pt x="1245" y="1819"/>
                    <a:pt x="1245" y="1819"/>
                  </a:cubicBezTo>
                  <a:cubicBezTo>
                    <a:pt x="1245" y="1819"/>
                    <a:pt x="402" y="1135"/>
                    <a:pt x="193" y="1135"/>
                  </a:cubicBezTo>
                  <a:cubicBezTo>
                    <a:pt x="165" y="1135"/>
                    <a:pt x="149" y="1147"/>
                    <a:pt x="147" y="1175"/>
                  </a:cubicBezTo>
                  <a:cubicBezTo>
                    <a:pt x="133" y="1409"/>
                    <a:pt x="747" y="2156"/>
                    <a:pt x="747" y="2156"/>
                  </a:cubicBezTo>
                  <a:cubicBezTo>
                    <a:pt x="747" y="2156"/>
                    <a:pt x="240" y="1689"/>
                    <a:pt x="70" y="1689"/>
                  </a:cubicBezTo>
                  <a:cubicBezTo>
                    <a:pt x="38" y="1689"/>
                    <a:pt x="18" y="1706"/>
                    <a:pt x="15" y="1746"/>
                  </a:cubicBezTo>
                  <a:cubicBezTo>
                    <a:pt x="1" y="1980"/>
                    <a:pt x="1011" y="3795"/>
                    <a:pt x="1011" y="3795"/>
                  </a:cubicBezTo>
                  <a:cubicBezTo>
                    <a:pt x="1041" y="3833"/>
                    <a:pt x="1084" y="3850"/>
                    <a:pt x="1137" y="3850"/>
                  </a:cubicBezTo>
                  <a:cubicBezTo>
                    <a:pt x="1667" y="3850"/>
                    <a:pt x="3236" y="2185"/>
                    <a:pt x="3236" y="2185"/>
                  </a:cubicBezTo>
                  <a:cubicBezTo>
                    <a:pt x="3236" y="2185"/>
                    <a:pt x="3090" y="252"/>
                    <a:pt x="2943" y="223"/>
                  </a:cubicBezTo>
                  <a:cubicBezTo>
                    <a:pt x="2936" y="221"/>
                    <a:pt x="2929" y="220"/>
                    <a:pt x="2920" y="220"/>
                  </a:cubicBezTo>
                  <a:cubicBezTo>
                    <a:pt x="2764" y="220"/>
                    <a:pt x="2449" y="619"/>
                    <a:pt x="2519" y="1204"/>
                  </a:cubicBezTo>
                  <a:cubicBezTo>
                    <a:pt x="2519" y="1204"/>
                    <a:pt x="1242" y="0"/>
                    <a:pt x="903" y="0"/>
                  </a:cubicBezTo>
                  <a:close/>
                </a:path>
              </a:pathLst>
            </a:custGeom>
            <a:solidFill>
              <a:srgbClr val="FFB18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3" name="Google Shape;433;p32">
              <a:extLst>
                <a:ext uri="{FF2B5EF4-FFF2-40B4-BE49-F238E27FC236}">
                  <a16:creationId xmlns:a16="http://schemas.microsoft.com/office/drawing/2014/main" id="{A46D8319-75B3-840A-852A-FF4195095EFB}"/>
                </a:ext>
              </a:extLst>
            </p:cNvPr>
            <p:cNvSpPr/>
            <p:nvPr/>
          </p:nvSpPr>
          <p:spPr>
            <a:xfrm>
              <a:off x="2547720" y="2229480"/>
              <a:ext cx="289080" cy="916920"/>
            </a:xfrm>
            <a:custGeom>
              <a:avLst/>
              <a:gdLst>
                <a:gd name="textAreaLeft" fmla="*/ 0 w 289080"/>
                <a:gd name="textAreaRight" fmla="*/ 289440 w 289080"/>
                <a:gd name="textAreaTop" fmla="*/ 0 h 916920"/>
                <a:gd name="textAreaBottom" fmla="*/ 917280 h 916920"/>
              </a:gdLst>
              <a:ahLst/>
              <a:cxnLst/>
              <a:rect l="textAreaLeft" t="textAreaTop" r="textAreaRight" b="textAreaBottom"/>
              <a:pathLst>
                <a:path w="5388" h="17081">
                  <a:moveTo>
                    <a:pt x="5233" y="0"/>
                  </a:moveTo>
                  <a:cubicBezTo>
                    <a:pt x="4395" y="0"/>
                    <a:pt x="3397" y="831"/>
                    <a:pt x="3397" y="845"/>
                  </a:cubicBezTo>
                  <a:cubicBezTo>
                    <a:pt x="2972" y="1138"/>
                    <a:pt x="2738" y="1533"/>
                    <a:pt x="2562" y="1840"/>
                  </a:cubicBezTo>
                  <a:lnTo>
                    <a:pt x="1" y="17080"/>
                  </a:lnTo>
                  <a:lnTo>
                    <a:pt x="1" y="17080"/>
                  </a:lnTo>
                  <a:lnTo>
                    <a:pt x="3002" y="17065"/>
                  </a:lnTo>
                  <a:lnTo>
                    <a:pt x="5388" y="10"/>
                  </a:lnTo>
                  <a:cubicBezTo>
                    <a:pt x="5337" y="3"/>
                    <a:pt x="5285" y="0"/>
                    <a:pt x="523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4" name="Google Shape;434;p32">
              <a:extLst>
                <a:ext uri="{FF2B5EF4-FFF2-40B4-BE49-F238E27FC236}">
                  <a16:creationId xmlns:a16="http://schemas.microsoft.com/office/drawing/2014/main" id="{3A3101A5-CBB2-4B17-8EEA-5D89BB453C62}"/>
                </a:ext>
              </a:extLst>
            </p:cNvPr>
            <p:cNvSpPr/>
            <p:nvPr/>
          </p:nvSpPr>
          <p:spPr>
            <a:xfrm>
              <a:off x="3011400" y="2229840"/>
              <a:ext cx="218160" cy="902880"/>
            </a:xfrm>
            <a:custGeom>
              <a:avLst/>
              <a:gdLst>
                <a:gd name="textAreaLeft" fmla="*/ 0 w 218160"/>
                <a:gd name="textAreaRight" fmla="*/ 218520 w 218160"/>
                <a:gd name="textAreaTop" fmla="*/ 0 h 902880"/>
                <a:gd name="textAreaBottom" fmla="*/ 903240 h 902880"/>
              </a:gdLst>
              <a:ahLst/>
              <a:cxnLst/>
              <a:rect l="textAreaLeft" t="textAreaTop" r="textAreaRight" b="textAreaBottom"/>
              <a:pathLst>
                <a:path w="4071" h="16823">
                  <a:moveTo>
                    <a:pt x="58" y="1"/>
                  </a:moveTo>
                  <a:cubicBezTo>
                    <a:pt x="39" y="1"/>
                    <a:pt x="20" y="1"/>
                    <a:pt x="1" y="1"/>
                  </a:cubicBezTo>
                  <a:lnTo>
                    <a:pt x="821" y="16822"/>
                  </a:lnTo>
                  <a:lnTo>
                    <a:pt x="4071" y="16500"/>
                  </a:lnTo>
                  <a:lnTo>
                    <a:pt x="1948" y="880"/>
                  </a:lnTo>
                  <a:cubicBezTo>
                    <a:pt x="1933" y="865"/>
                    <a:pt x="1210" y="1"/>
                    <a:pt x="58"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5" name="Google Shape;435;p32">
              <a:extLst>
                <a:ext uri="{FF2B5EF4-FFF2-40B4-BE49-F238E27FC236}">
                  <a16:creationId xmlns:a16="http://schemas.microsoft.com/office/drawing/2014/main" id="{4B02FC36-1FE0-4EDF-8677-01844C01ADAB}"/>
                </a:ext>
              </a:extLst>
            </p:cNvPr>
            <p:cNvSpPr/>
            <p:nvPr/>
          </p:nvSpPr>
          <p:spPr>
            <a:xfrm>
              <a:off x="2745720" y="2229840"/>
              <a:ext cx="90720" cy="316080"/>
            </a:xfrm>
            <a:custGeom>
              <a:avLst/>
              <a:gdLst>
                <a:gd name="textAreaLeft" fmla="*/ 0 w 90720"/>
                <a:gd name="textAreaRight" fmla="*/ 91080 w 90720"/>
                <a:gd name="textAreaTop" fmla="*/ 0 h 316080"/>
                <a:gd name="textAreaBottom" fmla="*/ 316440 h 316080"/>
              </a:gdLst>
              <a:ahLst/>
              <a:cxnLst/>
              <a:rect l="textAreaLeft" t="textAreaTop" r="textAreaRight" b="textAreaBottom"/>
              <a:pathLst>
                <a:path w="1699" h="5893">
                  <a:moveTo>
                    <a:pt x="1699" y="0"/>
                  </a:moveTo>
                  <a:cubicBezTo>
                    <a:pt x="1699" y="1"/>
                    <a:pt x="1" y="3163"/>
                    <a:pt x="235" y="4041"/>
                  </a:cubicBezTo>
                  <a:cubicBezTo>
                    <a:pt x="487" y="4880"/>
                    <a:pt x="778" y="5892"/>
                    <a:pt x="842" y="5892"/>
                  </a:cubicBezTo>
                  <a:cubicBezTo>
                    <a:pt x="845" y="5892"/>
                    <a:pt x="848" y="5890"/>
                    <a:pt x="850" y="5885"/>
                  </a:cubicBezTo>
                  <a:cubicBezTo>
                    <a:pt x="879" y="5812"/>
                    <a:pt x="1699" y="1"/>
                    <a:pt x="1699" y="0"/>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6" name="Google Shape;436;p32">
              <a:extLst>
                <a:ext uri="{FF2B5EF4-FFF2-40B4-BE49-F238E27FC236}">
                  <a16:creationId xmlns:a16="http://schemas.microsoft.com/office/drawing/2014/main" id="{26DBF09F-0870-A0B1-3440-F6554BBC3C5C}"/>
                </a:ext>
              </a:extLst>
            </p:cNvPr>
            <p:cNvSpPr/>
            <p:nvPr/>
          </p:nvSpPr>
          <p:spPr>
            <a:xfrm>
              <a:off x="3011400" y="2229840"/>
              <a:ext cx="105840" cy="301680"/>
            </a:xfrm>
            <a:custGeom>
              <a:avLst/>
              <a:gdLst>
                <a:gd name="textAreaLeft" fmla="*/ 0 w 105840"/>
                <a:gd name="textAreaRight" fmla="*/ 106200 w 105840"/>
                <a:gd name="textAreaTop" fmla="*/ 0 h 301680"/>
                <a:gd name="textAreaBottom" fmla="*/ 302040 h 301680"/>
              </a:gdLst>
              <a:ahLst/>
              <a:cxnLst/>
              <a:rect l="textAreaLeft" t="textAreaTop" r="textAreaRight" b="textAreaBottom"/>
              <a:pathLst>
                <a:path w="1978" h="5622">
                  <a:moveTo>
                    <a:pt x="1" y="0"/>
                  </a:moveTo>
                  <a:lnTo>
                    <a:pt x="264" y="5622"/>
                  </a:lnTo>
                  <a:cubicBezTo>
                    <a:pt x="1977" y="3353"/>
                    <a:pt x="1" y="1"/>
                    <a:pt x="1" y="0"/>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7" name="Google Shape;437;p32">
              <a:extLst>
                <a:ext uri="{FF2B5EF4-FFF2-40B4-BE49-F238E27FC236}">
                  <a16:creationId xmlns:a16="http://schemas.microsoft.com/office/drawing/2014/main" id="{D6007A28-D535-DBD6-81AC-B9BE8A6A0587}"/>
                </a:ext>
              </a:extLst>
            </p:cNvPr>
            <p:cNvSpPr/>
            <p:nvPr/>
          </p:nvSpPr>
          <p:spPr>
            <a:xfrm>
              <a:off x="3124440" y="2406240"/>
              <a:ext cx="71280" cy="479160"/>
            </a:xfrm>
            <a:custGeom>
              <a:avLst/>
              <a:gdLst>
                <a:gd name="textAreaLeft" fmla="*/ 0 w 71280"/>
                <a:gd name="textAreaRight" fmla="*/ 71640 w 71280"/>
                <a:gd name="textAreaTop" fmla="*/ 0 h 479160"/>
                <a:gd name="textAreaBottom" fmla="*/ 479520 h 479160"/>
              </a:gdLst>
              <a:ahLst/>
              <a:cxnLst/>
              <a:rect l="textAreaLeft" t="textAreaTop" r="textAreaRight" b="textAreaBottom"/>
              <a:pathLst>
                <a:path w="1334" h="8931">
                  <a:moveTo>
                    <a:pt x="1" y="1"/>
                  </a:moveTo>
                  <a:cubicBezTo>
                    <a:pt x="1" y="1"/>
                    <a:pt x="1" y="30"/>
                    <a:pt x="30" y="103"/>
                  </a:cubicBezTo>
                  <a:cubicBezTo>
                    <a:pt x="30" y="176"/>
                    <a:pt x="45" y="249"/>
                    <a:pt x="59" y="367"/>
                  </a:cubicBezTo>
                  <a:cubicBezTo>
                    <a:pt x="103" y="601"/>
                    <a:pt x="162" y="923"/>
                    <a:pt x="220" y="1318"/>
                  </a:cubicBezTo>
                  <a:cubicBezTo>
                    <a:pt x="367" y="2123"/>
                    <a:pt x="557" y="3236"/>
                    <a:pt x="733" y="4466"/>
                  </a:cubicBezTo>
                  <a:cubicBezTo>
                    <a:pt x="923" y="5710"/>
                    <a:pt x="1070" y="6823"/>
                    <a:pt x="1157" y="7628"/>
                  </a:cubicBezTo>
                  <a:cubicBezTo>
                    <a:pt x="1201" y="8008"/>
                    <a:pt x="1231" y="8330"/>
                    <a:pt x="1275" y="8579"/>
                  </a:cubicBezTo>
                  <a:cubicBezTo>
                    <a:pt x="1289" y="8667"/>
                    <a:pt x="1289" y="8755"/>
                    <a:pt x="1304" y="8828"/>
                  </a:cubicBezTo>
                  <a:cubicBezTo>
                    <a:pt x="1304" y="8887"/>
                    <a:pt x="1333" y="8931"/>
                    <a:pt x="1333" y="8931"/>
                  </a:cubicBezTo>
                  <a:lnTo>
                    <a:pt x="1333" y="8828"/>
                  </a:lnTo>
                  <a:cubicBezTo>
                    <a:pt x="1333" y="8755"/>
                    <a:pt x="1304" y="8682"/>
                    <a:pt x="1304" y="8579"/>
                  </a:cubicBezTo>
                  <a:cubicBezTo>
                    <a:pt x="1289" y="8330"/>
                    <a:pt x="1260" y="8008"/>
                    <a:pt x="1216" y="7613"/>
                  </a:cubicBezTo>
                  <a:cubicBezTo>
                    <a:pt x="1128" y="6808"/>
                    <a:pt x="996" y="5666"/>
                    <a:pt x="821" y="4436"/>
                  </a:cubicBezTo>
                  <a:cubicBezTo>
                    <a:pt x="630" y="3221"/>
                    <a:pt x="455" y="2094"/>
                    <a:pt x="279" y="1289"/>
                  </a:cubicBezTo>
                  <a:cubicBezTo>
                    <a:pt x="191" y="894"/>
                    <a:pt x="133" y="557"/>
                    <a:pt x="89" y="337"/>
                  </a:cubicBezTo>
                  <a:cubicBezTo>
                    <a:pt x="59" y="235"/>
                    <a:pt x="45" y="162"/>
                    <a:pt x="30" y="88"/>
                  </a:cubicBezTo>
                  <a:cubicBezTo>
                    <a:pt x="30" y="30"/>
                    <a:pt x="1" y="1"/>
                    <a:pt x="1" y="1"/>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8" name="Google Shape;438;p32">
              <a:extLst>
                <a:ext uri="{FF2B5EF4-FFF2-40B4-BE49-F238E27FC236}">
                  <a16:creationId xmlns:a16="http://schemas.microsoft.com/office/drawing/2014/main" id="{DD4E2D9F-903B-F58D-FEE2-94C47FEA48F0}"/>
                </a:ext>
              </a:extLst>
            </p:cNvPr>
            <p:cNvSpPr/>
            <p:nvPr/>
          </p:nvSpPr>
          <p:spPr>
            <a:xfrm>
              <a:off x="2599560" y="2413800"/>
              <a:ext cx="91800" cy="417240"/>
            </a:xfrm>
            <a:custGeom>
              <a:avLst/>
              <a:gdLst>
                <a:gd name="textAreaLeft" fmla="*/ 0 w 91800"/>
                <a:gd name="textAreaRight" fmla="*/ 92160 w 91800"/>
                <a:gd name="textAreaTop" fmla="*/ 0 h 417240"/>
                <a:gd name="textAreaBottom" fmla="*/ 417600 h 417240"/>
              </a:gdLst>
              <a:ahLst/>
              <a:cxnLst/>
              <a:rect l="textAreaLeft" t="textAreaTop" r="textAreaRight" b="textAreaBottom"/>
              <a:pathLst>
                <a:path w="1714" h="7775">
                  <a:moveTo>
                    <a:pt x="1714" y="0"/>
                  </a:moveTo>
                  <a:lnTo>
                    <a:pt x="1714" y="0"/>
                  </a:lnTo>
                  <a:cubicBezTo>
                    <a:pt x="1714" y="0"/>
                    <a:pt x="1699" y="103"/>
                    <a:pt x="1611" y="249"/>
                  </a:cubicBezTo>
                  <a:cubicBezTo>
                    <a:pt x="1567" y="468"/>
                    <a:pt x="1523" y="747"/>
                    <a:pt x="1450" y="1098"/>
                  </a:cubicBezTo>
                  <a:cubicBezTo>
                    <a:pt x="1318" y="1801"/>
                    <a:pt x="1099" y="2782"/>
                    <a:pt x="864" y="3850"/>
                  </a:cubicBezTo>
                  <a:cubicBezTo>
                    <a:pt x="616" y="4934"/>
                    <a:pt x="396" y="5900"/>
                    <a:pt x="235" y="6617"/>
                  </a:cubicBezTo>
                  <a:cubicBezTo>
                    <a:pt x="162" y="6968"/>
                    <a:pt x="103" y="7232"/>
                    <a:pt x="59" y="7452"/>
                  </a:cubicBezTo>
                  <a:cubicBezTo>
                    <a:pt x="15" y="7656"/>
                    <a:pt x="1" y="7774"/>
                    <a:pt x="1" y="7774"/>
                  </a:cubicBezTo>
                  <a:cubicBezTo>
                    <a:pt x="1" y="7775"/>
                    <a:pt x="1" y="7775"/>
                    <a:pt x="1" y="7775"/>
                  </a:cubicBezTo>
                  <a:cubicBezTo>
                    <a:pt x="5" y="7775"/>
                    <a:pt x="34" y="7673"/>
                    <a:pt x="89" y="7481"/>
                  </a:cubicBezTo>
                  <a:cubicBezTo>
                    <a:pt x="147" y="7276"/>
                    <a:pt x="220" y="6998"/>
                    <a:pt x="308" y="6661"/>
                  </a:cubicBezTo>
                  <a:cubicBezTo>
                    <a:pt x="498" y="5958"/>
                    <a:pt x="733" y="4992"/>
                    <a:pt x="967" y="3909"/>
                  </a:cubicBezTo>
                  <a:cubicBezTo>
                    <a:pt x="1201" y="2855"/>
                    <a:pt x="1406" y="1859"/>
                    <a:pt x="1538" y="1142"/>
                  </a:cubicBezTo>
                  <a:cubicBezTo>
                    <a:pt x="1611" y="805"/>
                    <a:pt x="1640" y="512"/>
                    <a:pt x="1684" y="307"/>
                  </a:cubicBezTo>
                  <a:cubicBezTo>
                    <a:pt x="1714" y="103"/>
                    <a:pt x="1714" y="0"/>
                    <a:pt x="1714" y="0"/>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9" name="Google Shape;439;p32">
              <a:extLst>
                <a:ext uri="{FF2B5EF4-FFF2-40B4-BE49-F238E27FC236}">
                  <a16:creationId xmlns:a16="http://schemas.microsoft.com/office/drawing/2014/main" id="{6EBBE1F9-13A2-4DB5-DB38-1E93D1D69495}"/>
                </a:ext>
              </a:extLst>
            </p:cNvPr>
            <p:cNvSpPr/>
            <p:nvPr/>
          </p:nvSpPr>
          <p:spPr>
            <a:xfrm>
              <a:off x="2596320" y="2887920"/>
              <a:ext cx="111960" cy="193320"/>
            </a:xfrm>
            <a:custGeom>
              <a:avLst/>
              <a:gdLst>
                <a:gd name="textAreaLeft" fmla="*/ 0 w 111960"/>
                <a:gd name="textAreaRight" fmla="*/ 112320 w 111960"/>
                <a:gd name="textAreaTop" fmla="*/ 0 h 193320"/>
                <a:gd name="textAreaBottom" fmla="*/ 193680 h 193320"/>
              </a:gdLst>
              <a:ahLst/>
              <a:cxnLst/>
              <a:rect l="textAreaLeft" t="textAreaTop" r="textAreaRight" b="textAreaBottom"/>
              <a:pathLst>
                <a:path w="2094" h="3607">
                  <a:moveTo>
                    <a:pt x="513" y="250"/>
                  </a:moveTo>
                  <a:cubicBezTo>
                    <a:pt x="502" y="250"/>
                    <a:pt x="499" y="256"/>
                    <a:pt x="508" y="290"/>
                  </a:cubicBezTo>
                  <a:lnTo>
                    <a:pt x="508" y="290"/>
                  </a:lnTo>
                  <a:cubicBezTo>
                    <a:pt x="513" y="263"/>
                    <a:pt x="513" y="250"/>
                    <a:pt x="513" y="250"/>
                  </a:cubicBezTo>
                  <a:close/>
                  <a:moveTo>
                    <a:pt x="508" y="290"/>
                  </a:moveTo>
                  <a:cubicBezTo>
                    <a:pt x="506" y="303"/>
                    <a:pt x="503" y="318"/>
                    <a:pt x="498" y="337"/>
                  </a:cubicBezTo>
                  <a:cubicBezTo>
                    <a:pt x="483" y="411"/>
                    <a:pt x="454" y="498"/>
                    <a:pt x="439" y="586"/>
                  </a:cubicBezTo>
                  <a:cubicBezTo>
                    <a:pt x="401" y="729"/>
                    <a:pt x="357" y="920"/>
                    <a:pt x="311" y="1145"/>
                  </a:cubicBezTo>
                  <a:lnTo>
                    <a:pt x="311" y="1145"/>
                  </a:lnTo>
                  <a:cubicBezTo>
                    <a:pt x="361" y="927"/>
                    <a:pt x="408" y="740"/>
                    <a:pt x="454" y="601"/>
                  </a:cubicBezTo>
                  <a:cubicBezTo>
                    <a:pt x="498" y="498"/>
                    <a:pt x="513" y="411"/>
                    <a:pt x="527" y="352"/>
                  </a:cubicBezTo>
                  <a:cubicBezTo>
                    <a:pt x="518" y="325"/>
                    <a:pt x="512" y="305"/>
                    <a:pt x="508" y="290"/>
                  </a:cubicBezTo>
                  <a:close/>
                  <a:moveTo>
                    <a:pt x="2094" y="1"/>
                  </a:moveTo>
                  <a:lnTo>
                    <a:pt x="2035" y="15"/>
                  </a:lnTo>
                  <a:cubicBezTo>
                    <a:pt x="1581" y="118"/>
                    <a:pt x="1215" y="206"/>
                    <a:pt x="937" y="264"/>
                  </a:cubicBezTo>
                  <a:cubicBezTo>
                    <a:pt x="820" y="293"/>
                    <a:pt x="717" y="308"/>
                    <a:pt x="644" y="337"/>
                  </a:cubicBezTo>
                  <a:cubicBezTo>
                    <a:pt x="571" y="352"/>
                    <a:pt x="527" y="367"/>
                    <a:pt x="527" y="367"/>
                  </a:cubicBezTo>
                  <a:cubicBezTo>
                    <a:pt x="527" y="367"/>
                    <a:pt x="571" y="367"/>
                    <a:pt x="644" y="352"/>
                  </a:cubicBezTo>
                  <a:cubicBezTo>
                    <a:pt x="717" y="337"/>
                    <a:pt x="805" y="308"/>
                    <a:pt x="937" y="293"/>
                  </a:cubicBezTo>
                  <a:cubicBezTo>
                    <a:pt x="1205" y="237"/>
                    <a:pt x="1554" y="194"/>
                    <a:pt x="1985" y="100"/>
                  </a:cubicBezTo>
                  <a:lnTo>
                    <a:pt x="1985" y="100"/>
                  </a:lnTo>
                  <a:cubicBezTo>
                    <a:pt x="1868" y="885"/>
                    <a:pt x="1690" y="1922"/>
                    <a:pt x="1186" y="2972"/>
                  </a:cubicBezTo>
                  <a:cubicBezTo>
                    <a:pt x="1113" y="3090"/>
                    <a:pt x="1040" y="3236"/>
                    <a:pt x="937" y="3338"/>
                  </a:cubicBezTo>
                  <a:cubicBezTo>
                    <a:pt x="820" y="3426"/>
                    <a:pt x="674" y="3499"/>
                    <a:pt x="556" y="3499"/>
                  </a:cubicBezTo>
                  <a:cubicBezTo>
                    <a:pt x="410" y="3499"/>
                    <a:pt x="278" y="3441"/>
                    <a:pt x="205" y="3338"/>
                  </a:cubicBezTo>
                  <a:cubicBezTo>
                    <a:pt x="117" y="3221"/>
                    <a:pt x="73" y="3090"/>
                    <a:pt x="59" y="2972"/>
                  </a:cubicBezTo>
                  <a:cubicBezTo>
                    <a:pt x="44" y="2694"/>
                    <a:pt x="88" y="2445"/>
                    <a:pt x="132" y="2197"/>
                  </a:cubicBezTo>
                  <a:cubicBezTo>
                    <a:pt x="161" y="1962"/>
                    <a:pt x="205" y="1743"/>
                    <a:pt x="234" y="1538"/>
                  </a:cubicBezTo>
                  <a:cubicBezTo>
                    <a:pt x="260" y="1399"/>
                    <a:pt x="286" y="1267"/>
                    <a:pt x="311" y="1145"/>
                  </a:cubicBezTo>
                  <a:lnTo>
                    <a:pt x="311" y="1145"/>
                  </a:lnTo>
                  <a:cubicBezTo>
                    <a:pt x="282" y="1271"/>
                    <a:pt x="252" y="1408"/>
                    <a:pt x="220" y="1552"/>
                  </a:cubicBezTo>
                  <a:cubicBezTo>
                    <a:pt x="161" y="1757"/>
                    <a:pt x="132" y="1977"/>
                    <a:pt x="88" y="2211"/>
                  </a:cubicBezTo>
                  <a:cubicBezTo>
                    <a:pt x="73" y="2328"/>
                    <a:pt x="59" y="2460"/>
                    <a:pt x="29" y="2577"/>
                  </a:cubicBezTo>
                  <a:cubicBezTo>
                    <a:pt x="15" y="2709"/>
                    <a:pt x="0" y="2841"/>
                    <a:pt x="15" y="2987"/>
                  </a:cubicBezTo>
                  <a:cubicBezTo>
                    <a:pt x="15" y="3133"/>
                    <a:pt x="73" y="3280"/>
                    <a:pt x="161" y="3412"/>
                  </a:cubicBezTo>
                  <a:cubicBezTo>
                    <a:pt x="239" y="3515"/>
                    <a:pt x="385" y="3607"/>
                    <a:pt x="529" y="3607"/>
                  </a:cubicBezTo>
                  <a:cubicBezTo>
                    <a:pt x="548" y="3607"/>
                    <a:pt x="567" y="3605"/>
                    <a:pt x="586" y="3602"/>
                  </a:cubicBezTo>
                  <a:cubicBezTo>
                    <a:pt x="747" y="3587"/>
                    <a:pt x="908" y="3514"/>
                    <a:pt x="1025" y="3412"/>
                  </a:cubicBezTo>
                  <a:cubicBezTo>
                    <a:pt x="1142" y="3295"/>
                    <a:pt x="1230" y="3148"/>
                    <a:pt x="1303" y="3002"/>
                  </a:cubicBezTo>
                  <a:cubicBezTo>
                    <a:pt x="1815" y="1918"/>
                    <a:pt x="1976" y="850"/>
                    <a:pt x="2094" y="59"/>
                  </a:cubicBezTo>
                  <a:lnTo>
                    <a:pt x="2094" y="1"/>
                  </a:ln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0" name="Google Shape;440;p32">
              <a:extLst>
                <a:ext uri="{FF2B5EF4-FFF2-40B4-BE49-F238E27FC236}">
                  <a16:creationId xmlns:a16="http://schemas.microsoft.com/office/drawing/2014/main" id="{FAEF322C-D4AE-E696-BE8C-30F92298F652}"/>
                </a:ext>
              </a:extLst>
            </p:cNvPr>
            <p:cNvSpPr/>
            <p:nvPr/>
          </p:nvSpPr>
          <p:spPr>
            <a:xfrm>
              <a:off x="3247920" y="2700720"/>
              <a:ext cx="34200" cy="72000"/>
            </a:xfrm>
            <a:custGeom>
              <a:avLst/>
              <a:gdLst>
                <a:gd name="textAreaLeft" fmla="*/ 0 w 34200"/>
                <a:gd name="textAreaRight" fmla="*/ 34560 w 34200"/>
                <a:gd name="textAreaTop" fmla="*/ 0 h 72000"/>
                <a:gd name="textAreaBottom" fmla="*/ 72360 h 72000"/>
              </a:gdLst>
              <a:ahLst/>
              <a:cxnLst/>
              <a:rect l="textAreaLeft" t="textAreaTop" r="textAreaRight" b="textAreaBottom"/>
              <a:pathLst>
                <a:path w="645" h="1348">
                  <a:moveTo>
                    <a:pt x="615" y="0"/>
                  </a:moveTo>
                  <a:cubicBezTo>
                    <a:pt x="601" y="0"/>
                    <a:pt x="396" y="264"/>
                    <a:pt x="235" y="630"/>
                  </a:cubicBezTo>
                  <a:cubicBezTo>
                    <a:pt x="73" y="1025"/>
                    <a:pt x="0" y="1347"/>
                    <a:pt x="15" y="1347"/>
                  </a:cubicBezTo>
                  <a:cubicBezTo>
                    <a:pt x="16" y="1348"/>
                    <a:pt x="17" y="1348"/>
                    <a:pt x="18" y="1348"/>
                  </a:cubicBezTo>
                  <a:cubicBezTo>
                    <a:pt x="64" y="1348"/>
                    <a:pt x="165" y="1046"/>
                    <a:pt x="308" y="674"/>
                  </a:cubicBezTo>
                  <a:cubicBezTo>
                    <a:pt x="498" y="308"/>
                    <a:pt x="644" y="15"/>
                    <a:pt x="615" y="0"/>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1" name="Google Shape;441;p32">
              <a:extLst>
                <a:ext uri="{FF2B5EF4-FFF2-40B4-BE49-F238E27FC236}">
                  <a16:creationId xmlns:a16="http://schemas.microsoft.com/office/drawing/2014/main" id="{9A51810E-5C7A-2D1E-33EF-BBDF2FD52F70}"/>
                </a:ext>
              </a:extLst>
            </p:cNvPr>
            <p:cNvSpPr/>
            <p:nvPr/>
          </p:nvSpPr>
          <p:spPr>
            <a:xfrm>
              <a:off x="3277080" y="2693160"/>
              <a:ext cx="10800" cy="90720"/>
            </a:xfrm>
            <a:custGeom>
              <a:avLst/>
              <a:gdLst>
                <a:gd name="textAreaLeft" fmla="*/ 0 w 10800"/>
                <a:gd name="textAreaRight" fmla="*/ 11160 w 10800"/>
                <a:gd name="textAreaTop" fmla="*/ 0 h 90720"/>
                <a:gd name="textAreaBottom" fmla="*/ 91080 h 90720"/>
              </a:gdLst>
              <a:ahLst/>
              <a:cxnLst/>
              <a:rect l="textAreaLeft" t="textAreaTop" r="textAreaRight" b="textAreaBottom"/>
              <a:pathLst>
                <a:path w="206" h="1699">
                  <a:moveTo>
                    <a:pt x="191" y="0"/>
                  </a:moveTo>
                  <a:lnTo>
                    <a:pt x="191" y="0"/>
                  </a:lnTo>
                  <a:cubicBezTo>
                    <a:pt x="177" y="0"/>
                    <a:pt x="118" y="366"/>
                    <a:pt x="60" y="834"/>
                  </a:cubicBezTo>
                  <a:cubicBezTo>
                    <a:pt x="30" y="1318"/>
                    <a:pt x="1" y="1698"/>
                    <a:pt x="30" y="1698"/>
                  </a:cubicBezTo>
                  <a:cubicBezTo>
                    <a:pt x="45" y="1698"/>
                    <a:pt x="118" y="1318"/>
                    <a:pt x="147" y="849"/>
                  </a:cubicBezTo>
                  <a:cubicBezTo>
                    <a:pt x="191" y="381"/>
                    <a:pt x="206" y="0"/>
                    <a:pt x="191" y="0"/>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2" name="Google Shape;442;p32">
              <a:extLst>
                <a:ext uri="{FF2B5EF4-FFF2-40B4-BE49-F238E27FC236}">
                  <a16:creationId xmlns:a16="http://schemas.microsoft.com/office/drawing/2014/main" id="{B3366306-F0A1-4582-C618-2B09F38FDD65}"/>
                </a:ext>
              </a:extLst>
            </p:cNvPr>
            <p:cNvSpPr/>
            <p:nvPr/>
          </p:nvSpPr>
          <p:spPr>
            <a:xfrm>
              <a:off x="2410920" y="2740320"/>
              <a:ext cx="154440" cy="50040"/>
            </a:xfrm>
            <a:custGeom>
              <a:avLst/>
              <a:gdLst>
                <a:gd name="textAreaLeft" fmla="*/ 0 w 154440"/>
                <a:gd name="textAreaRight" fmla="*/ 154800 w 154440"/>
                <a:gd name="textAreaTop" fmla="*/ 0 h 50040"/>
                <a:gd name="textAreaBottom" fmla="*/ 50400 h 50040"/>
              </a:gdLst>
              <a:ahLst/>
              <a:cxnLst/>
              <a:rect l="textAreaLeft" t="textAreaTop" r="textAreaRight" b="textAreaBottom"/>
              <a:pathLst>
                <a:path w="2885" h="939">
                  <a:moveTo>
                    <a:pt x="1597" y="1"/>
                  </a:moveTo>
                  <a:cubicBezTo>
                    <a:pt x="1049" y="1"/>
                    <a:pt x="498" y="184"/>
                    <a:pt x="73" y="541"/>
                  </a:cubicBezTo>
                  <a:lnTo>
                    <a:pt x="73" y="453"/>
                  </a:lnTo>
                  <a:lnTo>
                    <a:pt x="0" y="541"/>
                  </a:lnTo>
                  <a:cubicBezTo>
                    <a:pt x="454" y="702"/>
                    <a:pt x="937" y="878"/>
                    <a:pt x="1406" y="922"/>
                  </a:cubicBezTo>
                  <a:cubicBezTo>
                    <a:pt x="1501" y="933"/>
                    <a:pt x="1598" y="939"/>
                    <a:pt x="1694" y="939"/>
                  </a:cubicBezTo>
                  <a:cubicBezTo>
                    <a:pt x="2096" y="939"/>
                    <a:pt x="2489" y="836"/>
                    <a:pt x="2796" y="600"/>
                  </a:cubicBezTo>
                  <a:cubicBezTo>
                    <a:pt x="2855" y="556"/>
                    <a:pt x="2884" y="512"/>
                    <a:pt x="2884" y="453"/>
                  </a:cubicBezTo>
                  <a:cubicBezTo>
                    <a:pt x="2884" y="395"/>
                    <a:pt x="2840" y="365"/>
                    <a:pt x="2782" y="321"/>
                  </a:cubicBezTo>
                  <a:cubicBezTo>
                    <a:pt x="2428" y="106"/>
                    <a:pt x="2013" y="1"/>
                    <a:pt x="1597" y="1"/>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3" name="Google Shape;443;p32">
              <a:extLst>
                <a:ext uri="{FF2B5EF4-FFF2-40B4-BE49-F238E27FC236}">
                  <a16:creationId xmlns:a16="http://schemas.microsoft.com/office/drawing/2014/main" id="{0CE6FB3B-BB48-08BC-F44C-683C5E5DD9E0}"/>
                </a:ext>
              </a:extLst>
            </p:cNvPr>
            <p:cNvSpPr/>
            <p:nvPr/>
          </p:nvSpPr>
          <p:spPr>
            <a:xfrm>
              <a:off x="2463480" y="2593080"/>
              <a:ext cx="12960" cy="92520"/>
            </a:xfrm>
            <a:custGeom>
              <a:avLst/>
              <a:gdLst>
                <a:gd name="textAreaLeft" fmla="*/ 0 w 12960"/>
                <a:gd name="textAreaRight" fmla="*/ 13320 w 12960"/>
                <a:gd name="textAreaTop" fmla="*/ 0 h 92520"/>
                <a:gd name="textAreaBottom" fmla="*/ 92880 h 92520"/>
              </a:gdLst>
              <a:ahLst/>
              <a:cxnLst/>
              <a:rect l="textAreaLeft" t="textAreaTop" r="textAreaRight" b="textAreaBottom"/>
              <a:pathLst>
                <a:path w="249" h="1729">
                  <a:moveTo>
                    <a:pt x="190" y="1"/>
                  </a:moveTo>
                  <a:cubicBezTo>
                    <a:pt x="176" y="1"/>
                    <a:pt x="176" y="396"/>
                    <a:pt x="117" y="865"/>
                  </a:cubicBezTo>
                  <a:cubicBezTo>
                    <a:pt x="59" y="1348"/>
                    <a:pt x="0" y="1728"/>
                    <a:pt x="29" y="1728"/>
                  </a:cubicBezTo>
                  <a:cubicBezTo>
                    <a:pt x="44" y="1728"/>
                    <a:pt x="146" y="1362"/>
                    <a:pt x="205" y="879"/>
                  </a:cubicBezTo>
                  <a:cubicBezTo>
                    <a:pt x="249" y="381"/>
                    <a:pt x="205" y="1"/>
                    <a:pt x="190" y="1"/>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4" name="Google Shape;444;p32">
              <a:extLst>
                <a:ext uri="{FF2B5EF4-FFF2-40B4-BE49-F238E27FC236}">
                  <a16:creationId xmlns:a16="http://schemas.microsoft.com/office/drawing/2014/main" id="{BFC51527-C974-BF2C-7593-13D64514221D}"/>
                </a:ext>
              </a:extLst>
            </p:cNvPr>
            <p:cNvSpPr/>
            <p:nvPr/>
          </p:nvSpPr>
          <p:spPr>
            <a:xfrm>
              <a:off x="2473560" y="2593080"/>
              <a:ext cx="30240" cy="83880"/>
            </a:xfrm>
            <a:custGeom>
              <a:avLst/>
              <a:gdLst>
                <a:gd name="textAreaLeft" fmla="*/ 0 w 30240"/>
                <a:gd name="textAreaRight" fmla="*/ 30600 w 30240"/>
                <a:gd name="textAreaTop" fmla="*/ 0 h 83880"/>
                <a:gd name="textAreaBottom" fmla="*/ 84240 h 83880"/>
              </a:gdLst>
              <a:ahLst/>
              <a:cxnLst/>
              <a:rect l="textAreaLeft" t="textAreaTop" r="textAreaRight" b="textAreaBottom"/>
              <a:pathLst>
                <a:path w="572" h="1568">
                  <a:moveTo>
                    <a:pt x="30" y="1"/>
                  </a:moveTo>
                  <a:cubicBezTo>
                    <a:pt x="0" y="1"/>
                    <a:pt x="88" y="352"/>
                    <a:pt x="235" y="791"/>
                  </a:cubicBezTo>
                  <a:cubicBezTo>
                    <a:pt x="366" y="1231"/>
                    <a:pt x="513" y="1567"/>
                    <a:pt x="527" y="1567"/>
                  </a:cubicBezTo>
                  <a:cubicBezTo>
                    <a:pt x="571" y="1567"/>
                    <a:pt x="469" y="1201"/>
                    <a:pt x="322" y="777"/>
                  </a:cubicBezTo>
                  <a:cubicBezTo>
                    <a:pt x="205" y="338"/>
                    <a:pt x="59" y="1"/>
                    <a:pt x="30" y="1"/>
                  </a:cubicBezTo>
                  <a:close/>
                </a:path>
              </a:pathLst>
            </a:custGeom>
            <a:solidFill>
              <a:srgbClr val="151F29">
                <a:alpha val="38000"/>
              </a:srgbClr>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5" name="Google Shape;445;p32">
              <a:extLst>
                <a:ext uri="{FF2B5EF4-FFF2-40B4-BE49-F238E27FC236}">
                  <a16:creationId xmlns:a16="http://schemas.microsoft.com/office/drawing/2014/main" id="{FFF56DBC-7DE5-C6AE-FE98-E2113FADC898}"/>
                </a:ext>
              </a:extLst>
            </p:cNvPr>
            <p:cNvSpPr/>
            <p:nvPr/>
          </p:nvSpPr>
          <p:spPr>
            <a:xfrm>
              <a:off x="2906640" y="2270880"/>
              <a:ext cx="25560" cy="616680"/>
            </a:xfrm>
            <a:custGeom>
              <a:avLst/>
              <a:gdLst>
                <a:gd name="textAreaLeft" fmla="*/ 0 w 25560"/>
                <a:gd name="textAreaRight" fmla="*/ 25920 w 25560"/>
                <a:gd name="textAreaTop" fmla="*/ 0 h 616680"/>
                <a:gd name="textAreaBottom" fmla="*/ 617040 h 616680"/>
              </a:gdLst>
              <a:ahLst/>
              <a:cxnLst/>
              <a:rect l="textAreaLeft" t="textAreaTop" r="textAreaRight" b="textAreaBottom"/>
              <a:pathLst>
                <a:path w="484" h="11493">
                  <a:moveTo>
                    <a:pt x="425" y="1"/>
                  </a:moveTo>
                  <a:cubicBezTo>
                    <a:pt x="367" y="1"/>
                    <a:pt x="235" y="2563"/>
                    <a:pt x="147" y="5754"/>
                  </a:cubicBezTo>
                  <a:cubicBezTo>
                    <a:pt x="30" y="8916"/>
                    <a:pt x="1" y="11493"/>
                    <a:pt x="59" y="11493"/>
                  </a:cubicBezTo>
                  <a:cubicBezTo>
                    <a:pt x="118" y="11493"/>
                    <a:pt x="220" y="8916"/>
                    <a:pt x="337" y="5754"/>
                  </a:cubicBezTo>
                  <a:cubicBezTo>
                    <a:pt x="440" y="2592"/>
                    <a:pt x="484" y="1"/>
                    <a:pt x="42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6" name="Google Shape;446;p32">
              <a:extLst>
                <a:ext uri="{FF2B5EF4-FFF2-40B4-BE49-F238E27FC236}">
                  <a16:creationId xmlns:a16="http://schemas.microsoft.com/office/drawing/2014/main" id="{46897568-4B47-48A5-DF82-24F1BE67CA6F}"/>
                </a:ext>
              </a:extLst>
            </p:cNvPr>
            <p:cNvSpPr/>
            <p:nvPr/>
          </p:nvSpPr>
          <p:spPr>
            <a:xfrm>
              <a:off x="2941560" y="2467080"/>
              <a:ext cx="25560" cy="24480"/>
            </a:xfrm>
            <a:custGeom>
              <a:avLst/>
              <a:gdLst>
                <a:gd name="textAreaLeft" fmla="*/ 0 w 25560"/>
                <a:gd name="textAreaRight" fmla="*/ 25920 w 25560"/>
                <a:gd name="textAreaTop" fmla="*/ 0 h 24480"/>
                <a:gd name="textAreaBottom" fmla="*/ 24840 h 24480"/>
              </a:gdLst>
              <a:ahLst/>
              <a:cxnLst/>
              <a:rect l="textAreaLeft" t="textAreaTop" r="textAreaRight" b="textAreaBottom"/>
              <a:pathLst>
                <a:path w="484" h="461">
                  <a:moveTo>
                    <a:pt x="264" y="1"/>
                  </a:moveTo>
                  <a:cubicBezTo>
                    <a:pt x="227" y="1"/>
                    <a:pt x="198" y="14"/>
                    <a:pt x="177" y="36"/>
                  </a:cubicBezTo>
                  <a:cubicBezTo>
                    <a:pt x="162" y="50"/>
                    <a:pt x="162" y="65"/>
                    <a:pt x="162" y="80"/>
                  </a:cubicBezTo>
                  <a:cubicBezTo>
                    <a:pt x="177" y="109"/>
                    <a:pt x="235" y="109"/>
                    <a:pt x="279" y="138"/>
                  </a:cubicBezTo>
                  <a:cubicBezTo>
                    <a:pt x="294" y="153"/>
                    <a:pt x="308" y="197"/>
                    <a:pt x="308" y="211"/>
                  </a:cubicBezTo>
                  <a:cubicBezTo>
                    <a:pt x="308" y="226"/>
                    <a:pt x="308" y="255"/>
                    <a:pt x="279" y="270"/>
                  </a:cubicBezTo>
                  <a:cubicBezTo>
                    <a:pt x="235" y="285"/>
                    <a:pt x="220" y="285"/>
                    <a:pt x="206" y="285"/>
                  </a:cubicBezTo>
                  <a:cubicBezTo>
                    <a:pt x="177" y="285"/>
                    <a:pt x="147" y="255"/>
                    <a:pt x="147" y="226"/>
                  </a:cubicBezTo>
                  <a:cubicBezTo>
                    <a:pt x="118" y="182"/>
                    <a:pt x="147" y="124"/>
                    <a:pt x="118" y="109"/>
                  </a:cubicBezTo>
                  <a:lnTo>
                    <a:pt x="74" y="109"/>
                  </a:lnTo>
                  <a:cubicBezTo>
                    <a:pt x="59" y="124"/>
                    <a:pt x="16" y="153"/>
                    <a:pt x="16" y="211"/>
                  </a:cubicBezTo>
                  <a:cubicBezTo>
                    <a:pt x="1" y="270"/>
                    <a:pt x="16" y="358"/>
                    <a:pt x="89" y="416"/>
                  </a:cubicBezTo>
                  <a:cubicBezTo>
                    <a:pt x="125" y="446"/>
                    <a:pt x="177" y="460"/>
                    <a:pt x="228" y="460"/>
                  </a:cubicBezTo>
                  <a:cubicBezTo>
                    <a:pt x="279" y="460"/>
                    <a:pt x="330" y="446"/>
                    <a:pt x="367" y="416"/>
                  </a:cubicBezTo>
                  <a:cubicBezTo>
                    <a:pt x="440" y="358"/>
                    <a:pt x="484" y="255"/>
                    <a:pt x="455" y="153"/>
                  </a:cubicBezTo>
                  <a:cubicBezTo>
                    <a:pt x="440" y="65"/>
                    <a:pt x="367" y="36"/>
                    <a:pt x="308" y="6"/>
                  </a:cubicBezTo>
                  <a:cubicBezTo>
                    <a:pt x="293" y="3"/>
                    <a:pt x="278" y="1"/>
                    <a:pt x="26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2240" bIns="12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7" name="Google Shape;447;p32">
              <a:extLst>
                <a:ext uri="{FF2B5EF4-FFF2-40B4-BE49-F238E27FC236}">
                  <a16:creationId xmlns:a16="http://schemas.microsoft.com/office/drawing/2014/main" id="{A1506D1A-EB6E-3824-0A38-8E8E85527356}"/>
                </a:ext>
              </a:extLst>
            </p:cNvPr>
            <p:cNvSpPr/>
            <p:nvPr/>
          </p:nvSpPr>
          <p:spPr>
            <a:xfrm>
              <a:off x="2949120" y="2364480"/>
              <a:ext cx="25560" cy="23760"/>
            </a:xfrm>
            <a:custGeom>
              <a:avLst/>
              <a:gdLst>
                <a:gd name="textAreaLeft" fmla="*/ 0 w 25560"/>
                <a:gd name="textAreaRight" fmla="*/ 25920 w 25560"/>
                <a:gd name="textAreaTop" fmla="*/ 0 h 23760"/>
                <a:gd name="textAreaBottom" fmla="*/ 24120 h 23760"/>
              </a:gdLst>
              <a:ahLst/>
              <a:cxnLst/>
              <a:rect l="textAreaLeft" t="textAreaTop" r="textAreaRight" b="textAreaBottom"/>
              <a:pathLst>
                <a:path w="484" h="446">
                  <a:moveTo>
                    <a:pt x="273" y="0"/>
                  </a:moveTo>
                  <a:cubicBezTo>
                    <a:pt x="253" y="0"/>
                    <a:pt x="235" y="4"/>
                    <a:pt x="220" y="11"/>
                  </a:cubicBezTo>
                  <a:cubicBezTo>
                    <a:pt x="176" y="11"/>
                    <a:pt x="176" y="26"/>
                    <a:pt x="176" y="55"/>
                  </a:cubicBezTo>
                  <a:cubicBezTo>
                    <a:pt x="176" y="70"/>
                    <a:pt x="235" y="85"/>
                    <a:pt x="264" y="128"/>
                  </a:cubicBezTo>
                  <a:cubicBezTo>
                    <a:pt x="293" y="143"/>
                    <a:pt x="308" y="187"/>
                    <a:pt x="308" y="202"/>
                  </a:cubicBezTo>
                  <a:cubicBezTo>
                    <a:pt x="308" y="216"/>
                    <a:pt x="308" y="231"/>
                    <a:pt x="264" y="260"/>
                  </a:cubicBezTo>
                  <a:lnTo>
                    <a:pt x="191" y="260"/>
                  </a:lnTo>
                  <a:cubicBezTo>
                    <a:pt x="176" y="260"/>
                    <a:pt x="161" y="216"/>
                    <a:pt x="161" y="202"/>
                  </a:cubicBezTo>
                  <a:cubicBezTo>
                    <a:pt x="147" y="143"/>
                    <a:pt x="176" y="85"/>
                    <a:pt x="161" y="70"/>
                  </a:cubicBezTo>
                  <a:cubicBezTo>
                    <a:pt x="161" y="63"/>
                    <a:pt x="158" y="59"/>
                    <a:pt x="147" y="59"/>
                  </a:cubicBezTo>
                  <a:cubicBezTo>
                    <a:pt x="136" y="59"/>
                    <a:pt x="117" y="63"/>
                    <a:pt x="88" y="70"/>
                  </a:cubicBezTo>
                  <a:cubicBezTo>
                    <a:pt x="44" y="85"/>
                    <a:pt x="30" y="128"/>
                    <a:pt x="15" y="172"/>
                  </a:cubicBezTo>
                  <a:cubicBezTo>
                    <a:pt x="0" y="231"/>
                    <a:pt x="0" y="304"/>
                    <a:pt x="73" y="377"/>
                  </a:cubicBezTo>
                  <a:cubicBezTo>
                    <a:pt x="119" y="423"/>
                    <a:pt x="182" y="446"/>
                    <a:pt x="241" y="446"/>
                  </a:cubicBezTo>
                  <a:cubicBezTo>
                    <a:pt x="276" y="446"/>
                    <a:pt x="310" y="438"/>
                    <a:pt x="337" y="421"/>
                  </a:cubicBezTo>
                  <a:cubicBezTo>
                    <a:pt x="439" y="377"/>
                    <a:pt x="483" y="275"/>
                    <a:pt x="469" y="172"/>
                  </a:cubicBezTo>
                  <a:cubicBezTo>
                    <a:pt x="454" y="85"/>
                    <a:pt x="396" y="26"/>
                    <a:pt x="337" y="11"/>
                  </a:cubicBezTo>
                  <a:cubicBezTo>
                    <a:pt x="315" y="4"/>
                    <a:pt x="293" y="0"/>
                    <a:pt x="27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8" name="Google Shape;448;p32">
              <a:extLst>
                <a:ext uri="{FF2B5EF4-FFF2-40B4-BE49-F238E27FC236}">
                  <a16:creationId xmlns:a16="http://schemas.microsoft.com/office/drawing/2014/main" id="{B629E088-3F31-2B77-B046-12E0FDB5A4C9}"/>
                </a:ext>
              </a:extLst>
            </p:cNvPr>
            <p:cNvSpPr/>
            <p:nvPr/>
          </p:nvSpPr>
          <p:spPr>
            <a:xfrm>
              <a:off x="2940480" y="2597400"/>
              <a:ext cx="25560" cy="23760"/>
            </a:xfrm>
            <a:custGeom>
              <a:avLst/>
              <a:gdLst>
                <a:gd name="textAreaLeft" fmla="*/ 0 w 25560"/>
                <a:gd name="textAreaRight" fmla="*/ 25920 w 25560"/>
                <a:gd name="textAreaTop" fmla="*/ 0 h 23760"/>
                <a:gd name="textAreaBottom" fmla="*/ 24120 h 23760"/>
              </a:gdLst>
              <a:ahLst/>
              <a:cxnLst/>
              <a:rect l="textAreaLeft" t="textAreaTop" r="textAreaRight" b="textAreaBottom"/>
              <a:pathLst>
                <a:path w="484" h="449">
                  <a:moveTo>
                    <a:pt x="215" y="1"/>
                  </a:moveTo>
                  <a:cubicBezTo>
                    <a:pt x="194" y="1"/>
                    <a:pt x="171" y="7"/>
                    <a:pt x="147" y="23"/>
                  </a:cubicBezTo>
                  <a:cubicBezTo>
                    <a:pt x="88" y="38"/>
                    <a:pt x="30" y="96"/>
                    <a:pt x="15" y="184"/>
                  </a:cubicBezTo>
                  <a:cubicBezTo>
                    <a:pt x="0" y="272"/>
                    <a:pt x="44" y="389"/>
                    <a:pt x="147" y="419"/>
                  </a:cubicBezTo>
                  <a:cubicBezTo>
                    <a:pt x="185" y="438"/>
                    <a:pt x="226" y="449"/>
                    <a:pt x="266" y="449"/>
                  </a:cubicBezTo>
                  <a:cubicBezTo>
                    <a:pt x="318" y="449"/>
                    <a:pt x="369" y="431"/>
                    <a:pt x="410" y="389"/>
                  </a:cubicBezTo>
                  <a:cubicBezTo>
                    <a:pt x="483" y="316"/>
                    <a:pt x="483" y="243"/>
                    <a:pt x="483" y="184"/>
                  </a:cubicBezTo>
                  <a:cubicBezTo>
                    <a:pt x="460" y="78"/>
                    <a:pt x="398" y="48"/>
                    <a:pt x="375" y="48"/>
                  </a:cubicBezTo>
                  <a:cubicBezTo>
                    <a:pt x="370" y="48"/>
                    <a:pt x="366" y="50"/>
                    <a:pt x="366" y="53"/>
                  </a:cubicBezTo>
                  <a:cubicBezTo>
                    <a:pt x="337" y="67"/>
                    <a:pt x="366" y="126"/>
                    <a:pt x="337" y="184"/>
                  </a:cubicBezTo>
                  <a:cubicBezTo>
                    <a:pt x="322" y="214"/>
                    <a:pt x="308" y="243"/>
                    <a:pt x="293" y="258"/>
                  </a:cubicBezTo>
                  <a:cubicBezTo>
                    <a:pt x="278" y="265"/>
                    <a:pt x="267" y="268"/>
                    <a:pt x="256" y="268"/>
                  </a:cubicBezTo>
                  <a:cubicBezTo>
                    <a:pt x="245" y="268"/>
                    <a:pt x="234" y="265"/>
                    <a:pt x="220" y="258"/>
                  </a:cubicBezTo>
                  <a:cubicBezTo>
                    <a:pt x="176" y="243"/>
                    <a:pt x="161" y="214"/>
                    <a:pt x="161" y="199"/>
                  </a:cubicBezTo>
                  <a:cubicBezTo>
                    <a:pt x="161" y="184"/>
                    <a:pt x="176" y="140"/>
                    <a:pt x="191" y="126"/>
                  </a:cubicBezTo>
                  <a:cubicBezTo>
                    <a:pt x="234" y="96"/>
                    <a:pt x="264" y="67"/>
                    <a:pt x="293" y="53"/>
                  </a:cubicBezTo>
                  <a:cubicBezTo>
                    <a:pt x="304" y="42"/>
                    <a:pt x="268" y="1"/>
                    <a:pt x="2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9" name="Google Shape;449;p32">
              <a:extLst>
                <a:ext uri="{FF2B5EF4-FFF2-40B4-BE49-F238E27FC236}">
                  <a16:creationId xmlns:a16="http://schemas.microsoft.com/office/drawing/2014/main" id="{284B2BBD-DA34-7215-D3E7-0AB701FE8755}"/>
                </a:ext>
              </a:extLst>
            </p:cNvPr>
            <p:cNvSpPr/>
            <p:nvPr/>
          </p:nvSpPr>
          <p:spPr>
            <a:xfrm>
              <a:off x="2938320" y="2736000"/>
              <a:ext cx="27360" cy="25200"/>
            </a:xfrm>
            <a:custGeom>
              <a:avLst/>
              <a:gdLst>
                <a:gd name="textAreaLeft" fmla="*/ 0 w 27360"/>
                <a:gd name="textAreaRight" fmla="*/ 27720 w 27360"/>
                <a:gd name="textAreaTop" fmla="*/ 0 h 25200"/>
                <a:gd name="textAreaBottom" fmla="*/ 25560 h 25200"/>
              </a:gdLst>
              <a:ahLst/>
              <a:cxnLst/>
              <a:rect l="textAreaLeft" t="textAreaTop" r="textAreaRight" b="textAreaBottom"/>
              <a:pathLst>
                <a:path w="513" h="478">
                  <a:moveTo>
                    <a:pt x="246" y="1"/>
                  </a:moveTo>
                  <a:cubicBezTo>
                    <a:pt x="220" y="1"/>
                    <a:pt x="191" y="8"/>
                    <a:pt x="161" y="23"/>
                  </a:cubicBezTo>
                  <a:cubicBezTo>
                    <a:pt x="117" y="37"/>
                    <a:pt x="44" y="96"/>
                    <a:pt x="15" y="184"/>
                  </a:cubicBezTo>
                  <a:cubicBezTo>
                    <a:pt x="0" y="301"/>
                    <a:pt x="59" y="389"/>
                    <a:pt x="147" y="447"/>
                  </a:cubicBezTo>
                  <a:cubicBezTo>
                    <a:pt x="179" y="467"/>
                    <a:pt x="222" y="477"/>
                    <a:pt x="266" y="477"/>
                  </a:cubicBezTo>
                  <a:cubicBezTo>
                    <a:pt x="324" y="477"/>
                    <a:pt x="384" y="459"/>
                    <a:pt x="425" y="418"/>
                  </a:cubicBezTo>
                  <a:cubicBezTo>
                    <a:pt x="498" y="374"/>
                    <a:pt x="513" y="272"/>
                    <a:pt x="498" y="228"/>
                  </a:cubicBezTo>
                  <a:cubicBezTo>
                    <a:pt x="483" y="169"/>
                    <a:pt x="454" y="125"/>
                    <a:pt x="425" y="111"/>
                  </a:cubicBezTo>
                  <a:cubicBezTo>
                    <a:pt x="410" y="103"/>
                    <a:pt x="396" y="100"/>
                    <a:pt x="385" y="100"/>
                  </a:cubicBezTo>
                  <a:cubicBezTo>
                    <a:pt x="374" y="100"/>
                    <a:pt x="366" y="103"/>
                    <a:pt x="366" y="111"/>
                  </a:cubicBezTo>
                  <a:cubicBezTo>
                    <a:pt x="352" y="125"/>
                    <a:pt x="381" y="184"/>
                    <a:pt x="366" y="242"/>
                  </a:cubicBezTo>
                  <a:cubicBezTo>
                    <a:pt x="352" y="272"/>
                    <a:pt x="337" y="301"/>
                    <a:pt x="308" y="316"/>
                  </a:cubicBezTo>
                  <a:cubicBezTo>
                    <a:pt x="300" y="323"/>
                    <a:pt x="293" y="327"/>
                    <a:pt x="282" y="327"/>
                  </a:cubicBezTo>
                  <a:cubicBezTo>
                    <a:pt x="271" y="327"/>
                    <a:pt x="257" y="323"/>
                    <a:pt x="235" y="316"/>
                  </a:cubicBezTo>
                  <a:cubicBezTo>
                    <a:pt x="205" y="301"/>
                    <a:pt x="176" y="257"/>
                    <a:pt x="176" y="242"/>
                  </a:cubicBezTo>
                  <a:cubicBezTo>
                    <a:pt x="176" y="228"/>
                    <a:pt x="205" y="184"/>
                    <a:pt x="220" y="169"/>
                  </a:cubicBezTo>
                  <a:cubicBezTo>
                    <a:pt x="278" y="111"/>
                    <a:pt x="308" y="111"/>
                    <a:pt x="337" y="96"/>
                  </a:cubicBezTo>
                  <a:cubicBezTo>
                    <a:pt x="352" y="81"/>
                    <a:pt x="337" y="52"/>
                    <a:pt x="308" y="23"/>
                  </a:cubicBezTo>
                  <a:cubicBezTo>
                    <a:pt x="293" y="8"/>
                    <a:pt x="271" y="1"/>
                    <a:pt x="24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0" name="Google Shape;450;p32">
              <a:extLst>
                <a:ext uri="{FF2B5EF4-FFF2-40B4-BE49-F238E27FC236}">
                  <a16:creationId xmlns:a16="http://schemas.microsoft.com/office/drawing/2014/main" id="{64E6925E-9691-698C-790C-491716B2F065}"/>
                </a:ext>
              </a:extLst>
            </p:cNvPr>
            <p:cNvSpPr/>
            <p:nvPr/>
          </p:nvSpPr>
          <p:spPr>
            <a:xfrm>
              <a:off x="2744280" y="2858760"/>
              <a:ext cx="299160" cy="67320"/>
            </a:xfrm>
            <a:custGeom>
              <a:avLst/>
              <a:gdLst>
                <a:gd name="textAreaLeft" fmla="*/ 0 w 299160"/>
                <a:gd name="textAreaRight" fmla="*/ 299520 w 299160"/>
                <a:gd name="textAreaTop" fmla="*/ 0 h 67320"/>
                <a:gd name="textAreaBottom" fmla="*/ 67680 h 67320"/>
              </a:gdLst>
              <a:ahLst/>
              <a:cxnLst/>
              <a:rect l="textAreaLeft" t="textAreaTop" r="textAreaRight" b="textAreaBottom"/>
              <a:pathLst>
                <a:path w="5579" h="1260">
                  <a:moveTo>
                    <a:pt x="88" y="1"/>
                  </a:moveTo>
                  <a:lnTo>
                    <a:pt x="0" y="630"/>
                  </a:lnTo>
                  <a:lnTo>
                    <a:pt x="5578" y="1260"/>
                  </a:lnTo>
                  <a:lnTo>
                    <a:pt x="5578" y="630"/>
                  </a:lnTo>
                  <a:lnTo>
                    <a:pt x="88"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81" name="Google Shape;451;p32">
            <a:extLst>
              <a:ext uri="{FF2B5EF4-FFF2-40B4-BE49-F238E27FC236}">
                <a16:creationId xmlns:a16="http://schemas.microsoft.com/office/drawing/2014/main" id="{BE3B803B-D344-FEEA-8E4A-B3C6B4037D30}"/>
              </a:ext>
            </a:extLst>
          </p:cNvPr>
          <p:cNvGrpSpPr/>
          <p:nvPr/>
        </p:nvGrpSpPr>
        <p:grpSpPr>
          <a:xfrm>
            <a:off x="1417320" y="2903040"/>
            <a:ext cx="1873800" cy="1434960"/>
            <a:chOff x="1417320" y="2903040"/>
            <a:chExt cx="1873800" cy="1434960"/>
          </a:xfrm>
        </p:grpSpPr>
        <p:sp>
          <p:nvSpPr>
            <p:cNvPr id="382" name="Google Shape;452;p32">
              <a:extLst>
                <a:ext uri="{FF2B5EF4-FFF2-40B4-BE49-F238E27FC236}">
                  <a16:creationId xmlns:a16="http://schemas.microsoft.com/office/drawing/2014/main" id="{6794C060-9B9A-BF6B-0551-6E7374A61A54}"/>
                </a:ext>
              </a:extLst>
            </p:cNvPr>
            <p:cNvSpPr/>
            <p:nvPr/>
          </p:nvSpPr>
          <p:spPr>
            <a:xfrm>
              <a:off x="3017160" y="3212640"/>
              <a:ext cx="81360" cy="1125360"/>
            </a:xfrm>
            <a:custGeom>
              <a:avLst/>
              <a:gdLst>
                <a:gd name="textAreaLeft" fmla="*/ 0 w 81360"/>
                <a:gd name="textAreaRight" fmla="*/ 81720 w 81360"/>
                <a:gd name="textAreaTop" fmla="*/ 0 h 1125360"/>
                <a:gd name="textAreaBottom" fmla="*/ 1125720 h 1125360"/>
              </a:gdLst>
              <a:ahLst/>
              <a:cxnLst/>
              <a:rect l="textAreaLeft" t="textAreaTop" r="textAreaRight" b="textAreaBottom"/>
              <a:pathLst>
                <a:path w="1523" h="20965">
                  <a:moveTo>
                    <a:pt x="0" y="1"/>
                  </a:moveTo>
                  <a:lnTo>
                    <a:pt x="879" y="20965"/>
                  </a:lnTo>
                  <a:lnTo>
                    <a:pt x="1523" y="20965"/>
                  </a:lnTo>
                  <a:lnTo>
                    <a:pt x="762"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3" name="Google Shape;453;p32">
              <a:extLst>
                <a:ext uri="{FF2B5EF4-FFF2-40B4-BE49-F238E27FC236}">
                  <a16:creationId xmlns:a16="http://schemas.microsoft.com/office/drawing/2014/main" id="{FDB3176B-F7E9-F5E5-2A47-30A2B915DCF3}"/>
                </a:ext>
              </a:extLst>
            </p:cNvPr>
            <p:cNvSpPr/>
            <p:nvPr/>
          </p:nvSpPr>
          <p:spPr>
            <a:xfrm>
              <a:off x="3047760" y="3197520"/>
              <a:ext cx="167040" cy="147600"/>
            </a:xfrm>
            <a:custGeom>
              <a:avLst/>
              <a:gdLst>
                <a:gd name="textAreaLeft" fmla="*/ 0 w 167040"/>
                <a:gd name="textAreaRight" fmla="*/ 167400 w 167040"/>
                <a:gd name="textAreaTop" fmla="*/ 0 h 147600"/>
                <a:gd name="textAreaBottom" fmla="*/ 147960 h 147600"/>
              </a:gdLst>
              <a:ahLst/>
              <a:cxnLst/>
              <a:rect l="textAreaLeft" t="textAreaTop" r="textAreaRight" b="textAreaBottom"/>
              <a:pathLst>
                <a:path w="3119" h="2753">
                  <a:moveTo>
                    <a:pt x="2899" y="1"/>
                  </a:moveTo>
                  <a:lnTo>
                    <a:pt x="0" y="2387"/>
                  </a:lnTo>
                  <a:lnTo>
                    <a:pt x="293" y="2753"/>
                  </a:lnTo>
                  <a:lnTo>
                    <a:pt x="3119" y="147"/>
                  </a:lnTo>
                  <a:lnTo>
                    <a:pt x="2899"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73800" bIns="73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4" name="Google Shape;454;p32">
              <a:extLst>
                <a:ext uri="{FF2B5EF4-FFF2-40B4-BE49-F238E27FC236}">
                  <a16:creationId xmlns:a16="http://schemas.microsoft.com/office/drawing/2014/main" id="{DCE3C777-5821-B665-87C1-A29461A197C7}"/>
                </a:ext>
              </a:extLst>
            </p:cNvPr>
            <p:cNvSpPr/>
            <p:nvPr/>
          </p:nvSpPr>
          <p:spPr>
            <a:xfrm>
              <a:off x="2872440" y="3205440"/>
              <a:ext cx="174960" cy="137160"/>
            </a:xfrm>
            <a:custGeom>
              <a:avLst/>
              <a:gdLst>
                <a:gd name="textAreaLeft" fmla="*/ 0 w 174960"/>
                <a:gd name="textAreaRight" fmla="*/ 175320 w 174960"/>
                <a:gd name="textAreaTop" fmla="*/ 0 h 137160"/>
                <a:gd name="textAreaBottom" fmla="*/ 137520 h 137160"/>
              </a:gdLst>
              <a:ahLst/>
              <a:cxnLst/>
              <a:rect l="textAreaLeft" t="textAreaTop" r="textAreaRight" b="textAreaBottom"/>
              <a:pathLst>
                <a:path w="3266" h="2563">
                  <a:moveTo>
                    <a:pt x="89" y="1"/>
                  </a:moveTo>
                  <a:lnTo>
                    <a:pt x="1" y="235"/>
                  </a:lnTo>
                  <a:lnTo>
                    <a:pt x="2958" y="2563"/>
                  </a:lnTo>
                  <a:lnTo>
                    <a:pt x="3265" y="2197"/>
                  </a:lnTo>
                  <a:lnTo>
                    <a:pt x="89"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5" name="Google Shape;455;p32">
              <a:extLst>
                <a:ext uri="{FF2B5EF4-FFF2-40B4-BE49-F238E27FC236}">
                  <a16:creationId xmlns:a16="http://schemas.microsoft.com/office/drawing/2014/main" id="{59B52570-6DBA-8F51-D779-4A36EB63487A}"/>
                </a:ext>
              </a:extLst>
            </p:cNvPr>
            <p:cNvSpPr/>
            <p:nvPr/>
          </p:nvSpPr>
          <p:spPr>
            <a:xfrm>
              <a:off x="1417320" y="3161520"/>
              <a:ext cx="1873800" cy="72000"/>
            </a:xfrm>
            <a:custGeom>
              <a:avLst/>
              <a:gdLst>
                <a:gd name="textAreaLeft" fmla="*/ 0 w 1873800"/>
                <a:gd name="textAreaRight" fmla="*/ 1874160 w 1873800"/>
                <a:gd name="textAreaTop" fmla="*/ 0 h 72000"/>
                <a:gd name="textAreaBottom" fmla="*/ 72360 h 72000"/>
              </a:gdLst>
              <a:ahLst/>
              <a:cxnLst/>
              <a:rect l="textAreaLeft" t="textAreaTop" r="textAreaRight" b="textAreaBottom"/>
              <a:pathLst>
                <a:path w="34901" h="1348">
                  <a:moveTo>
                    <a:pt x="0" y="0"/>
                  </a:moveTo>
                  <a:lnTo>
                    <a:pt x="146" y="1347"/>
                  </a:lnTo>
                  <a:lnTo>
                    <a:pt x="34901" y="952"/>
                  </a:lnTo>
                  <a:lnTo>
                    <a:pt x="3490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6" name="Google Shape;456;p32">
              <a:extLst>
                <a:ext uri="{FF2B5EF4-FFF2-40B4-BE49-F238E27FC236}">
                  <a16:creationId xmlns:a16="http://schemas.microsoft.com/office/drawing/2014/main" id="{3E21DCAD-5FD6-376F-5DD4-1CB2EFECD604}"/>
                </a:ext>
              </a:extLst>
            </p:cNvPr>
            <p:cNvSpPr/>
            <p:nvPr/>
          </p:nvSpPr>
          <p:spPr>
            <a:xfrm>
              <a:off x="1630440" y="3212640"/>
              <a:ext cx="81360" cy="1125360"/>
            </a:xfrm>
            <a:custGeom>
              <a:avLst/>
              <a:gdLst>
                <a:gd name="textAreaLeft" fmla="*/ 0 w 81360"/>
                <a:gd name="textAreaRight" fmla="*/ 81720 w 81360"/>
                <a:gd name="textAreaTop" fmla="*/ 0 h 1125360"/>
                <a:gd name="textAreaBottom" fmla="*/ 1125720 h 1125360"/>
              </a:gdLst>
              <a:ahLst/>
              <a:cxnLst/>
              <a:rect l="textAreaLeft" t="textAreaTop" r="textAreaRight" b="textAreaBottom"/>
              <a:pathLst>
                <a:path w="1523" h="20965">
                  <a:moveTo>
                    <a:pt x="0" y="1"/>
                  </a:moveTo>
                  <a:lnTo>
                    <a:pt x="879" y="20965"/>
                  </a:lnTo>
                  <a:lnTo>
                    <a:pt x="1523" y="20965"/>
                  </a:lnTo>
                  <a:lnTo>
                    <a:pt x="776"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7" name="Google Shape;457;p32">
              <a:extLst>
                <a:ext uri="{FF2B5EF4-FFF2-40B4-BE49-F238E27FC236}">
                  <a16:creationId xmlns:a16="http://schemas.microsoft.com/office/drawing/2014/main" id="{2AD18FF5-B71E-EF48-BDDD-BDD407D5773B}"/>
                </a:ext>
              </a:extLst>
            </p:cNvPr>
            <p:cNvSpPr/>
            <p:nvPr/>
          </p:nvSpPr>
          <p:spPr>
            <a:xfrm>
              <a:off x="1661040" y="3197520"/>
              <a:ext cx="167760" cy="147600"/>
            </a:xfrm>
            <a:custGeom>
              <a:avLst/>
              <a:gdLst>
                <a:gd name="textAreaLeft" fmla="*/ 0 w 167760"/>
                <a:gd name="textAreaRight" fmla="*/ 168120 w 167760"/>
                <a:gd name="textAreaTop" fmla="*/ 0 h 147600"/>
                <a:gd name="textAreaBottom" fmla="*/ 147960 h 147600"/>
              </a:gdLst>
              <a:ahLst/>
              <a:cxnLst/>
              <a:rect l="textAreaLeft" t="textAreaTop" r="textAreaRight" b="textAreaBottom"/>
              <a:pathLst>
                <a:path w="3134" h="2753">
                  <a:moveTo>
                    <a:pt x="2914" y="1"/>
                  </a:moveTo>
                  <a:lnTo>
                    <a:pt x="0" y="2387"/>
                  </a:lnTo>
                  <a:lnTo>
                    <a:pt x="293" y="2753"/>
                  </a:lnTo>
                  <a:lnTo>
                    <a:pt x="3133" y="147"/>
                  </a:lnTo>
                  <a:lnTo>
                    <a:pt x="2914"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73800" bIns="73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8" name="Google Shape;458;p32">
              <a:extLst>
                <a:ext uri="{FF2B5EF4-FFF2-40B4-BE49-F238E27FC236}">
                  <a16:creationId xmlns:a16="http://schemas.microsoft.com/office/drawing/2014/main" id="{0CED9985-345B-00E8-165C-CCDADD7D83D4}"/>
                </a:ext>
              </a:extLst>
            </p:cNvPr>
            <p:cNvSpPr/>
            <p:nvPr/>
          </p:nvSpPr>
          <p:spPr>
            <a:xfrm>
              <a:off x="1485720" y="3205440"/>
              <a:ext cx="174960" cy="137160"/>
            </a:xfrm>
            <a:custGeom>
              <a:avLst/>
              <a:gdLst>
                <a:gd name="textAreaLeft" fmla="*/ 0 w 174960"/>
                <a:gd name="textAreaRight" fmla="*/ 175320 w 174960"/>
                <a:gd name="textAreaTop" fmla="*/ 0 h 137160"/>
                <a:gd name="textAreaBottom" fmla="*/ 137520 h 137160"/>
              </a:gdLst>
              <a:ahLst/>
              <a:cxnLst/>
              <a:rect l="textAreaLeft" t="textAreaTop" r="textAreaRight" b="textAreaBottom"/>
              <a:pathLst>
                <a:path w="3266" h="2563">
                  <a:moveTo>
                    <a:pt x="103" y="1"/>
                  </a:moveTo>
                  <a:lnTo>
                    <a:pt x="1" y="235"/>
                  </a:lnTo>
                  <a:lnTo>
                    <a:pt x="2973" y="2563"/>
                  </a:lnTo>
                  <a:lnTo>
                    <a:pt x="3265" y="2197"/>
                  </a:lnTo>
                  <a:lnTo>
                    <a:pt x="103"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9" name="Google Shape;459;p32">
              <a:extLst>
                <a:ext uri="{FF2B5EF4-FFF2-40B4-BE49-F238E27FC236}">
                  <a16:creationId xmlns:a16="http://schemas.microsoft.com/office/drawing/2014/main" id="{5D03C42A-7C81-8B9B-D818-368B74897F90}"/>
                </a:ext>
              </a:extLst>
            </p:cNvPr>
            <p:cNvSpPr/>
            <p:nvPr/>
          </p:nvSpPr>
          <p:spPr>
            <a:xfrm>
              <a:off x="1627200" y="2903040"/>
              <a:ext cx="604080" cy="259920"/>
            </a:xfrm>
            <a:custGeom>
              <a:avLst/>
              <a:gdLst>
                <a:gd name="textAreaLeft" fmla="*/ 0 w 604080"/>
                <a:gd name="textAreaRight" fmla="*/ 604440 w 604080"/>
                <a:gd name="textAreaTop" fmla="*/ 0 h 259920"/>
                <a:gd name="textAreaBottom" fmla="*/ 260280 h 259920"/>
              </a:gdLst>
              <a:ahLst/>
              <a:cxnLst/>
              <a:rect l="textAreaLeft" t="textAreaTop" r="textAreaRight" b="textAreaBottom"/>
              <a:pathLst>
                <a:path w="11259" h="4847">
                  <a:moveTo>
                    <a:pt x="5666" y="1"/>
                  </a:moveTo>
                  <a:lnTo>
                    <a:pt x="4466" y="4554"/>
                  </a:lnTo>
                  <a:lnTo>
                    <a:pt x="1" y="4554"/>
                  </a:lnTo>
                  <a:lnTo>
                    <a:pt x="1" y="4846"/>
                  </a:lnTo>
                  <a:lnTo>
                    <a:pt x="9721" y="4773"/>
                  </a:lnTo>
                  <a:lnTo>
                    <a:pt x="11259"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0" name="Google Shape;460;p32">
              <a:extLst>
                <a:ext uri="{FF2B5EF4-FFF2-40B4-BE49-F238E27FC236}">
                  <a16:creationId xmlns:a16="http://schemas.microsoft.com/office/drawing/2014/main" id="{4A2AA067-7CD0-8FF3-0648-D3EA22AA9EF9}"/>
                </a:ext>
              </a:extLst>
            </p:cNvPr>
            <p:cNvSpPr/>
            <p:nvPr/>
          </p:nvSpPr>
          <p:spPr>
            <a:xfrm>
              <a:off x="2027520" y="3011400"/>
              <a:ext cx="54720" cy="54000"/>
            </a:xfrm>
            <a:custGeom>
              <a:avLst/>
              <a:gdLst>
                <a:gd name="textAreaLeft" fmla="*/ 0 w 54720"/>
                <a:gd name="textAreaRight" fmla="*/ 55080 w 54720"/>
                <a:gd name="textAreaTop" fmla="*/ 0 h 54000"/>
                <a:gd name="textAreaBottom" fmla="*/ 54360 h 54000"/>
              </a:gdLst>
              <a:ahLst/>
              <a:cxnLst/>
              <a:rect l="textAreaLeft" t="textAreaTop" r="textAreaRight" b="textAreaBottom"/>
              <a:pathLst>
                <a:path w="1026" h="1011">
                  <a:moveTo>
                    <a:pt x="513" y="0"/>
                  </a:moveTo>
                  <a:cubicBezTo>
                    <a:pt x="235" y="0"/>
                    <a:pt x="0" y="220"/>
                    <a:pt x="0" y="512"/>
                  </a:cubicBezTo>
                  <a:cubicBezTo>
                    <a:pt x="0" y="791"/>
                    <a:pt x="235" y="1010"/>
                    <a:pt x="513" y="1010"/>
                  </a:cubicBezTo>
                  <a:cubicBezTo>
                    <a:pt x="791" y="1010"/>
                    <a:pt x="1025" y="791"/>
                    <a:pt x="1025" y="512"/>
                  </a:cubicBezTo>
                  <a:cubicBezTo>
                    <a:pt x="1025" y="220"/>
                    <a:pt x="791" y="0"/>
                    <a:pt x="51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91" name="Google Shape;461;p32">
            <a:extLst>
              <a:ext uri="{FF2B5EF4-FFF2-40B4-BE49-F238E27FC236}">
                <a16:creationId xmlns:a16="http://schemas.microsoft.com/office/drawing/2014/main" id="{1B81B65F-9607-1AAD-93E7-F9B8C77E4416}"/>
              </a:ext>
            </a:extLst>
          </p:cNvPr>
          <p:cNvSpPr/>
          <p:nvPr/>
        </p:nvSpPr>
        <p:spPr>
          <a:xfrm>
            <a:off x="4590720" y="2361240"/>
            <a:ext cx="30600" cy="15480"/>
          </a:xfrm>
          <a:custGeom>
            <a:avLst/>
            <a:gdLst>
              <a:gd name="textAreaLeft" fmla="*/ 0 w 30600"/>
              <a:gd name="textAreaRight" fmla="*/ 30960 w 30600"/>
              <a:gd name="textAreaTop" fmla="*/ 0 h 15480"/>
              <a:gd name="textAreaBottom" fmla="*/ 15840 h 15480"/>
            </a:gdLst>
            <a:ahLst/>
            <a:cxnLst/>
            <a:rect l="textAreaLeft" t="textAreaTop" r="textAreaRight" b="textAreaBottom"/>
            <a:pathLst>
              <a:path w="499" h="257">
                <a:moveTo>
                  <a:pt x="458" y="1"/>
                </a:moveTo>
                <a:cubicBezTo>
                  <a:pt x="426" y="1"/>
                  <a:pt x="334" y="39"/>
                  <a:pt x="220" y="77"/>
                </a:cubicBezTo>
                <a:cubicBezTo>
                  <a:pt x="88" y="165"/>
                  <a:pt x="0" y="238"/>
                  <a:pt x="0" y="252"/>
                </a:cubicBezTo>
                <a:cubicBezTo>
                  <a:pt x="3" y="255"/>
                  <a:pt x="8" y="256"/>
                  <a:pt x="16" y="256"/>
                </a:cubicBezTo>
                <a:cubicBezTo>
                  <a:pt x="55" y="256"/>
                  <a:pt x="152" y="228"/>
                  <a:pt x="249" y="179"/>
                </a:cubicBezTo>
                <a:cubicBezTo>
                  <a:pt x="381" y="106"/>
                  <a:pt x="498" y="33"/>
                  <a:pt x="469" y="4"/>
                </a:cubicBezTo>
                <a:cubicBezTo>
                  <a:pt x="467" y="2"/>
                  <a:pt x="463" y="1"/>
                  <a:pt x="45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92" name="Google Shape;462;p32">
            <a:extLst>
              <a:ext uri="{FF2B5EF4-FFF2-40B4-BE49-F238E27FC236}">
                <a16:creationId xmlns:a16="http://schemas.microsoft.com/office/drawing/2014/main" id="{1135C661-DA38-2EE9-DCAB-C4C72B7D5F10}"/>
              </a:ext>
            </a:extLst>
          </p:cNvPr>
          <p:cNvGrpSpPr/>
          <p:nvPr/>
        </p:nvGrpSpPr>
        <p:grpSpPr>
          <a:xfrm>
            <a:off x="3231360" y="2472120"/>
            <a:ext cx="1074240" cy="1905120"/>
            <a:chOff x="3231360" y="2472120"/>
            <a:chExt cx="1074240" cy="1905120"/>
          </a:xfrm>
        </p:grpSpPr>
        <p:sp>
          <p:nvSpPr>
            <p:cNvPr id="393" name="Google Shape;463;p32">
              <a:extLst>
                <a:ext uri="{FF2B5EF4-FFF2-40B4-BE49-F238E27FC236}">
                  <a16:creationId xmlns:a16="http://schemas.microsoft.com/office/drawing/2014/main" id="{88978C0B-08F1-8D47-AC04-A1F6AA5B981C}"/>
                </a:ext>
              </a:extLst>
            </p:cNvPr>
            <p:cNvSpPr/>
            <p:nvPr/>
          </p:nvSpPr>
          <p:spPr>
            <a:xfrm>
              <a:off x="4106520" y="3689640"/>
              <a:ext cx="50040" cy="613440"/>
            </a:xfrm>
            <a:custGeom>
              <a:avLst/>
              <a:gdLst>
                <a:gd name="textAreaLeft" fmla="*/ 0 w 50040"/>
                <a:gd name="textAreaRight" fmla="*/ 50400 w 50040"/>
                <a:gd name="textAreaTop" fmla="*/ 0 h 613440"/>
                <a:gd name="textAreaBottom" fmla="*/ 613800 h 613440"/>
              </a:gdLst>
              <a:ahLst/>
              <a:cxnLst/>
              <a:rect l="textAreaLeft" t="textAreaTop" r="textAreaRight" b="textAreaBottom"/>
              <a:pathLst>
                <a:path w="938" h="11434">
                  <a:moveTo>
                    <a:pt x="484" y="0"/>
                  </a:moveTo>
                  <a:lnTo>
                    <a:pt x="1" y="11434"/>
                  </a:lnTo>
                  <a:lnTo>
                    <a:pt x="337" y="11434"/>
                  </a:lnTo>
                  <a:lnTo>
                    <a:pt x="937" y="59"/>
                  </a:lnTo>
                  <a:lnTo>
                    <a:pt x="4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4" name="Google Shape;464;p32">
              <a:extLst>
                <a:ext uri="{FF2B5EF4-FFF2-40B4-BE49-F238E27FC236}">
                  <a16:creationId xmlns:a16="http://schemas.microsoft.com/office/drawing/2014/main" id="{962E967C-DAD0-E315-5564-0AC3ECFE9ED6}"/>
                </a:ext>
              </a:extLst>
            </p:cNvPr>
            <p:cNvSpPr/>
            <p:nvPr/>
          </p:nvSpPr>
          <p:spPr>
            <a:xfrm>
              <a:off x="3377520" y="4240080"/>
              <a:ext cx="286560" cy="88560"/>
            </a:xfrm>
            <a:custGeom>
              <a:avLst/>
              <a:gdLst>
                <a:gd name="textAreaLeft" fmla="*/ 0 w 286560"/>
                <a:gd name="textAreaRight" fmla="*/ 286920 w 286560"/>
                <a:gd name="textAreaTop" fmla="*/ 0 h 88560"/>
                <a:gd name="textAreaBottom" fmla="*/ 88920 h 88560"/>
              </a:gdLst>
              <a:ahLst/>
              <a:cxnLst/>
              <a:rect l="textAreaLeft" t="textAreaTop" r="textAreaRight" b="textAreaBottom"/>
              <a:pathLst>
                <a:path w="5345" h="1655">
                  <a:moveTo>
                    <a:pt x="1025" y="1"/>
                  </a:moveTo>
                  <a:lnTo>
                    <a:pt x="1245" y="1025"/>
                  </a:lnTo>
                  <a:cubicBezTo>
                    <a:pt x="1245" y="1025"/>
                    <a:pt x="1" y="1655"/>
                    <a:pt x="689" y="1655"/>
                  </a:cubicBezTo>
                  <a:lnTo>
                    <a:pt x="5344" y="1655"/>
                  </a:lnTo>
                  <a:lnTo>
                    <a:pt x="5051"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5" name="Google Shape;465;p32">
              <a:extLst>
                <a:ext uri="{FF2B5EF4-FFF2-40B4-BE49-F238E27FC236}">
                  <a16:creationId xmlns:a16="http://schemas.microsoft.com/office/drawing/2014/main" id="{6F7EE4C8-8F08-2B0F-E7CC-DB2A3B799E93}"/>
                </a:ext>
              </a:extLst>
            </p:cNvPr>
            <p:cNvSpPr/>
            <p:nvPr/>
          </p:nvSpPr>
          <p:spPr>
            <a:xfrm>
              <a:off x="3231360" y="4289400"/>
              <a:ext cx="286560" cy="87840"/>
            </a:xfrm>
            <a:custGeom>
              <a:avLst/>
              <a:gdLst>
                <a:gd name="textAreaLeft" fmla="*/ 0 w 286560"/>
                <a:gd name="textAreaRight" fmla="*/ 286920 w 286560"/>
                <a:gd name="textAreaTop" fmla="*/ 0 h 87840"/>
                <a:gd name="textAreaBottom" fmla="*/ 88200 h 87840"/>
              </a:gdLst>
              <a:ahLst/>
              <a:cxnLst/>
              <a:rect l="textAreaLeft" t="textAreaTop" r="textAreaRight" b="textAreaBottom"/>
              <a:pathLst>
                <a:path w="5345" h="1640">
                  <a:moveTo>
                    <a:pt x="1025" y="0"/>
                  </a:moveTo>
                  <a:lnTo>
                    <a:pt x="1245" y="1025"/>
                  </a:lnTo>
                  <a:cubicBezTo>
                    <a:pt x="1245" y="1025"/>
                    <a:pt x="1" y="1640"/>
                    <a:pt x="703" y="1640"/>
                  </a:cubicBezTo>
                  <a:lnTo>
                    <a:pt x="5344" y="1640"/>
                  </a:lnTo>
                  <a:lnTo>
                    <a:pt x="505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6" name="Google Shape;466;p32">
              <a:extLst>
                <a:ext uri="{FF2B5EF4-FFF2-40B4-BE49-F238E27FC236}">
                  <a16:creationId xmlns:a16="http://schemas.microsoft.com/office/drawing/2014/main" id="{4864F341-C66D-722C-8578-3EF26EFD52AB}"/>
                </a:ext>
              </a:extLst>
            </p:cNvPr>
            <p:cNvSpPr/>
            <p:nvPr/>
          </p:nvSpPr>
          <p:spPr>
            <a:xfrm>
              <a:off x="3395520" y="3366720"/>
              <a:ext cx="851760" cy="916200"/>
            </a:xfrm>
            <a:custGeom>
              <a:avLst/>
              <a:gdLst>
                <a:gd name="textAreaLeft" fmla="*/ 0 w 851760"/>
                <a:gd name="textAreaRight" fmla="*/ 852120 w 851760"/>
                <a:gd name="textAreaTop" fmla="*/ 0 h 916200"/>
                <a:gd name="textAreaBottom" fmla="*/ 916560 h 916200"/>
              </a:gdLst>
              <a:ahLst/>
              <a:cxnLst/>
              <a:rect l="textAreaLeft" t="textAreaTop" r="textAreaRight" b="textAreaBottom"/>
              <a:pathLst>
                <a:path w="15870" h="17070">
                  <a:moveTo>
                    <a:pt x="2760" y="0"/>
                  </a:moveTo>
                  <a:cubicBezTo>
                    <a:pt x="1" y="0"/>
                    <a:pt x="512" y="17070"/>
                    <a:pt x="512" y="17070"/>
                  </a:cubicBezTo>
                  <a:lnTo>
                    <a:pt x="4933" y="17070"/>
                  </a:lnTo>
                  <a:cubicBezTo>
                    <a:pt x="4933" y="17070"/>
                    <a:pt x="5168" y="6295"/>
                    <a:pt x="5197" y="5402"/>
                  </a:cubicBezTo>
                  <a:cubicBezTo>
                    <a:pt x="5205" y="5232"/>
                    <a:pt x="5346" y="5168"/>
                    <a:pt x="5594" y="5168"/>
                  </a:cubicBezTo>
                  <a:cubicBezTo>
                    <a:pt x="6381" y="5168"/>
                    <a:pt x="8241" y="5818"/>
                    <a:pt x="10331" y="5818"/>
                  </a:cubicBezTo>
                  <a:cubicBezTo>
                    <a:pt x="11158" y="5818"/>
                    <a:pt x="12021" y="5716"/>
                    <a:pt x="12868" y="5431"/>
                  </a:cubicBezTo>
                  <a:cubicBezTo>
                    <a:pt x="15869" y="4436"/>
                    <a:pt x="14478" y="952"/>
                    <a:pt x="14478" y="952"/>
                  </a:cubicBezTo>
                  <a:cubicBezTo>
                    <a:pt x="14478" y="952"/>
                    <a:pt x="4933" y="44"/>
                    <a:pt x="2767" y="0"/>
                  </a:cubicBezTo>
                  <a:cubicBezTo>
                    <a:pt x="2764" y="0"/>
                    <a:pt x="2762" y="0"/>
                    <a:pt x="276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7" name="Google Shape;467;p32">
              <a:extLst>
                <a:ext uri="{FF2B5EF4-FFF2-40B4-BE49-F238E27FC236}">
                  <a16:creationId xmlns:a16="http://schemas.microsoft.com/office/drawing/2014/main" id="{D6D7B3E5-440A-1005-2C8E-BA17E8AB1634}"/>
                </a:ext>
              </a:extLst>
            </p:cNvPr>
            <p:cNvSpPr/>
            <p:nvPr/>
          </p:nvSpPr>
          <p:spPr>
            <a:xfrm>
              <a:off x="3395520" y="3366720"/>
              <a:ext cx="851760" cy="916200"/>
            </a:xfrm>
            <a:custGeom>
              <a:avLst/>
              <a:gdLst>
                <a:gd name="textAreaLeft" fmla="*/ 0 w 851760"/>
                <a:gd name="textAreaRight" fmla="*/ 852120 w 851760"/>
                <a:gd name="textAreaTop" fmla="*/ 0 h 916200"/>
                <a:gd name="textAreaBottom" fmla="*/ 916560 h 916200"/>
              </a:gdLst>
              <a:ahLst/>
              <a:cxnLst/>
              <a:rect l="textAreaLeft" t="textAreaTop" r="textAreaRight" b="textAreaBottom"/>
              <a:pathLst>
                <a:path w="15870" h="17070">
                  <a:moveTo>
                    <a:pt x="2760" y="0"/>
                  </a:moveTo>
                  <a:cubicBezTo>
                    <a:pt x="1" y="0"/>
                    <a:pt x="512" y="17070"/>
                    <a:pt x="512" y="17070"/>
                  </a:cubicBezTo>
                  <a:lnTo>
                    <a:pt x="4933" y="17070"/>
                  </a:lnTo>
                  <a:cubicBezTo>
                    <a:pt x="4933" y="17070"/>
                    <a:pt x="5168" y="6295"/>
                    <a:pt x="5197" y="5402"/>
                  </a:cubicBezTo>
                  <a:cubicBezTo>
                    <a:pt x="5205" y="5232"/>
                    <a:pt x="5346" y="5168"/>
                    <a:pt x="5594" y="5168"/>
                  </a:cubicBezTo>
                  <a:cubicBezTo>
                    <a:pt x="6381" y="5168"/>
                    <a:pt x="8241" y="5818"/>
                    <a:pt x="10331" y="5818"/>
                  </a:cubicBezTo>
                  <a:cubicBezTo>
                    <a:pt x="11158" y="5818"/>
                    <a:pt x="12021" y="5716"/>
                    <a:pt x="12868" y="5431"/>
                  </a:cubicBezTo>
                  <a:cubicBezTo>
                    <a:pt x="15869" y="4436"/>
                    <a:pt x="14478" y="952"/>
                    <a:pt x="14478" y="952"/>
                  </a:cubicBezTo>
                  <a:cubicBezTo>
                    <a:pt x="14478" y="952"/>
                    <a:pt x="4933" y="44"/>
                    <a:pt x="2767" y="0"/>
                  </a:cubicBezTo>
                  <a:cubicBezTo>
                    <a:pt x="2764" y="0"/>
                    <a:pt x="2762" y="0"/>
                    <a:pt x="2760" y="0"/>
                  </a:cubicBezTo>
                  <a:close/>
                </a:path>
              </a:pathLst>
            </a:custGeom>
            <a:solidFill>
              <a:srgbClr val="151F29">
                <a:alpha val="1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8" name="Google Shape;468;p32">
              <a:extLst>
                <a:ext uri="{FF2B5EF4-FFF2-40B4-BE49-F238E27FC236}">
                  <a16:creationId xmlns:a16="http://schemas.microsoft.com/office/drawing/2014/main" id="{B68549B8-7D9E-E52D-A0D1-D3BBF0658F31}"/>
                </a:ext>
              </a:extLst>
            </p:cNvPr>
            <p:cNvSpPr/>
            <p:nvPr/>
          </p:nvSpPr>
          <p:spPr>
            <a:xfrm>
              <a:off x="3246120" y="3402000"/>
              <a:ext cx="851760" cy="916200"/>
            </a:xfrm>
            <a:custGeom>
              <a:avLst/>
              <a:gdLst>
                <a:gd name="textAreaLeft" fmla="*/ 0 w 851760"/>
                <a:gd name="textAreaRight" fmla="*/ 852120 w 851760"/>
                <a:gd name="textAreaTop" fmla="*/ 0 h 916200"/>
                <a:gd name="textAreaBottom" fmla="*/ 916560 h 916200"/>
              </a:gdLst>
              <a:ahLst/>
              <a:cxnLst/>
              <a:rect l="textAreaLeft" t="textAreaTop" r="textAreaRight" b="textAreaBottom"/>
              <a:pathLst>
                <a:path w="15870" h="17070">
                  <a:moveTo>
                    <a:pt x="2760" y="0"/>
                  </a:moveTo>
                  <a:cubicBezTo>
                    <a:pt x="1" y="0"/>
                    <a:pt x="512" y="17070"/>
                    <a:pt x="512" y="17070"/>
                  </a:cubicBezTo>
                  <a:lnTo>
                    <a:pt x="4933" y="17070"/>
                  </a:lnTo>
                  <a:cubicBezTo>
                    <a:pt x="4933" y="17070"/>
                    <a:pt x="5168" y="6295"/>
                    <a:pt x="5197" y="5402"/>
                  </a:cubicBezTo>
                  <a:cubicBezTo>
                    <a:pt x="5205" y="5232"/>
                    <a:pt x="5346" y="5168"/>
                    <a:pt x="5594" y="5168"/>
                  </a:cubicBezTo>
                  <a:cubicBezTo>
                    <a:pt x="6381" y="5168"/>
                    <a:pt x="8241" y="5818"/>
                    <a:pt x="10331" y="5818"/>
                  </a:cubicBezTo>
                  <a:cubicBezTo>
                    <a:pt x="11158" y="5818"/>
                    <a:pt x="12021" y="5716"/>
                    <a:pt x="12868" y="5431"/>
                  </a:cubicBezTo>
                  <a:cubicBezTo>
                    <a:pt x="15869" y="4436"/>
                    <a:pt x="14478" y="952"/>
                    <a:pt x="14478" y="952"/>
                  </a:cubicBezTo>
                  <a:cubicBezTo>
                    <a:pt x="14478" y="952"/>
                    <a:pt x="4933" y="44"/>
                    <a:pt x="2767" y="0"/>
                  </a:cubicBezTo>
                  <a:cubicBezTo>
                    <a:pt x="2764" y="0"/>
                    <a:pt x="2762" y="0"/>
                    <a:pt x="276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9" name="Google Shape;469;p32">
              <a:extLst>
                <a:ext uri="{FF2B5EF4-FFF2-40B4-BE49-F238E27FC236}">
                  <a16:creationId xmlns:a16="http://schemas.microsoft.com/office/drawing/2014/main" id="{D3938313-F1A8-6EC0-0307-F90E0C30B346}"/>
                </a:ext>
              </a:extLst>
            </p:cNvPr>
            <p:cNvSpPr/>
            <p:nvPr/>
          </p:nvSpPr>
          <p:spPr>
            <a:xfrm>
              <a:off x="3469680" y="3438360"/>
              <a:ext cx="704160" cy="869760"/>
            </a:xfrm>
            <a:custGeom>
              <a:avLst/>
              <a:gdLst>
                <a:gd name="textAreaLeft" fmla="*/ 0 w 704160"/>
                <a:gd name="textAreaRight" fmla="*/ 704520 w 704160"/>
                <a:gd name="textAreaTop" fmla="*/ 0 h 869760"/>
                <a:gd name="textAreaBottom" fmla="*/ 870120 h 869760"/>
              </a:gdLst>
              <a:ahLst/>
              <a:cxnLst/>
              <a:rect l="textAreaLeft" t="textAreaTop" r="textAreaRight" b="textAreaBottom"/>
              <a:pathLst>
                <a:path w="13118" h="16207">
                  <a:moveTo>
                    <a:pt x="13000" y="0"/>
                  </a:moveTo>
                  <a:cubicBezTo>
                    <a:pt x="13000" y="1"/>
                    <a:pt x="13029" y="89"/>
                    <a:pt x="13044" y="278"/>
                  </a:cubicBezTo>
                  <a:cubicBezTo>
                    <a:pt x="13088" y="439"/>
                    <a:pt x="13088" y="718"/>
                    <a:pt x="13015" y="1040"/>
                  </a:cubicBezTo>
                  <a:cubicBezTo>
                    <a:pt x="12927" y="1376"/>
                    <a:pt x="12751" y="1757"/>
                    <a:pt x="12444" y="2123"/>
                  </a:cubicBezTo>
                  <a:cubicBezTo>
                    <a:pt x="12283" y="2313"/>
                    <a:pt x="12092" y="2489"/>
                    <a:pt x="11873" y="2650"/>
                  </a:cubicBezTo>
                  <a:cubicBezTo>
                    <a:pt x="11653" y="2826"/>
                    <a:pt x="11404" y="2972"/>
                    <a:pt x="11126" y="3075"/>
                  </a:cubicBezTo>
                  <a:cubicBezTo>
                    <a:pt x="10584" y="3309"/>
                    <a:pt x="9911" y="3441"/>
                    <a:pt x="9208" y="3514"/>
                  </a:cubicBezTo>
                  <a:cubicBezTo>
                    <a:pt x="8491" y="3587"/>
                    <a:pt x="7715" y="3646"/>
                    <a:pt x="6925" y="3675"/>
                  </a:cubicBezTo>
                  <a:cubicBezTo>
                    <a:pt x="6289" y="3703"/>
                    <a:pt x="5631" y="3719"/>
                    <a:pt x="4955" y="3719"/>
                  </a:cubicBezTo>
                  <a:cubicBezTo>
                    <a:pt x="3903" y="3719"/>
                    <a:pt x="2807" y="3682"/>
                    <a:pt x="1684" y="3602"/>
                  </a:cubicBezTo>
                  <a:cubicBezTo>
                    <a:pt x="1616" y="3597"/>
                    <a:pt x="1547" y="3594"/>
                    <a:pt x="1476" y="3594"/>
                  </a:cubicBezTo>
                  <a:cubicBezTo>
                    <a:pt x="1318" y="3594"/>
                    <a:pt x="1153" y="3610"/>
                    <a:pt x="981" y="3660"/>
                  </a:cubicBezTo>
                  <a:cubicBezTo>
                    <a:pt x="761" y="3719"/>
                    <a:pt x="542" y="3880"/>
                    <a:pt x="454" y="4099"/>
                  </a:cubicBezTo>
                  <a:cubicBezTo>
                    <a:pt x="366" y="4319"/>
                    <a:pt x="351" y="4553"/>
                    <a:pt x="337" y="4773"/>
                  </a:cubicBezTo>
                  <a:cubicBezTo>
                    <a:pt x="337" y="4992"/>
                    <a:pt x="308" y="5212"/>
                    <a:pt x="308" y="5432"/>
                  </a:cubicBezTo>
                  <a:cubicBezTo>
                    <a:pt x="293" y="6310"/>
                    <a:pt x="264" y="7159"/>
                    <a:pt x="234" y="7964"/>
                  </a:cubicBezTo>
                  <a:cubicBezTo>
                    <a:pt x="176" y="9575"/>
                    <a:pt x="146" y="11024"/>
                    <a:pt x="117" y="12239"/>
                  </a:cubicBezTo>
                  <a:cubicBezTo>
                    <a:pt x="73" y="13469"/>
                    <a:pt x="59" y="14435"/>
                    <a:pt x="44" y="15138"/>
                  </a:cubicBezTo>
                  <a:cubicBezTo>
                    <a:pt x="15" y="15489"/>
                    <a:pt x="15" y="15738"/>
                    <a:pt x="15" y="15928"/>
                  </a:cubicBezTo>
                  <a:cubicBezTo>
                    <a:pt x="29" y="15738"/>
                    <a:pt x="29" y="15474"/>
                    <a:pt x="59" y="15138"/>
                  </a:cubicBezTo>
                  <a:cubicBezTo>
                    <a:pt x="88" y="14435"/>
                    <a:pt x="132" y="13454"/>
                    <a:pt x="161" y="12239"/>
                  </a:cubicBezTo>
                  <a:cubicBezTo>
                    <a:pt x="205" y="11024"/>
                    <a:pt x="249" y="9575"/>
                    <a:pt x="308" y="7964"/>
                  </a:cubicBezTo>
                  <a:cubicBezTo>
                    <a:pt x="322" y="7159"/>
                    <a:pt x="351" y="6310"/>
                    <a:pt x="381" y="5432"/>
                  </a:cubicBezTo>
                  <a:cubicBezTo>
                    <a:pt x="381" y="5212"/>
                    <a:pt x="395" y="4992"/>
                    <a:pt x="395" y="4773"/>
                  </a:cubicBezTo>
                  <a:cubicBezTo>
                    <a:pt x="425" y="4553"/>
                    <a:pt x="439" y="4334"/>
                    <a:pt x="527" y="4143"/>
                  </a:cubicBezTo>
                  <a:cubicBezTo>
                    <a:pt x="615" y="3938"/>
                    <a:pt x="791" y="3792"/>
                    <a:pt x="1010" y="3733"/>
                  </a:cubicBezTo>
                  <a:cubicBezTo>
                    <a:pt x="1178" y="3689"/>
                    <a:pt x="1346" y="3670"/>
                    <a:pt x="1520" y="3670"/>
                  </a:cubicBezTo>
                  <a:cubicBezTo>
                    <a:pt x="1574" y="3670"/>
                    <a:pt x="1628" y="3671"/>
                    <a:pt x="1684" y="3675"/>
                  </a:cubicBezTo>
                  <a:cubicBezTo>
                    <a:pt x="2773" y="3761"/>
                    <a:pt x="3837" y="3796"/>
                    <a:pt x="4855" y="3796"/>
                  </a:cubicBezTo>
                  <a:cubicBezTo>
                    <a:pt x="5575" y="3796"/>
                    <a:pt x="6272" y="3778"/>
                    <a:pt x="6939" y="3748"/>
                  </a:cubicBezTo>
                  <a:cubicBezTo>
                    <a:pt x="7744" y="3719"/>
                    <a:pt x="8506" y="3660"/>
                    <a:pt x="9223" y="3587"/>
                  </a:cubicBezTo>
                  <a:cubicBezTo>
                    <a:pt x="9940" y="3514"/>
                    <a:pt x="10599" y="3367"/>
                    <a:pt x="11155" y="3133"/>
                  </a:cubicBezTo>
                  <a:cubicBezTo>
                    <a:pt x="11448" y="3016"/>
                    <a:pt x="11712" y="2870"/>
                    <a:pt x="11931" y="2709"/>
                  </a:cubicBezTo>
                  <a:cubicBezTo>
                    <a:pt x="12151" y="2548"/>
                    <a:pt x="12356" y="2343"/>
                    <a:pt x="12502" y="2167"/>
                  </a:cubicBezTo>
                  <a:cubicBezTo>
                    <a:pt x="12810" y="1772"/>
                    <a:pt x="12971" y="1376"/>
                    <a:pt x="13044" y="1040"/>
                  </a:cubicBezTo>
                  <a:cubicBezTo>
                    <a:pt x="13117" y="718"/>
                    <a:pt x="13102" y="439"/>
                    <a:pt x="13073" y="264"/>
                  </a:cubicBezTo>
                  <a:cubicBezTo>
                    <a:pt x="13030" y="89"/>
                    <a:pt x="13000" y="1"/>
                    <a:pt x="13000" y="0"/>
                  </a:cubicBezTo>
                  <a:close/>
                  <a:moveTo>
                    <a:pt x="15" y="15928"/>
                  </a:moveTo>
                  <a:cubicBezTo>
                    <a:pt x="15" y="16016"/>
                    <a:pt x="15" y="16074"/>
                    <a:pt x="0" y="16133"/>
                  </a:cubicBezTo>
                  <a:cubicBezTo>
                    <a:pt x="15" y="16177"/>
                    <a:pt x="15" y="16206"/>
                    <a:pt x="15" y="16206"/>
                  </a:cubicBezTo>
                  <a:lnTo>
                    <a:pt x="15" y="16133"/>
                  </a:lnTo>
                  <a:lnTo>
                    <a:pt x="15" y="15928"/>
                  </a:lnTo>
                  <a:close/>
                </a:path>
              </a:pathLst>
            </a:custGeom>
            <a:solidFill>
              <a:srgbClr val="95462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0" name="Google Shape;470;p32">
              <a:extLst>
                <a:ext uri="{FF2B5EF4-FFF2-40B4-BE49-F238E27FC236}">
                  <a16:creationId xmlns:a16="http://schemas.microsoft.com/office/drawing/2014/main" id="{B4B3C1A8-31D4-4BFB-5D5D-3D583785FF0B}"/>
                </a:ext>
              </a:extLst>
            </p:cNvPr>
            <p:cNvSpPr/>
            <p:nvPr/>
          </p:nvSpPr>
          <p:spPr>
            <a:xfrm>
              <a:off x="3818520" y="2480760"/>
              <a:ext cx="244080" cy="348480"/>
            </a:xfrm>
            <a:custGeom>
              <a:avLst/>
              <a:gdLst>
                <a:gd name="textAreaLeft" fmla="*/ 0 w 244080"/>
                <a:gd name="textAreaRight" fmla="*/ 244440 w 244080"/>
                <a:gd name="textAreaTop" fmla="*/ 0 h 348480"/>
                <a:gd name="textAreaBottom" fmla="*/ 348840 h 348480"/>
              </a:gdLst>
              <a:ahLst/>
              <a:cxnLst/>
              <a:rect l="textAreaLeft" t="textAreaTop" r="textAreaRight" b="textAreaBottom"/>
              <a:pathLst>
                <a:path w="4553" h="6498">
                  <a:moveTo>
                    <a:pt x="2505" y="0"/>
                  </a:moveTo>
                  <a:cubicBezTo>
                    <a:pt x="2462" y="0"/>
                    <a:pt x="2418" y="1"/>
                    <a:pt x="2372" y="2"/>
                  </a:cubicBezTo>
                  <a:lnTo>
                    <a:pt x="1039" y="32"/>
                  </a:lnTo>
                  <a:cubicBezTo>
                    <a:pt x="1039" y="32"/>
                    <a:pt x="278" y="32"/>
                    <a:pt x="249" y="398"/>
                  </a:cubicBezTo>
                  <a:cubicBezTo>
                    <a:pt x="249" y="398"/>
                    <a:pt x="0" y="4936"/>
                    <a:pt x="1449" y="5009"/>
                  </a:cubicBezTo>
                  <a:lnTo>
                    <a:pt x="2328" y="5009"/>
                  </a:lnTo>
                  <a:lnTo>
                    <a:pt x="2328" y="5653"/>
                  </a:lnTo>
                  <a:cubicBezTo>
                    <a:pt x="2328" y="5873"/>
                    <a:pt x="2430" y="6078"/>
                    <a:pt x="2620" y="6180"/>
                  </a:cubicBezTo>
                  <a:cubicBezTo>
                    <a:pt x="2852" y="6323"/>
                    <a:pt x="3208" y="6498"/>
                    <a:pt x="3567" y="6498"/>
                  </a:cubicBezTo>
                  <a:cubicBezTo>
                    <a:pt x="3798" y="6498"/>
                    <a:pt x="4030" y="6425"/>
                    <a:pt x="4231" y="6224"/>
                  </a:cubicBezTo>
                  <a:cubicBezTo>
                    <a:pt x="4450" y="6005"/>
                    <a:pt x="4553" y="5668"/>
                    <a:pt x="4524" y="5360"/>
                  </a:cubicBezTo>
                  <a:lnTo>
                    <a:pt x="4333" y="2945"/>
                  </a:lnTo>
                  <a:lnTo>
                    <a:pt x="3792" y="1613"/>
                  </a:lnTo>
                  <a:lnTo>
                    <a:pt x="3792" y="588"/>
                  </a:lnTo>
                  <a:cubicBezTo>
                    <a:pt x="3792" y="588"/>
                    <a:pt x="3737" y="0"/>
                    <a:pt x="2505" y="0"/>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1" name="Google Shape;471;p32">
              <a:extLst>
                <a:ext uri="{FF2B5EF4-FFF2-40B4-BE49-F238E27FC236}">
                  <a16:creationId xmlns:a16="http://schemas.microsoft.com/office/drawing/2014/main" id="{B920008D-602F-4C1F-A625-5166DF7011EF}"/>
                </a:ext>
              </a:extLst>
            </p:cNvPr>
            <p:cNvSpPr/>
            <p:nvPr/>
          </p:nvSpPr>
          <p:spPr>
            <a:xfrm>
              <a:off x="3720960" y="2774520"/>
              <a:ext cx="475200" cy="658080"/>
            </a:xfrm>
            <a:custGeom>
              <a:avLst/>
              <a:gdLst>
                <a:gd name="textAreaLeft" fmla="*/ 0 w 475200"/>
                <a:gd name="textAreaRight" fmla="*/ 475560 w 475200"/>
                <a:gd name="textAreaTop" fmla="*/ 0 h 658080"/>
                <a:gd name="textAreaBottom" fmla="*/ 658440 h 658080"/>
              </a:gdLst>
              <a:ahLst/>
              <a:cxnLst/>
              <a:rect l="textAreaLeft" t="textAreaTop" r="textAreaRight" b="textAreaBottom"/>
              <a:pathLst>
                <a:path w="8858" h="12263">
                  <a:moveTo>
                    <a:pt x="4540" y="0"/>
                  </a:moveTo>
                  <a:cubicBezTo>
                    <a:pt x="4182" y="0"/>
                    <a:pt x="3906" y="20"/>
                    <a:pt x="3778" y="61"/>
                  </a:cubicBezTo>
                  <a:cubicBezTo>
                    <a:pt x="2416" y="544"/>
                    <a:pt x="996" y="3794"/>
                    <a:pt x="996" y="3794"/>
                  </a:cubicBezTo>
                  <a:lnTo>
                    <a:pt x="1" y="11319"/>
                  </a:lnTo>
                  <a:cubicBezTo>
                    <a:pt x="1256" y="12101"/>
                    <a:pt x="4090" y="12262"/>
                    <a:pt x="6216" y="12262"/>
                  </a:cubicBezTo>
                  <a:cubicBezTo>
                    <a:pt x="7712" y="12262"/>
                    <a:pt x="8858" y="12183"/>
                    <a:pt x="8858" y="12183"/>
                  </a:cubicBezTo>
                  <a:lnTo>
                    <a:pt x="8506" y="7000"/>
                  </a:lnTo>
                  <a:lnTo>
                    <a:pt x="8301" y="4350"/>
                  </a:lnTo>
                  <a:cubicBezTo>
                    <a:pt x="8536" y="3179"/>
                    <a:pt x="8418" y="2389"/>
                    <a:pt x="8418" y="2389"/>
                  </a:cubicBezTo>
                  <a:lnTo>
                    <a:pt x="8345" y="1950"/>
                  </a:lnTo>
                  <a:cubicBezTo>
                    <a:pt x="8199" y="998"/>
                    <a:pt x="7452" y="251"/>
                    <a:pt x="6501" y="134"/>
                  </a:cubicBezTo>
                  <a:cubicBezTo>
                    <a:pt x="5813" y="46"/>
                    <a:pt x="5083" y="0"/>
                    <a:pt x="454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2" name="Google Shape;472;p32">
              <a:extLst>
                <a:ext uri="{FF2B5EF4-FFF2-40B4-BE49-F238E27FC236}">
                  <a16:creationId xmlns:a16="http://schemas.microsoft.com/office/drawing/2014/main" id="{5CA14375-E910-B6D2-C987-8DA3FC5CF788}"/>
                </a:ext>
              </a:extLst>
            </p:cNvPr>
            <p:cNvSpPr/>
            <p:nvPr/>
          </p:nvSpPr>
          <p:spPr>
            <a:xfrm>
              <a:off x="3794040" y="2472120"/>
              <a:ext cx="274680" cy="240840"/>
            </a:xfrm>
            <a:custGeom>
              <a:avLst/>
              <a:gdLst>
                <a:gd name="textAreaLeft" fmla="*/ 0 w 274680"/>
                <a:gd name="textAreaRight" fmla="*/ 275040 w 274680"/>
                <a:gd name="textAreaTop" fmla="*/ 0 h 240840"/>
                <a:gd name="textAreaBottom" fmla="*/ 241200 h 240840"/>
              </a:gdLst>
              <a:ahLst/>
              <a:cxnLst/>
              <a:rect l="textAreaLeft" t="textAreaTop" r="textAreaRight" b="textAreaBottom"/>
              <a:pathLst>
                <a:path w="5125" h="4493">
                  <a:moveTo>
                    <a:pt x="2778" y="1"/>
                  </a:moveTo>
                  <a:cubicBezTo>
                    <a:pt x="2098" y="1"/>
                    <a:pt x="1417" y="81"/>
                    <a:pt x="761" y="234"/>
                  </a:cubicBezTo>
                  <a:cubicBezTo>
                    <a:pt x="586" y="263"/>
                    <a:pt x="395" y="307"/>
                    <a:pt x="249" y="409"/>
                  </a:cubicBezTo>
                  <a:cubicBezTo>
                    <a:pt x="103" y="497"/>
                    <a:pt x="0" y="687"/>
                    <a:pt x="15" y="863"/>
                  </a:cubicBezTo>
                  <a:cubicBezTo>
                    <a:pt x="29" y="1053"/>
                    <a:pt x="176" y="1200"/>
                    <a:pt x="337" y="1244"/>
                  </a:cubicBezTo>
                  <a:cubicBezTo>
                    <a:pt x="407" y="1265"/>
                    <a:pt x="475" y="1275"/>
                    <a:pt x="541" y="1275"/>
                  </a:cubicBezTo>
                  <a:cubicBezTo>
                    <a:pt x="656" y="1275"/>
                    <a:pt x="767" y="1246"/>
                    <a:pt x="879" y="1200"/>
                  </a:cubicBezTo>
                  <a:lnTo>
                    <a:pt x="879" y="1200"/>
                  </a:lnTo>
                  <a:cubicBezTo>
                    <a:pt x="732" y="1273"/>
                    <a:pt x="732" y="1507"/>
                    <a:pt x="849" y="1595"/>
                  </a:cubicBezTo>
                  <a:cubicBezTo>
                    <a:pt x="906" y="1639"/>
                    <a:pt x="973" y="1659"/>
                    <a:pt x="1041" y="1659"/>
                  </a:cubicBezTo>
                  <a:cubicBezTo>
                    <a:pt x="1131" y="1659"/>
                    <a:pt x="1222" y="1624"/>
                    <a:pt x="1288" y="1566"/>
                  </a:cubicBezTo>
                  <a:cubicBezTo>
                    <a:pt x="1406" y="1449"/>
                    <a:pt x="1479" y="1288"/>
                    <a:pt x="1508" y="1141"/>
                  </a:cubicBezTo>
                  <a:cubicBezTo>
                    <a:pt x="1684" y="1932"/>
                    <a:pt x="1859" y="2737"/>
                    <a:pt x="2313" y="3410"/>
                  </a:cubicBezTo>
                  <a:cubicBezTo>
                    <a:pt x="2715" y="4012"/>
                    <a:pt x="3409" y="4492"/>
                    <a:pt x="4141" y="4492"/>
                  </a:cubicBezTo>
                  <a:cubicBezTo>
                    <a:pt x="4209" y="4492"/>
                    <a:pt x="4279" y="4488"/>
                    <a:pt x="4348" y="4479"/>
                  </a:cubicBezTo>
                  <a:lnTo>
                    <a:pt x="4992" y="4333"/>
                  </a:lnTo>
                  <a:cubicBezTo>
                    <a:pt x="5124" y="3118"/>
                    <a:pt x="5007" y="2181"/>
                    <a:pt x="4904" y="966"/>
                  </a:cubicBezTo>
                  <a:cubicBezTo>
                    <a:pt x="4875" y="746"/>
                    <a:pt x="4421" y="482"/>
                    <a:pt x="4275" y="321"/>
                  </a:cubicBezTo>
                  <a:cubicBezTo>
                    <a:pt x="4099" y="102"/>
                    <a:pt x="3763" y="43"/>
                    <a:pt x="3470" y="29"/>
                  </a:cubicBezTo>
                  <a:cubicBezTo>
                    <a:pt x="3240" y="10"/>
                    <a:pt x="3009" y="1"/>
                    <a:pt x="277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3" name="Google Shape;473;p32">
              <a:extLst>
                <a:ext uri="{FF2B5EF4-FFF2-40B4-BE49-F238E27FC236}">
                  <a16:creationId xmlns:a16="http://schemas.microsoft.com/office/drawing/2014/main" id="{7A28D245-5880-0768-78BF-0FA8B1A8C295}"/>
                </a:ext>
              </a:extLst>
            </p:cNvPr>
            <p:cNvSpPr/>
            <p:nvPr/>
          </p:nvSpPr>
          <p:spPr>
            <a:xfrm>
              <a:off x="3893400" y="2612520"/>
              <a:ext cx="63360" cy="69480"/>
            </a:xfrm>
            <a:custGeom>
              <a:avLst/>
              <a:gdLst>
                <a:gd name="textAreaLeft" fmla="*/ 0 w 63360"/>
                <a:gd name="textAreaRight" fmla="*/ 63720 w 63360"/>
                <a:gd name="textAreaTop" fmla="*/ 0 h 69480"/>
                <a:gd name="textAreaBottom" fmla="*/ 69840 h 69480"/>
              </a:gdLst>
              <a:ahLst/>
              <a:cxnLst/>
              <a:rect l="textAreaLeft" t="textAreaTop" r="textAreaRight" b="textAreaBottom"/>
              <a:pathLst>
                <a:path w="1187" h="1299">
                  <a:moveTo>
                    <a:pt x="59" y="47"/>
                  </a:moveTo>
                  <a:lnTo>
                    <a:pt x="31" y="110"/>
                  </a:lnTo>
                  <a:lnTo>
                    <a:pt x="31" y="110"/>
                  </a:lnTo>
                  <a:cubicBezTo>
                    <a:pt x="40" y="107"/>
                    <a:pt x="49" y="104"/>
                    <a:pt x="58" y="101"/>
                  </a:cubicBezTo>
                  <a:lnTo>
                    <a:pt x="58" y="101"/>
                  </a:lnTo>
                  <a:cubicBezTo>
                    <a:pt x="59" y="83"/>
                    <a:pt x="59" y="65"/>
                    <a:pt x="59" y="47"/>
                  </a:cubicBezTo>
                  <a:close/>
                  <a:moveTo>
                    <a:pt x="31" y="110"/>
                  </a:moveTo>
                  <a:cubicBezTo>
                    <a:pt x="21" y="113"/>
                    <a:pt x="11" y="117"/>
                    <a:pt x="1" y="120"/>
                  </a:cubicBezTo>
                  <a:lnTo>
                    <a:pt x="1" y="178"/>
                  </a:lnTo>
                  <a:lnTo>
                    <a:pt x="31" y="110"/>
                  </a:lnTo>
                  <a:close/>
                  <a:moveTo>
                    <a:pt x="605" y="1"/>
                  </a:moveTo>
                  <a:cubicBezTo>
                    <a:pt x="425" y="1"/>
                    <a:pt x="238" y="44"/>
                    <a:pt x="58" y="101"/>
                  </a:cubicBezTo>
                  <a:lnTo>
                    <a:pt x="58" y="101"/>
                  </a:lnTo>
                  <a:cubicBezTo>
                    <a:pt x="54" y="264"/>
                    <a:pt x="30" y="448"/>
                    <a:pt x="30" y="632"/>
                  </a:cubicBezTo>
                  <a:cubicBezTo>
                    <a:pt x="30" y="852"/>
                    <a:pt x="30" y="1086"/>
                    <a:pt x="206" y="1218"/>
                  </a:cubicBezTo>
                  <a:cubicBezTo>
                    <a:pt x="269" y="1273"/>
                    <a:pt x="354" y="1299"/>
                    <a:pt x="442" y="1299"/>
                  </a:cubicBezTo>
                  <a:cubicBezTo>
                    <a:pt x="516" y="1299"/>
                    <a:pt x="593" y="1281"/>
                    <a:pt x="660" y="1247"/>
                  </a:cubicBezTo>
                  <a:cubicBezTo>
                    <a:pt x="806" y="1174"/>
                    <a:pt x="908" y="1057"/>
                    <a:pt x="1011" y="925"/>
                  </a:cubicBezTo>
                  <a:cubicBezTo>
                    <a:pt x="1099" y="779"/>
                    <a:pt x="1187" y="618"/>
                    <a:pt x="1172" y="427"/>
                  </a:cubicBezTo>
                  <a:cubicBezTo>
                    <a:pt x="1128" y="193"/>
                    <a:pt x="908" y="47"/>
                    <a:pt x="674" y="3"/>
                  </a:cubicBezTo>
                  <a:cubicBezTo>
                    <a:pt x="651" y="1"/>
                    <a:pt x="628" y="1"/>
                    <a:pt x="605" y="1"/>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34920" bIns="34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4" name="Google Shape;474;p32">
              <a:extLst>
                <a:ext uri="{FF2B5EF4-FFF2-40B4-BE49-F238E27FC236}">
                  <a16:creationId xmlns:a16="http://schemas.microsoft.com/office/drawing/2014/main" id="{6638D4AF-AC8E-7E58-CBAF-E6EAD768A3DA}"/>
                </a:ext>
              </a:extLst>
            </p:cNvPr>
            <p:cNvSpPr/>
            <p:nvPr/>
          </p:nvSpPr>
          <p:spPr>
            <a:xfrm>
              <a:off x="3909600" y="2623680"/>
              <a:ext cx="21600" cy="37440"/>
            </a:xfrm>
            <a:custGeom>
              <a:avLst/>
              <a:gdLst>
                <a:gd name="textAreaLeft" fmla="*/ 0 w 21600"/>
                <a:gd name="textAreaRight" fmla="*/ 21960 w 21600"/>
                <a:gd name="textAreaTop" fmla="*/ 0 h 37440"/>
                <a:gd name="textAreaBottom" fmla="*/ 37800 h 37440"/>
              </a:gdLst>
              <a:ahLst/>
              <a:cxnLst/>
              <a:rect l="textAreaLeft" t="textAreaTop" r="textAreaRight" b="textAreaBottom"/>
              <a:pathLst>
                <a:path w="411" h="703">
                  <a:moveTo>
                    <a:pt x="256" y="0"/>
                  </a:moveTo>
                  <a:cubicBezTo>
                    <a:pt x="221" y="0"/>
                    <a:pt x="136" y="86"/>
                    <a:pt x="0" y="221"/>
                  </a:cubicBezTo>
                  <a:lnTo>
                    <a:pt x="7" y="228"/>
                  </a:lnTo>
                  <a:lnTo>
                    <a:pt x="7" y="228"/>
                  </a:lnTo>
                  <a:cubicBezTo>
                    <a:pt x="5" y="231"/>
                    <a:pt x="2" y="233"/>
                    <a:pt x="0" y="236"/>
                  </a:cubicBezTo>
                  <a:lnTo>
                    <a:pt x="59" y="295"/>
                  </a:lnTo>
                  <a:cubicBezTo>
                    <a:pt x="73" y="278"/>
                    <a:pt x="86" y="261"/>
                    <a:pt x="99" y="245"/>
                  </a:cubicBezTo>
                  <a:lnTo>
                    <a:pt x="99" y="245"/>
                  </a:lnTo>
                  <a:cubicBezTo>
                    <a:pt x="114" y="239"/>
                    <a:pt x="132" y="236"/>
                    <a:pt x="150" y="236"/>
                  </a:cubicBezTo>
                  <a:cubicBezTo>
                    <a:pt x="191" y="236"/>
                    <a:pt x="234" y="251"/>
                    <a:pt x="264" y="280"/>
                  </a:cubicBezTo>
                  <a:cubicBezTo>
                    <a:pt x="293" y="338"/>
                    <a:pt x="308" y="412"/>
                    <a:pt x="278" y="456"/>
                  </a:cubicBezTo>
                  <a:cubicBezTo>
                    <a:pt x="264" y="514"/>
                    <a:pt x="205" y="558"/>
                    <a:pt x="161" y="587"/>
                  </a:cubicBezTo>
                  <a:cubicBezTo>
                    <a:pt x="73" y="675"/>
                    <a:pt x="0" y="675"/>
                    <a:pt x="0" y="675"/>
                  </a:cubicBezTo>
                  <a:cubicBezTo>
                    <a:pt x="0" y="691"/>
                    <a:pt x="22" y="703"/>
                    <a:pt x="64" y="703"/>
                  </a:cubicBezTo>
                  <a:cubicBezTo>
                    <a:pt x="98" y="703"/>
                    <a:pt x="146" y="695"/>
                    <a:pt x="205" y="675"/>
                  </a:cubicBezTo>
                  <a:cubicBezTo>
                    <a:pt x="264" y="661"/>
                    <a:pt x="337" y="602"/>
                    <a:pt x="366" y="529"/>
                  </a:cubicBezTo>
                  <a:cubicBezTo>
                    <a:pt x="410" y="456"/>
                    <a:pt x="410" y="338"/>
                    <a:pt x="337" y="236"/>
                  </a:cubicBezTo>
                  <a:cubicBezTo>
                    <a:pt x="288" y="187"/>
                    <a:pt x="225" y="165"/>
                    <a:pt x="165" y="165"/>
                  </a:cubicBezTo>
                  <a:cubicBezTo>
                    <a:pt x="164" y="165"/>
                    <a:pt x="163" y="165"/>
                    <a:pt x="163" y="165"/>
                  </a:cubicBezTo>
                  <a:lnTo>
                    <a:pt x="163" y="165"/>
                  </a:lnTo>
                  <a:cubicBezTo>
                    <a:pt x="234" y="73"/>
                    <a:pt x="274" y="12"/>
                    <a:pt x="264" y="2"/>
                  </a:cubicBezTo>
                  <a:cubicBezTo>
                    <a:pt x="262" y="1"/>
                    <a:pt x="259" y="0"/>
                    <a:pt x="25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5" name="Google Shape;475;p32">
              <a:extLst>
                <a:ext uri="{FF2B5EF4-FFF2-40B4-BE49-F238E27FC236}">
                  <a16:creationId xmlns:a16="http://schemas.microsoft.com/office/drawing/2014/main" id="{1E5343AC-7E8C-6FAF-7D6D-E4D06B6B94F2}"/>
                </a:ext>
              </a:extLst>
            </p:cNvPr>
            <p:cNvSpPr/>
            <p:nvPr/>
          </p:nvSpPr>
          <p:spPr>
            <a:xfrm>
              <a:off x="3842280" y="2604960"/>
              <a:ext cx="4320" cy="14040"/>
            </a:xfrm>
            <a:custGeom>
              <a:avLst/>
              <a:gdLst>
                <a:gd name="textAreaLeft" fmla="*/ 0 w 4320"/>
                <a:gd name="textAreaRight" fmla="*/ 4680 w 4320"/>
                <a:gd name="textAreaTop" fmla="*/ 0 h 14040"/>
                <a:gd name="textAreaBottom" fmla="*/ 14400 h 14040"/>
              </a:gdLst>
              <a:ahLst/>
              <a:cxnLst/>
              <a:rect l="textAreaLeft" t="textAreaTop" r="textAreaRight" b="textAreaBottom"/>
              <a:pathLst>
                <a:path w="89" h="266">
                  <a:moveTo>
                    <a:pt x="29" y="0"/>
                  </a:moveTo>
                  <a:cubicBezTo>
                    <a:pt x="15" y="0"/>
                    <a:pt x="0" y="59"/>
                    <a:pt x="0" y="132"/>
                  </a:cubicBezTo>
                  <a:cubicBezTo>
                    <a:pt x="0" y="199"/>
                    <a:pt x="25" y="266"/>
                    <a:pt x="51" y="266"/>
                  </a:cubicBezTo>
                  <a:cubicBezTo>
                    <a:pt x="54" y="266"/>
                    <a:pt x="56" y="265"/>
                    <a:pt x="59" y="264"/>
                  </a:cubicBezTo>
                  <a:cubicBezTo>
                    <a:pt x="73" y="264"/>
                    <a:pt x="88" y="205"/>
                    <a:pt x="88" y="132"/>
                  </a:cubicBezTo>
                  <a:cubicBezTo>
                    <a:pt x="88" y="59"/>
                    <a:pt x="73" y="0"/>
                    <a:pt x="2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6" name="Google Shape;476;p32">
              <a:extLst>
                <a:ext uri="{FF2B5EF4-FFF2-40B4-BE49-F238E27FC236}">
                  <a16:creationId xmlns:a16="http://schemas.microsoft.com/office/drawing/2014/main" id="{5D87A487-4C1B-24BC-026F-A66A611C11E9}"/>
                </a:ext>
              </a:extLst>
            </p:cNvPr>
            <p:cNvSpPr/>
            <p:nvPr/>
          </p:nvSpPr>
          <p:spPr>
            <a:xfrm>
              <a:off x="3918240" y="2860560"/>
              <a:ext cx="387360" cy="889560"/>
            </a:xfrm>
            <a:custGeom>
              <a:avLst/>
              <a:gdLst>
                <a:gd name="textAreaLeft" fmla="*/ 0 w 387360"/>
                <a:gd name="textAreaRight" fmla="*/ 387720 w 387360"/>
                <a:gd name="textAreaTop" fmla="*/ 0 h 889560"/>
                <a:gd name="textAreaBottom" fmla="*/ 889920 h 889560"/>
              </a:gdLst>
              <a:ahLst/>
              <a:cxnLst/>
              <a:rect l="textAreaLeft" t="textAreaTop" r="textAreaRight" b="textAreaBottom"/>
              <a:pathLst>
                <a:path w="7218" h="16573">
                  <a:moveTo>
                    <a:pt x="2152" y="0"/>
                  </a:moveTo>
                  <a:lnTo>
                    <a:pt x="0" y="16382"/>
                  </a:lnTo>
                  <a:lnTo>
                    <a:pt x="5051" y="16572"/>
                  </a:lnTo>
                  <a:lnTo>
                    <a:pt x="7218" y="205"/>
                  </a:lnTo>
                  <a:lnTo>
                    <a:pt x="2152"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7" name="Google Shape;477;p32">
              <a:extLst>
                <a:ext uri="{FF2B5EF4-FFF2-40B4-BE49-F238E27FC236}">
                  <a16:creationId xmlns:a16="http://schemas.microsoft.com/office/drawing/2014/main" id="{91E81176-693B-9073-AE4A-E0C2A3A25B11}"/>
                </a:ext>
              </a:extLst>
            </p:cNvPr>
            <p:cNvSpPr/>
            <p:nvPr/>
          </p:nvSpPr>
          <p:spPr>
            <a:xfrm>
              <a:off x="3603960" y="3675600"/>
              <a:ext cx="518400" cy="74520"/>
            </a:xfrm>
            <a:custGeom>
              <a:avLst/>
              <a:gdLst>
                <a:gd name="textAreaLeft" fmla="*/ 0 w 518400"/>
                <a:gd name="textAreaRight" fmla="*/ 518760 w 518400"/>
                <a:gd name="textAreaTop" fmla="*/ 0 h 74520"/>
                <a:gd name="textAreaBottom" fmla="*/ 74880 h 74520"/>
              </a:gdLst>
              <a:ahLst/>
              <a:cxnLst/>
              <a:rect l="textAreaLeft" t="textAreaTop" r="textAreaRight" b="textAreaBottom"/>
              <a:pathLst>
                <a:path w="9663" h="1392">
                  <a:moveTo>
                    <a:pt x="0" y="0"/>
                  </a:moveTo>
                  <a:lnTo>
                    <a:pt x="191" y="908"/>
                  </a:lnTo>
                  <a:lnTo>
                    <a:pt x="9428" y="1391"/>
                  </a:lnTo>
                  <a:lnTo>
                    <a:pt x="9663" y="440"/>
                  </a:lnTo>
                  <a:lnTo>
                    <a:pt x="0"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8" name="Google Shape;478;p32">
              <a:extLst>
                <a:ext uri="{FF2B5EF4-FFF2-40B4-BE49-F238E27FC236}">
                  <a16:creationId xmlns:a16="http://schemas.microsoft.com/office/drawing/2014/main" id="{3A7EC103-BEFC-9D8C-76B5-27AE6BB90648}"/>
                </a:ext>
              </a:extLst>
            </p:cNvPr>
            <p:cNvSpPr/>
            <p:nvPr/>
          </p:nvSpPr>
          <p:spPr>
            <a:xfrm>
              <a:off x="3645720" y="3714840"/>
              <a:ext cx="24840" cy="613440"/>
            </a:xfrm>
            <a:custGeom>
              <a:avLst/>
              <a:gdLst>
                <a:gd name="textAreaLeft" fmla="*/ 0 w 24840"/>
                <a:gd name="textAreaRight" fmla="*/ 25200 w 24840"/>
                <a:gd name="textAreaTop" fmla="*/ 0 h 613440"/>
                <a:gd name="textAreaBottom" fmla="*/ 613800 h 613440"/>
              </a:gdLst>
              <a:ahLst/>
              <a:cxnLst/>
              <a:rect l="textAreaLeft" t="textAreaTop" r="textAreaRight" b="textAreaBottom"/>
              <a:pathLst>
                <a:path w="469" h="11434">
                  <a:moveTo>
                    <a:pt x="0" y="0"/>
                  </a:moveTo>
                  <a:lnTo>
                    <a:pt x="88" y="11434"/>
                  </a:lnTo>
                  <a:lnTo>
                    <a:pt x="425" y="11419"/>
                  </a:lnTo>
                  <a:lnTo>
                    <a:pt x="469" y="15"/>
                  </a:lnTo>
                  <a:lnTo>
                    <a:pt x="0"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9" name="Google Shape;479;p32">
              <a:extLst>
                <a:ext uri="{FF2B5EF4-FFF2-40B4-BE49-F238E27FC236}">
                  <a16:creationId xmlns:a16="http://schemas.microsoft.com/office/drawing/2014/main" id="{6E103E84-6356-3716-1AC9-39AF766403DA}"/>
                </a:ext>
              </a:extLst>
            </p:cNvPr>
            <p:cNvSpPr/>
            <p:nvPr/>
          </p:nvSpPr>
          <p:spPr>
            <a:xfrm>
              <a:off x="3658320" y="3715920"/>
              <a:ext cx="479880" cy="433440"/>
            </a:xfrm>
            <a:custGeom>
              <a:avLst/>
              <a:gdLst>
                <a:gd name="textAreaLeft" fmla="*/ 0 w 479880"/>
                <a:gd name="textAreaRight" fmla="*/ 480240 w 479880"/>
                <a:gd name="textAreaTop" fmla="*/ 0 h 433440"/>
                <a:gd name="textAreaBottom" fmla="*/ 433800 h 433440"/>
              </a:gdLst>
              <a:ahLst/>
              <a:cxnLst/>
              <a:rect l="textAreaLeft" t="textAreaTop" r="textAreaRight" b="textAreaBottom"/>
              <a:pathLst>
                <a:path w="8946" h="8082">
                  <a:moveTo>
                    <a:pt x="235" y="0"/>
                  </a:moveTo>
                  <a:lnTo>
                    <a:pt x="1" y="205"/>
                  </a:lnTo>
                  <a:lnTo>
                    <a:pt x="8945" y="8081"/>
                  </a:lnTo>
                  <a:lnTo>
                    <a:pt x="8945" y="7583"/>
                  </a:lnTo>
                  <a:lnTo>
                    <a:pt x="235"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0" name="Google Shape;480;p32">
              <a:extLst>
                <a:ext uri="{FF2B5EF4-FFF2-40B4-BE49-F238E27FC236}">
                  <a16:creationId xmlns:a16="http://schemas.microsoft.com/office/drawing/2014/main" id="{A74718C3-B799-EE3B-A8EC-270395DB9132}"/>
                </a:ext>
              </a:extLst>
            </p:cNvPr>
            <p:cNvSpPr/>
            <p:nvPr/>
          </p:nvSpPr>
          <p:spPr>
            <a:xfrm>
              <a:off x="3654360" y="3733200"/>
              <a:ext cx="509760" cy="375480"/>
            </a:xfrm>
            <a:custGeom>
              <a:avLst/>
              <a:gdLst>
                <a:gd name="textAreaLeft" fmla="*/ 0 w 509760"/>
                <a:gd name="textAreaRight" fmla="*/ 510120 w 509760"/>
                <a:gd name="textAreaTop" fmla="*/ 0 h 375480"/>
                <a:gd name="textAreaBottom" fmla="*/ 375840 h 375480"/>
              </a:gdLst>
              <a:ahLst/>
              <a:cxnLst/>
              <a:rect l="textAreaLeft" t="textAreaTop" r="textAreaRight" b="textAreaBottom"/>
              <a:pathLst>
                <a:path w="9502" h="6998">
                  <a:moveTo>
                    <a:pt x="9209" y="0"/>
                  </a:moveTo>
                  <a:lnTo>
                    <a:pt x="0" y="6720"/>
                  </a:lnTo>
                  <a:lnTo>
                    <a:pt x="74" y="6998"/>
                  </a:lnTo>
                  <a:lnTo>
                    <a:pt x="9443" y="425"/>
                  </a:lnTo>
                  <a:cubicBezTo>
                    <a:pt x="9501" y="366"/>
                    <a:pt x="9501" y="278"/>
                    <a:pt x="9443" y="220"/>
                  </a:cubicBezTo>
                  <a:lnTo>
                    <a:pt x="920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1" name="Google Shape;481;p32">
              <a:extLst>
                <a:ext uri="{FF2B5EF4-FFF2-40B4-BE49-F238E27FC236}">
                  <a16:creationId xmlns:a16="http://schemas.microsoft.com/office/drawing/2014/main" id="{495CE4CD-E106-826F-AE91-8CD7D1BFF1AB}"/>
                </a:ext>
              </a:extLst>
            </p:cNvPr>
            <p:cNvSpPr/>
            <p:nvPr/>
          </p:nvSpPr>
          <p:spPr>
            <a:xfrm>
              <a:off x="3277080" y="2772360"/>
              <a:ext cx="173520" cy="207360"/>
            </a:xfrm>
            <a:custGeom>
              <a:avLst/>
              <a:gdLst>
                <a:gd name="textAreaLeft" fmla="*/ 0 w 173520"/>
                <a:gd name="textAreaRight" fmla="*/ 173880 w 173520"/>
                <a:gd name="textAreaTop" fmla="*/ 0 h 207360"/>
                <a:gd name="textAreaBottom" fmla="*/ 207720 h 207360"/>
              </a:gdLst>
              <a:ahLst/>
              <a:cxnLst/>
              <a:rect l="textAreaLeft" t="textAreaTop" r="textAreaRight" b="textAreaBottom"/>
              <a:pathLst>
                <a:path w="3236" h="3869">
                  <a:moveTo>
                    <a:pt x="1037" y="1"/>
                  </a:moveTo>
                  <a:cubicBezTo>
                    <a:pt x="1007" y="1"/>
                    <a:pt x="983" y="10"/>
                    <a:pt x="967" y="31"/>
                  </a:cubicBezTo>
                  <a:cubicBezTo>
                    <a:pt x="791" y="309"/>
                    <a:pt x="1874" y="1436"/>
                    <a:pt x="1874" y="1436"/>
                  </a:cubicBezTo>
                  <a:cubicBezTo>
                    <a:pt x="1874" y="1436"/>
                    <a:pt x="943" y="600"/>
                    <a:pt x="601" y="600"/>
                  </a:cubicBezTo>
                  <a:cubicBezTo>
                    <a:pt x="564" y="600"/>
                    <a:pt x="534" y="610"/>
                    <a:pt x="513" y="631"/>
                  </a:cubicBezTo>
                  <a:cubicBezTo>
                    <a:pt x="293" y="851"/>
                    <a:pt x="1259" y="1832"/>
                    <a:pt x="1259" y="1832"/>
                  </a:cubicBezTo>
                  <a:cubicBezTo>
                    <a:pt x="1259" y="1832"/>
                    <a:pt x="450" y="1091"/>
                    <a:pt x="249" y="1091"/>
                  </a:cubicBezTo>
                  <a:cubicBezTo>
                    <a:pt x="224" y="1091"/>
                    <a:pt x="209" y="1103"/>
                    <a:pt x="205" y="1129"/>
                  </a:cubicBezTo>
                  <a:cubicBezTo>
                    <a:pt x="161" y="1363"/>
                    <a:pt x="747" y="2154"/>
                    <a:pt x="747" y="2154"/>
                  </a:cubicBezTo>
                  <a:cubicBezTo>
                    <a:pt x="747" y="2154"/>
                    <a:pt x="255" y="1651"/>
                    <a:pt x="94" y="1651"/>
                  </a:cubicBezTo>
                  <a:cubicBezTo>
                    <a:pt x="66" y="1651"/>
                    <a:pt x="49" y="1666"/>
                    <a:pt x="44" y="1700"/>
                  </a:cubicBezTo>
                  <a:cubicBezTo>
                    <a:pt x="0" y="1934"/>
                    <a:pt x="923" y="3808"/>
                    <a:pt x="923" y="3808"/>
                  </a:cubicBezTo>
                  <a:cubicBezTo>
                    <a:pt x="953" y="3850"/>
                    <a:pt x="1000" y="3868"/>
                    <a:pt x="1059" y="3868"/>
                  </a:cubicBezTo>
                  <a:cubicBezTo>
                    <a:pt x="1605" y="3868"/>
                    <a:pt x="3236" y="2285"/>
                    <a:pt x="3236" y="2285"/>
                  </a:cubicBezTo>
                  <a:cubicBezTo>
                    <a:pt x="3236" y="2285"/>
                    <a:pt x="3206" y="368"/>
                    <a:pt x="3060" y="324"/>
                  </a:cubicBezTo>
                  <a:cubicBezTo>
                    <a:pt x="3055" y="323"/>
                    <a:pt x="3049" y="322"/>
                    <a:pt x="3043" y="322"/>
                  </a:cubicBezTo>
                  <a:cubicBezTo>
                    <a:pt x="2888" y="322"/>
                    <a:pt x="2550" y="698"/>
                    <a:pt x="2606" y="1305"/>
                  </a:cubicBezTo>
                  <a:cubicBezTo>
                    <a:pt x="2606" y="1305"/>
                    <a:pt x="1389" y="1"/>
                    <a:pt x="1037" y="1"/>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2" name="Google Shape;482;p32">
              <a:extLst>
                <a:ext uri="{FF2B5EF4-FFF2-40B4-BE49-F238E27FC236}">
                  <a16:creationId xmlns:a16="http://schemas.microsoft.com/office/drawing/2014/main" id="{80D64F41-F58C-E7DB-6F5D-0971D25F5480}"/>
                </a:ext>
              </a:extLst>
            </p:cNvPr>
            <p:cNvSpPr/>
            <p:nvPr/>
          </p:nvSpPr>
          <p:spPr>
            <a:xfrm>
              <a:off x="3326400" y="2847240"/>
              <a:ext cx="679680" cy="450360"/>
            </a:xfrm>
            <a:custGeom>
              <a:avLst/>
              <a:gdLst>
                <a:gd name="textAreaLeft" fmla="*/ 0 w 679680"/>
                <a:gd name="textAreaRight" fmla="*/ 680040 w 679680"/>
                <a:gd name="textAreaTop" fmla="*/ 0 h 450360"/>
                <a:gd name="textAreaBottom" fmla="*/ 450720 h 450360"/>
              </a:gdLst>
              <a:ahLst/>
              <a:cxnLst/>
              <a:rect l="textAreaLeft" t="textAreaTop" r="textAreaRight" b="textAreaBottom"/>
              <a:pathLst>
                <a:path w="12664" h="8392">
                  <a:moveTo>
                    <a:pt x="10117" y="0"/>
                  </a:moveTo>
                  <a:cubicBezTo>
                    <a:pt x="10117" y="0"/>
                    <a:pt x="6953" y="4771"/>
                    <a:pt x="5826" y="4771"/>
                  </a:cubicBezTo>
                  <a:cubicBezTo>
                    <a:pt x="5741" y="4771"/>
                    <a:pt x="5667" y="4744"/>
                    <a:pt x="5608" y="4685"/>
                  </a:cubicBezTo>
                  <a:cubicBezTo>
                    <a:pt x="3763" y="2840"/>
                    <a:pt x="2314" y="893"/>
                    <a:pt x="2314" y="893"/>
                  </a:cubicBezTo>
                  <a:lnTo>
                    <a:pt x="1" y="2416"/>
                  </a:lnTo>
                  <a:cubicBezTo>
                    <a:pt x="1" y="2416"/>
                    <a:pt x="2358" y="5578"/>
                    <a:pt x="2958" y="6354"/>
                  </a:cubicBezTo>
                  <a:cubicBezTo>
                    <a:pt x="3366" y="6882"/>
                    <a:pt x="4580" y="8391"/>
                    <a:pt x="6195" y="8391"/>
                  </a:cubicBezTo>
                  <a:cubicBezTo>
                    <a:pt x="6954" y="8391"/>
                    <a:pt x="7802" y="8057"/>
                    <a:pt x="8697" y="7130"/>
                  </a:cubicBezTo>
                  <a:cubicBezTo>
                    <a:pt x="11507" y="4246"/>
                    <a:pt x="12664" y="1830"/>
                    <a:pt x="12664" y="1830"/>
                  </a:cubicBezTo>
                  <a:lnTo>
                    <a:pt x="1011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3" name="Google Shape;483;p32">
              <a:extLst>
                <a:ext uri="{FF2B5EF4-FFF2-40B4-BE49-F238E27FC236}">
                  <a16:creationId xmlns:a16="http://schemas.microsoft.com/office/drawing/2014/main" id="{CA5FD8DB-AA77-D962-914E-8AE8F2DC3450}"/>
                </a:ext>
              </a:extLst>
            </p:cNvPr>
            <p:cNvSpPr/>
            <p:nvPr/>
          </p:nvSpPr>
          <p:spPr>
            <a:xfrm>
              <a:off x="3738240" y="2818080"/>
              <a:ext cx="281160" cy="454680"/>
            </a:xfrm>
            <a:custGeom>
              <a:avLst/>
              <a:gdLst>
                <a:gd name="textAreaLeft" fmla="*/ 0 w 281160"/>
                <a:gd name="textAreaRight" fmla="*/ 281520 w 281160"/>
                <a:gd name="textAreaTop" fmla="*/ 0 h 454680"/>
                <a:gd name="textAreaBottom" fmla="*/ 455040 h 454680"/>
              </a:gdLst>
              <a:ahLst/>
              <a:cxnLst/>
              <a:rect l="textAreaLeft" t="textAreaTop" r="textAreaRight" b="textAreaBottom"/>
              <a:pathLst>
                <a:path w="5242" h="8473">
                  <a:moveTo>
                    <a:pt x="3624" y="0"/>
                  </a:moveTo>
                  <a:cubicBezTo>
                    <a:pt x="3438" y="0"/>
                    <a:pt x="3259" y="37"/>
                    <a:pt x="3104" y="99"/>
                  </a:cubicBezTo>
                  <a:cubicBezTo>
                    <a:pt x="2812" y="202"/>
                    <a:pt x="2563" y="392"/>
                    <a:pt x="2387" y="553"/>
                  </a:cubicBezTo>
                  <a:cubicBezTo>
                    <a:pt x="2197" y="743"/>
                    <a:pt x="2065" y="904"/>
                    <a:pt x="1948" y="1036"/>
                  </a:cubicBezTo>
                  <a:cubicBezTo>
                    <a:pt x="1816" y="1153"/>
                    <a:pt x="1743" y="1270"/>
                    <a:pt x="1699" y="1344"/>
                  </a:cubicBezTo>
                  <a:cubicBezTo>
                    <a:pt x="1640" y="1417"/>
                    <a:pt x="1626" y="1446"/>
                    <a:pt x="1626" y="1446"/>
                  </a:cubicBezTo>
                  <a:lnTo>
                    <a:pt x="1699" y="1373"/>
                  </a:lnTo>
                  <a:cubicBezTo>
                    <a:pt x="1743" y="1300"/>
                    <a:pt x="1831" y="1197"/>
                    <a:pt x="1948" y="1065"/>
                  </a:cubicBezTo>
                  <a:cubicBezTo>
                    <a:pt x="2080" y="919"/>
                    <a:pt x="2226" y="773"/>
                    <a:pt x="2402" y="612"/>
                  </a:cubicBezTo>
                  <a:cubicBezTo>
                    <a:pt x="2607" y="451"/>
                    <a:pt x="2826" y="275"/>
                    <a:pt x="3119" y="172"/>
                  </a:cubicBezTo>
                  <a:cubicBezTo>
                    <a:pt x="3267" y="126"/>
                    <a:pt x="3439" y="92"/>
                    <a:pt x="3616" y="92"/>
                  </a:cubicBezTo>
                  <a:cubicBezTo>
                    <a:pt x="3773" y="92"/>
                    <a:pt x="3934" y="118"/>
                    <a:pt x="4085" y="187"/>
                  </a:cubicBezTo>
                  <a:cubicBezTo>
                    <a:pt x="4437" y="319"/>
                    <a:pt x="4715" y="612"/>
                    <a:pt x="4890" y="978"/>
                  </a:cubicBezTo>
                  <a:cubicBezTo>
                    <a:pt x="5081" y="1344"/>
                    <a:pt x="5169" y="1783"/>
                    <a:pt x="5095" y="2222"/>
                  </a:cubicBezTo>
                  <a:cubicBezTo>
                    <a:pt x="5037" y="2661"/>
                    <a:pt x="4861" y="3100"/>
                    <a:pt x="4598" y="3496"/>
                  </a:cubicBezTo>
                  <a:cubicBezTo>
                    <a:pt x="4349" y="3905"/>
                    <a:pt x="4056" y="4271"/>
                    <a:pt x="3763" y="4623"/>
                  </a:cubicBezTo>
                  <a:cubicBezTo>
                    <a:pt x="3470" y="4960"/>
                    <a:pt x="3178" y="5296"/>
                    <a:pt x="2899" y="5604"/>
                  </a:cubicBezTo>
                  <a:cubicBezTo>
                    <a:pt x="2343" y="6233"/>
                    <a:pt x="1831" y="6760"/>
                    <a:pt x="1377" y="7199"/>
                  </a:cubicBezTo>
                  <a:cubicBezTo>
                    <a:pt x="938" y="7639"/>
                    <a:pt x="557" y="7961"/>
                    <a:pt x="294" y="8209"/>
                  </a:cubicBezTo>
                  <a:cubicBezTo>
                    <a:pt x="191" y="8312"/>
                    <a:pt x="74" y="8400"/>
                    <a:pt x="1" y="8473"/>
                  </a:cubicBezTo>
                  <a:cubicBezTo>
                    <a:pt x="74" y="8429"/>
                    <a:pt x="191" y="8327"/>
                    <a:pt x="323" y="8224"/>
                  </a:cubicBezTo>
                  <a:cubicBezTo>
                    <a:pt x="586" y="8005"/>
                    <a:pt x="982" y="7668"/>
                    <a:pt x="1435" y="7229"/>
                  </a:cubicBezTo>
                  <a:cubicBezTo>
                    <a:pt x="1889" y="6789"/>
                    <a:pt x="2416" y="6262"/>
                    <a:pt x="2973" y="5648"/>
                  </a:cubicBezTo>
                  <a:cubicBezTo>
                    <a:pt x="3251" y="5325"/>
                    <a:pt x="3544" y="5003"/>
                    <a:pt x="3836" y="4652"/>
                  </a:cubicBezTo>
                  <a:cubicBezTo>
                    <a:pt x="4129" y="4301"/>
                    <a:pt x="4422" y="3964"/>
                    <a:pt x="4671" y="3539"/>
                  </a:cubicBezTo>
                  <a:cubicBezTo>
                    <a:pt x="4934" y="3115"/>
                    <a:pt x="5110" y="2676"/>
                    <a:pt x="5183" y="2222"/>
                  </a:cubicBezTo>
                  <a:cubicBezTo>
                    <a:pt x="5242" y="1768"/>
                    <a:pt x="5169" y="1300"/>
                    <a:pt x="4964" y="919"/>
                  </a:cubicBezTo>
                  <a:cubicBezTo>
                    <a:pt x="4788" y="553"/>
                    <a:pt x="4495" y="246"/>
                    <a:pt x="4129" y="99"/>
                  </a:cubicBezTo>
                  <a:cubicBezTo>
                    <a:pt x="3963" y="30"/>
                    <a:pt x="3791" y="0"/>
                    <a:pt x="362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4" name="Google Shape;484;p32">
              <a:extLst>
                <a:ext uri="{FF2B5EF4-FFF2-40B4-BE49-F238E27FC236}">
                  <a16:creationId xmlns:a16="http://schemas.microsoft.com/office/drawing/2014/main" id="{C92189A8-C141-9552-CC9E-0FCA27217AF1}"/>
                </a:ext>
              </a:extLst>
            </p:cNvPr>
            <p:cNvSpPr/>
            <p:nvPr/>
          </p:nvSpPr>
          <p:spPr>
            <a:xfrm>
              <a:off x="3354840" y="2937600"/>
              <a:ext cx="121680" cy="77400"/>
            </a:xfrm>
            <a:custGeom>
              <a:avLst/>
              <a:gdLst>
                <a:gd name="textAreaLeft" fmla="*/ 0 w 121680"/>
                <a:gd name="textAreaRight" fmla="*/ 122040 w 121680"/>
                <a:gd name="textAreaTop" fmla="*/ 0 h 77400"/>
                <a:gd name="textAreaBottom" fmla="*/ 77760 h 77400"/>
              </a:gdLst>
              <a:ahLst/>
              <a:cxnLst/>
              <a:rect l="textAreaLeft" t="textAreaTop" r="textAreaRight" b="textAreaBottom"/>
              <a:pathLst>
                <a:path w="2270" h="1451">
                  <a:moveTo>
                    <a:pt x="2268" y="0"/>
                  </a:moveTo>
                  <a:cubicBezTo>
                    <a:pt x="2234" y="0"/>
                    <a:pt x="1745" y="332"/>
                    <a:pt x="1157" y="733"/>
                  </a:cubicBezTo>
                  <a:cubicBezTo>
                    <a:pt x="528" y="1128"/>
                    <a:pt x="1" y="1421"/>
                    <a:pt x="15" y="1450"/>
                  </a:cubicBezTo>
                  <a:cubicBezTo>
                    <a:pt x="30" y="1450"/>
                    <a:pt x="162" y="1392"/>
                    <a:pt x="381" y="1275"/>
                  </a:cubicBezTo>
                  <a:cubicBezTo>
                    <a:pt x="601" y="1172"/>
                    <a:pt x="894" y="996"/>
                    <a:pt x="1201" y="806"/>
                  </a:cubicBezTo>
                  <a:cubicBezTo>
                    <a:pt x="1523" y="601"/>
                    <a:pt x="1787" y="396"/>
                    <a:pt x="1977" y="250"/>
                  </a:cubicBezTo>
                  <a:cubicBezTo>
                    <a:pt x="2153" y="103"/>
                    <a:pt x="2270" y="16"/>
                    <a:pt x="2270" y="1"/>
                  </a:cubicBezTo>
                  <a:cubicBezTo>
                    <a:pt x="2270" y="1"/>
                    <a:pt x="2269" y="0"/>
                    <a:pt x="2268"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5" name="Google Shape;485;p32">
              <a:extLst>
                <a:ext uri="{FF2B5EF4-FFF2-40B4-BE49-F238E27FC236}">
                  <a16:creationId xmlns:a16="http://schemas.microsoft.com/office/drawing/2014/main" id="{AD459674-99B0-79B8-4618-1DB1C9EB1E7C}"/>
                </a:ext>
              </a:extLst>
            </p:cNvPr>
            <p:cNvSpPr/>
            <p:nvPr/>
          </p:nvSpPr>
          <p:spPr>
            <a:xfrm>
              <a:off x="3431880" y="2916000"/>
              <a:ext cx="21600" cy="19440"/>
            </a:xfrm>
            <a:custGeom>
              <a:avLst/>
              <a:gdLst>
                <a:gd name="textAreaLeft" fmla="*/ 0 w 21600"/>
                <a:gd name="textAreaRight" fmla="*/ 21960 w 21600"/>
                <a:gd name="textAreaTop" fmla="*/ 0 h 19440"/>
                <a:gd name="textAreaBottom" fmla="*/ 19800 h 19440"/>
              </a:gdLst>
              <a:ahLst/>
              <a:cxnLst/>
              <a:rect l="textAreaLeft" t="textAreaTop" r="textAreaRight" b="textAreaBottom"/>
              <a:pathLst>
                <a:path w="411" h="367">
                  <a:moveTo>
                    <a:pt x="222" y="49"/>
                  </a:moveTo>
                  <a:cubicBezTo>
                    <a:pt x="226" y="50"/>
                    <a:pt x="230" y="51"/>
                    <a:pt x="235" y="52"/>
                  </a:cubicBezTo>
                  <a:cubicBezTo>
                    <a:pt x="264" y="95"/>
                    <a:pt x="308" y="125"/>
                    <a:pt x="308" y="169"/>
                  </a:cubicBezTo>
                  <a:cubicBezTo>
                    <a:pt x="308" y="198"/>
                    <a:pt x="264" y="242"/>
                    <a:pt x="205" y="257"/>
                  </a:cubicBezTo>
                  <a:cubicBezTo>
                    <a:pt x="147" y="257"/>
                    <a:pt x="118" y="242"/>
                    <a:pt x="103" y="198"/>
                  </a:cubicBezTo>
                  <a:cubicBezTo>
                    <a:pt x="74" y="169"/>
                    <a:pt x="118" y="125"/>
                    <a:pt x="132" y="95"/>
                  </a:cubicBezTo>
                  <a:cubicBezTo>
                    <a:pt x="162" y="66"/>
                    <a:pt x="196" y="55"/>
                    <a:pt x="222" y="49"/>
                  </a:cubicBezTo>
                  <a:close/>
                  <a:moveTo>
                    <a:pt x="187" y="0"/>
                  </a:moveTo>
                  <a:cubicBezTo>
                    <a:pt x="165" y="0"/>
                    <a:pt x="147" y="8"/>
                    <a:pt x="132" y="22"/>
                  </a:cubicBezTo>
                  <a:cubicBezTo>
                    <a:pt x="103" y="37"/>
                    <a:pt x="103" y="52"/>
                    <a:pt x="103" y="52"/>
                  </a:cubicBezTo>
                  <a:cubicBezTo>
                    <a:pt x="59" y="95"/>
                    <a:pt x="0" y="139"/>
                    <a:pt x="30" y="242"/>
                  </a:cubicBezTo>
                  <a:cubicBezTo>
                    <a:pt x="30" y="314"/>
                    <a:pt x="99" y="367"/>
                    <a:pt x="181" y="367"/>
                  </a:cubicBezTo>
                  <a:cubicBezTo>
                    <a:pt x="198" y="367"/>
                    <a:pt x="216" y="364"/>
                    <a:pt x="235" y="359"/>
                  </a:cubicBezTo>
                  <a:cubicBezTo>
                    <a:pt x="322" y="344"/>
                    <a:pt x="410" y="271"/>
                    <a:pt x="396" y="183"/>
                  </a:cubicBezTo>
                  <a:cubicBezTo>
                    <a:pt x="381" y="95"/>
                    <a:pt x="322" y="37"/>
                    <a:pt x="264" y="22"/>
                  </a:cubicBezTo>
                  <a:cubicBezTo>
                    <a:pt x="235" y="8"/>
                    <a:pt x="209" y="0"/>
                    <a:pt x="18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6" name="Google Shape;486;p32">
              <a:extLst>
                <a:ext uri="{FF2B5EF4-FFF2-40B4-BE49-F238E27FC236}">
                  <a16:creationId xmlns:a16="http://schemas.microsoft.com/office/drawing/2014/main" id="{64F61391-A3A9-E0F5-6339-38BE2B7E302F}"/>
                </a:ext>
              </a:extLst>
            </p:cNvPr>
            <p:cNvSpPr/>
            <p:nvPr/>
          </p:nvSpPr>
          <p:spPr>
            <a:xfrm>
              <a:off x="3868920" y="3102480"/>
              <a:ext cx="38880" cy="323640"/>
            </a:xfrm>
            <a:custGeom>
              <a:avLst/>
              <a:gdLst>
                <a:gd name="textAreaLeft" fmla="*/ 0 w 38880"/>
                <a:gd name="textAreaRight" fmla="*/ 39240 w 38880"/>
                <a:gd name="textAreaTop" fmla="*/ 0 h 323640"/>
                <a:gd name="textAreaBottom" fmla="*/ 324000 h 323640"/>
              </a:gdLst>
              <a:ahLst/>
              <a:cxnLst/>
              <a:rect l="textAreaLeft" t="textAreaTop" r="textAreaRight" b="textAreaBottom"/>
              <a:pathLst>
                <a:path w="733" h="6032">
                  <a:moveTo>
                    <a:pt x="733" y="0"/>
                  </a:moveTo>
                  <a:lnTo>
                    <a:pt x="733" y="0"/>
                  </a:lnTo>
                  <a:cubicBezTo>
                    <a:pt x="733" y="0"/>
                    <a:pt x="704" y="88"/>
                    <a:pt x="674" y="234"/>
                  </a:cubicBezTo>
                  <a:cubicBezTo>
                    <a:pt x="630" y="381"/>
                    <a:pt x="601" y="600"/>
                    <a:pt x="557" y="879"/>
                  </a:cubicBezTo>
                  <a:cubicBezTo>
                    <a:pt x="484" y="1406"/>
                    <a:pt x="382" y="2152"/>
                    <a:pt x="264" y="3001"/>
                  </a:cubicBezTo>
                  <a:cubicBezTo>
                    <a:pt x="177" y="3836"/>
                    <a:pt x="103" y="4597"/>
                    <a:pt x="45" y="5139"/>
                  </a:cubicBezTo>
                  <a:cubicBezTo>
                    <a:pt x="16" y="5417"/>
                    <a:pt x="1" y="5651"/>
                    <a:pt x="1" y="5797"/>
                  </a:cubicBezTo>
                  <a:lnTo>
                    <a:pt x="1" y="6032"/>
                  </a:lnTo>
                  <a:cubicBezTo>
                    <a:pt x="16" y="6032"/>
                    <a:pt x="16" y="5944"/>
                    <a:pt x="30" y="5783"/>
                  </a:cubicBezTo>
                  <a:cubicBezTo>
                    <a:pt x="45" y="5622"/>
                    <a:pt x="74" y="5402"/>
                    <a:pt x="103" y="5139"/>
                  </a:cubicBezTo>
                  <a:cubicBezTo>
                    <a:pt x="177" y="4568"/>
                    <a:pt x="264" y="3821"/>
                    <a:pt x="367" y="3001"/>
                  </a:cubicBezTo>
                  <a:cubicBezTo>
                    <a:pt x="469" y="2182"/>
                    <a:pt x="557" y="1450"/>
                    <a:pt x="630" y="879"/>
                  </a:cubicBezTo>
                  <a:cubicBezTo>
                    <a:pt x="660" y="615"/>
                    <a:pt x="689" y="395"/>
                    <a:pt x="704" y="234"/>
                  </a:cubicBezTo>
                  <a:cubicBezTo>
                    <a:pt x="733" y="88"/>
                    <a:pt x="733" y="0"/>
                    <a:pt x="73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7" name="Google Shape;487;p32">
              <a:extLst>
                <a:ext uri="{FF2B5EF4-FFF2-40B4-BE49-F238E27FC236}">
                  <a16:creationId xmlns:a16="http://schemas.microsoft.com/office/drawing/2014/main" id="{CA9245AC-44C3-52EF-DB1E-C4FFC6601809}"/>
                </a:ext>
              </a:extLst>
            </p:cNvPr>
            <p:cNvSpPr/>
            <p:nvPr/>
          </p:nvSpPr>
          <p:spPr>
            <a:xfrm>
              <a:off x="3957840" y="2795400"/>
              <a:ext cx="168840" cy="33480"/>
            </a:xfrm>
            <a:custGeom>
              <a:avLst/>
              <a:gdLst>
                <a:gd name="textAreaLeft" fmla="*/ 0 w 168840"/>
                <a:gd name="textAreaRight" fmla="*/ 169200 w 168840"/>
                <a:gd name="textAreaTop" fmla="*/ 0 h 33480"/>
                <a:gd name="textAreaBottom" fmla="*/ 33840 h 33480"/>
              </a:gdLst>
              <a:ahLst/>
              <a:cxnLst/>
              <a:rect l="textAreaLeft" t="textAreaTop" r="textAreaRight" b="textAreaBottom"/>
              <a:pathLst>
                <a:path w="3148" h="630">
                  <a:moveTo>
                    <a:pt x="1911" y="0"/>
                  </a:moveTo>
                  <a:cubicBezTo>
                    <a:pt x="1786" y="0"/>
                    <a:pt x="1656" y="7"/>
                    <a:pt x="1523" y="24"/>
                  </a:cubicBezTo>
                  <a:cubicBezTo>
                    <a:pt x="1069" y="83"/>
                    <a:pt x="659" y="215"/>
                    <a:pt x="410" y="347"/>
                  </a:cubicBezTo>
                  <a:cubicBezTo>
                    <a:pt x="264" y="434"/>
                    <a:pt x="176" y="478"/>
                    <a:pt x="103" y="537"/>
                  </a:cubicBezTo>
                  <a:lnTo>
                    <a:pt x="0" y="625"/>
                  </a:lnTo>
                  <a:cubicBezTo>
                    <a:pt x="4" y="628"/>
                    <a:pt x="9" y="630"/>
                    <a:pt x="15" y="630"/>
                  </a:cubicBezTo>
                  <a:cubicBezTo>
                    <a:pt x="65" y="630"/>
                    <a:pt x="207" y="538"/>
                    <a:pt x="439" y="434"/>
                  </a:cubicBezTo>
                  <a:cubicBezTo>
                    <a:pt x="718" y="303"/>
                    <a:pt x="1098" y="171"/>
                    <a:pt x="1537" y="112"/>
                  </a:cubicBezTo>
                  <a:cubicBezTo>
                    <a:pt x="1684" y="98"/>
                    <a:pt x="1827" y="91"/>
                    <a:pt x="1964" y="91"/>
                  </a:cubicBezTo>
                  <a:cubicBezTo>
                    <a:pt x="2237" y="91"/>
                    <a:pt x="2484" y="117"/>
                    <a:pt x="2679" y="156"/>
                  </a:cubicBezTo>
                  <a:cubicBezTo>
                    <a:pt x="2934" y="207"/>
                    <a:pt x="3099" y="247"/>
                    <a:pt x="3139" y="247"/>
                  </a:cubicBezTo>
                  <a:cubicBezTo>
                    <a:pt x="3145" y="247"/>
                    <a:pt x="3148" y="246"/>
                    <a:pt x="3148" y="244"/>
                  </a:cubicBezTo>
                  <a:cubicBezTo>
                    <a:pt x="3148" y="229"/>
                    <a:pt x="3118" y="215"/>
                    <a:pt x="3031" y="185"/>
                  </a:cubicBezTo>
                  <a:cubicBezTo>
                    <a:pt x="2957" y="156"/>
                    <a:pt x="2840" y="112"/>
                    <a:pt x="2694" y="83"/>
                  </a:cubicBezTo>
                  <a:cubicBezTo>
                    <a:pt x="2487" y="42"/>
                    <a:pt x="2214" y="0"/>
                    <a:pt x="191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18" name="Google Shape;488;p32">
            <a:extLst>
              <a:ext uri="{FF2B5EF4-FFF2-40B4-BE49-F238E27FC236}">
                <a16:creationId xmlns:a16="http://schemas.microsoft.com/office/drawing/2014/main" id="{3BB2601D-4507-A66D-E1F1-4546ED06482B}"/>
              </a:ext>
            </a:extLst>
          </p:cNvPr>
          <p:cNvGrpSpPr/>
          <p:nvPr/>
        </p:nvGrpSpPr>
        <p:grpSpPr>
          <a:xfrm>
            <a:off x="686520" y="1968840"/>
            <a:ext cx="1181880" cy="2374200"/>
            <a:chOff x="686520" y="1968840"/>
            <a:chExt cx="1181880" cy="2374200"/>
          </a:xfrm>
        </p:grpSpPr>
        <p:sp>
          <p:nvSpPr>
            <p:cNvPr id="419" name="Google Shape;489;p32">
              <a:extLst>
                <a:ext uri="{FF2B5EF4-FFF2-40B4-BE49-F238E27FC236}">
                  <a16:creationId xmlns:a16="http://schemas.microsoft.com/office/drawing/2014/main" id="{DF5224CC-8DF3-D459-C0F5-682CF99B4360}"/>
                </a:ext>
              </a:extLst>
            </p:cNvPr>
            <p:cNvSpPr/>
            <p:nvPr/>
          </p:nvSpPr>
          <p:spPr>
            <a:xfrm>
              <a:off x="1697400" y="2910600"/>
              <a:ext cx="171000" cy="106920"/>
            </a:xfrm>
            <a:custGeom>
              <a:avLst/>
              <a:gdLst>
                <a:gd name="textAreaLeft" fmla="*/ 0 w 171000"/>
                <a:gd name="textAreaRight" fmla="*/ 171360 w 171000"/>
                <a:gd name="textAreaTop" fmla="*/ 0 h 106920"/>
                <a:gd name="textAreaBottom" fmla="*/ 107280 h 106920"/>
              </a:gdLst>
              <a:ahLst/>
              <a:cxnLst/>
              <a:rect l="textAreaLeft" t="textAreaTop" r="textAreaRight" b="textAreaBottom"/>
              <a:pathLst>
                <a:path w="3192" h="1995">
                  <a:moveTo>
                    <a:pt x="1538" y="0"/>
                  </a:moveTo>
                  <a:lnTo>
                    <a:pt x="44" y="527"/>
                  </a:lnTo>
                  <a:cubicBezTo>
                    <a:pt x="44" y="527"/>
                    <a:pt x="0" y="952"/>
                    <a:pt x="44" y="1186"/>
                  </a:cubicBezTo>
                  <a:cubicBezTo>
                    <a:pt x="118" y="1449"/>
                    <a:pt x="776" y="1537"/>
                    <a:pt x="776" y="1537"/>
                  </a:cubicBezTo>
                  <a:cubicBezTo>
                    <a:pt x="776" y="1537"/>
                    <a:pt x="615" y="1611"/>
                    <a:pt x="557" y="1889"/>
                  </a:cubicBezTo>
                  <a:cubicBezTo>
                    <a:pt x="546" y="1964"/>
                    <a:pt x="583" y="1994"/>
                    <a:pt x="651" y="1994"/>
                  </a:cubicBezTo>
                  <a:cubicBezTo>
                    <a:pt x="850" y="1994"/>
                    <a:pt x="1309" y="1733"/>
                    <a:pt x="1582" y="1537"/>
                  </a:cubicBezTo>
                  <a:cubicBezTo>
                    <a:pt x="1977" y="1303"/>
                    <a:pt x="1991" y="732"/>
                    <a:pt x="1991" y="732"/>
                  </a:cubicBezTo>
                  <a:cubicBezTo>
                    <a:pt x="1991" y="732"/>
                    <a:pt x="2701" y="1326"/>
                    <a:pt x="2957" y="1326"/>
                  </a:cubicBezTo>
                  <a:cubicBezTo>
                    <a:pt x="2974" y="1326"/>
                    <a:pt x="2989" y="1323"/>
                    <a:pt x="3002" y="1318"/>
                  </a:cubicBezTo>
                  <a:cubicBezTo>
                    <a:pt x="3192" y="1230"/>
                    <a:pt x="1977" y="88"/>
                    <a:pt x="1977" y="88"/>
                  </a:cubicBezTo>
                  <a:lnTo>
                    <a:pt x="1538" y="0"/>
                  </a:lnTo>
                  <a:close/>
                </a:path>
              </a:pathLst>
            </a:custGeom>
            <a:solidFill>
              <a:srgbClr val="AC6E53"/>
            </a:solidFill>
            <a:ln w="0">
              <a:noFill/>
            </a:ln>
          </p:spPr>
          <p:style>
            <a:lnRef idx="0">
              <a:scrgbClr r="0" g="0" b="0"/>
            </a:lnRef>
            <a:fillRef idx="0">
              <a:scrgbClr r="0" g="0" b="0"/>
            </a:fillRef>
            <a:effectRef idx="0">
              <a:scrgbClr r="0" g="0" b="0"/>
            </a:effectRef>
            <a:fontRef idx="minor"/>
          </p:style>
          <p:txBody>
            <a:bodyPr tIns="53640" bIns="53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0" name="Google Shape;490;p32">
              <a:extLst>
                <a:ext uri="{FF2B5EF4-FFF2-40B4-BE49-F238E27FC236}">
                  <a16:creationId xmlns:a16="http://schemas.microsoft.com/office/drawing/2014/main" id="{3683333F-5C96-6779-AE52-992EA5A56830}"/>
                </a:ext>
              </a:extLst>
            </p:cNvPr>
            <p:cNvSpPr/>
            <p:nvPr/>
          </p:nvSpPr>
          <p:spPr>
            <a:xfrm>
              <a:off x="1140120" y="2869560"/>
              <a:ext cx="231480" cy="176400"/>
            </a:xfrm>
            <a:custGeom>
              <a:avLst/>
              <a:gdLst>
                <a:gd name="textAreaLeft" fmla="*/ 0 w 231480"/>
                <a:gd name="textAreaRight" fmla="*/ 231840 w 231480"/>
                <a:gd name="textAreaTop" fmla="*/ 0 h 176400"/>
                <a:gd name="textAreaBottom" fmla="*/ 176760 h 176400"/>
              </a:gdLst>
              <a:ahLst/>
              <a:cxnLst/>
              <a:rect l="textAreaLeft" t="textAreaTop" r="textAreaRight" b="textAreaBottom"/>
              <a:pathLst>
                <a:path w="4319" h="3291">
                  <a:moveTo>
                    <a:pt x="3153" y="0"/>
                  </a:moveTo>
                  <a:cubicBezTo>
                    <a:pt x="2756" y="0"/>
                    <a:pt x="1318" y="389"/>
                    <a:pt x="1318" y="389"/>
                  </a:cubicBezTo>
                  <a:cubicBezTo>
                    <a:pt x="1318" y="389"/>
                    <a:pt x="0" y="2863"/>
                    <a:pt x="512" y="3009"/>
                  </a:cubicBezTo>
                  <a:cubicBezTo>
                    <a:pt x="512" y="3009"/>
                    <a:pt x="2089" y="3291"/>
                    <a:pt x="2625" y="3291"/>
                  </a:cubicBezTo>
                  <a:cubicBezTo>
                    <a:pt x="2700" y="3291"/>
                    <a:pt x="2755" y="3285"/>
                    <a:pt x="2782" y="3273"/>
                  </a:cubicBezTo>
                  <a:cubicBezTo>
                    <a:pt x="3001" y="3185"/>
                    <a:pt x="2138" y="2731"/>
                    <a:pt x="2137" y="2731"/>
                  </a:cubicBezTo>
                  <a:lnTo>
                    <a:pt x="2137" y="2731"/>
                  </a:lnTo>
                  <a:cubicBezTo>
                    <a:pt x="2138" y="2731"/>
                    <a:pt x="2840" y="2980"/>
                    <a:pt x="3159" y="2980"/>
                  </a:cubicBezTo>
                  <a:cubicBezTo>
                    <a:pt x="3202" y="2980"/>
                    <a:pt x="3238" y="2976"/>
                    <a:pt x="3265" y="2965"/>
                  </a:cubicBezTo>
                  <a:cubicBezTo>
                    <a:pt x="3484" y="2877"/>
                    <a:pt x="2299" y="2145"/>
                    <a:pt x="2298" y="2145"/>
                  </a:cubicBezTo>
                  <a:lnTo>
                    <a:pt x="2298" y="2145"/>
                  </a:lnTo>
                  <a:cubicBezTo>
                    <a:pt x="2299" y="2145"/>
                    <a:pt x="3142" y="2603"/>
                    <a:pt x="3508" y="2603"/>
                  </a:cubicBezTo>
                  <a:cubicBezTo>
                    <a:pt x="3581" y="2603"/>
                    <a:pt x="3636" y="2584"/>
                    <a:pt x="3660" y="2541"/>
                  </a:cubicBezTo>
                  <a:cubicBezTo>
                    <a:pt x="3806" y="2277"/>
                    <a:pt x="2504" y="1472"/>
                    <a:pt x="2503" y="1472"/>
                  </a:cubicBezTo>
                  <a:lnTo>
                    <a:pt x="2503" y="1472"/>
                  </a:lnTo>
                  <a:cubicBezTo>
                    <a:pt x="2504" y="1472"/>
                    <a:pt x="3513" y="1998"/>
                    <a:pt x="3945" y="1998"/>
                  </a:cubicBezTo>
                  <a:cubicBezTo>
                    <a:pt x="4023" y="1998"/>
                    <a:pt x="4082" y="1981"/>
                    <a:pt x="4114" y="1940"/>
                  </a:cubicBezTo>
                  <a:cubicBezTo>
                    <a:pt x="4319" y="1691"/>
                    <a:pt x="2445" y="740"/>
                    <a:pt x="2445" y="740"/>
                  </a:cubicBezTo>
                  <a:cubicBezTo>
                    <a:pt x="3074" y="608"/>
                    <a:pt x="3352" y="154"/>
                    <a:pt x="3250" y="23"/>
                  </a:cubicBezTo>
                  <a:cubicBezTo>
                    <a:pt x="3240" y="7"/>
                    <a:pt x="3205" y="0"/>
                    <a:pt x="3153" y="0"/>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88200" bIns="88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1" name="Google Shape;491;p32">
              <a:extLst>
                <a:ext uri="{FF2B5EF4-FFF2-40B4-BE49-F238E27FC236}">
                  <a16:creationId xmlns:a16="http://schemas.microsoft.com/office/drawing/2014/main" id="{9EB7BB9F-51C8-498F-C1EF-3FC7BAEB4714}"/>
                </a:ext>
              </a:extLst>
            </p:cNvPr>
            <p:cNvSpPr/>
            <p:nvPr/>
          </p:nvSpPr>
          <p:spPr>
            <a:xfrm>
              <a:off x="686520" y="2371320"/>
              <a:ext cx="523800" cy="661680"/>
            </a:xfrm>
            <a:custGeom>
              <a:avLst/>
              <a:gdLst>
                <a:gd name="textAreaLeft" fmla="*/ 0 w 523800"/>
                <a:gd name="textAreaRight" fmla="*/ 524160 w 523800"/>
                <a:gd name="textAreaTop" fmla="*/ 0 h 661680"/>
                <a:gd name="textAreaBottom" fmla="*/ 662040 h 661680"/>
              </a:gdLst>
              <a:ahLst/>
              <a:cxnLst/>
              <a:rect l="textAreaLeft" t="textAreaTop" r="textAreaRight" b="textAreaBottom"/>
              <a:pathLst>
                <a:path w="9765" h="12327">
                  <a:moveTo>
                    <a:pt x="6002" y="0"/>
                  </a:moveTo>
                  <a:cubicBezTo>
                    <a:pt x="6002" y="0"/>
                    <a:pt x="4011" y="1757"/>
                    <a:pt x="2006" y="5256"/>
                  </a:cubicBezTo>
                  <a:cubicBezTo>
                    <a:pt x="0" y="8726"/>
                    <a:pt x="3426" y="10190"/>
                    <a:pt x="4348" y="10556"/>
                  </a:cubicBezTo>
                  <a:cubicBezTo>
                    <a:pt x="5256" y="10922"/>
                    <a:pt x="8945" y="12327"/>
                    <a:pt x="8945" y="12327"/>
                  </a:cubicBezTo>
                  <a:lnTo>
                    <a:pt x="9765" y="9677"/>
                  </a:lnTo>
                  <a:cubicBezTo>
                    <a:pt x="9765" y="9677"/>
                    <a:pt x="7510" y="8799"/>
                    <a:pt x="5226" y="7540"/>
                  </a:cubicBezTo>
                  <a:cubicBezTo>
                    <a:pt x="4187" y="6954"/>
                    <a:pt x="7861" y="2694"/>
                    <a:pt x="7861" y="2694"/>
                  </a:cubicBezTo>
                  <a:lnTo>
                    <a:pt x="6002"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2" name="Google Shape;492;p32">
              <a:extLst>
                <a:ext uri="{FF2B5EF4-FFF2-40B4-BE49-F238E27FC236}">
                  <a16:creationId xmlns:a16="http://schemas.microsoft.com/office/drawing/2014/main" id="{3B0B9B55-A435-F2E9-7555-67DD8A57C0F0}"/>
                </a:ext>
              </a:extLst>
            </p:cNvPr>
            <p:cNvSpPr/>
            <p:nvPr/>
          </p:nvSpPr>
          <p:spPr>
            <a:xfrm>
              <a:off x="946440" y="2131560"/>
              <a:ext cx="280800" cy="300240"/>
            </a:xfrm>
            <a:custGeom>
              <a:avLst/>
              <a:gdLst>
                <a:gd name="textAreaLeft" fmla="*/ 0 w 280800"/>
                <a:gd name="textAreaRight" fmla="*/ 281160 w 280800"/>
                <a:gd name="textAreaTop" fmla="*/ 0 h 300240"/>
                <a:gd name="textAreaBottom" fmla="*/ 300600 h 300240"/>
              </a:gdLst>
              <a:ahLst/>
              <a:cxnLst/>
              <a:rect l="textAreaLeft" t="textAreaTop" r="textAreaRight" b="textAreaBottom"/>
              <a:pathLst>
                <a:path w="5233" h="5601">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3" name="Google Shape;493;p32">
              <a:extLst>
                <a:ext uri="{FF2B5EF4-FFF2-40B4-BE49-F238E27FC236}">
                  <a16:creationId xmlns:a16="http://schemas.microsoft.com/office/drawing/2014/main" id="{8305F360-CD3B-5D4E-A5F0-C5A579444CEE}"/>
                </a:ext>
              </a:extLst>
            </p:cNvPr>
            <p:cNvSpPr/>
            <p:nvPr/>
          </p:nvSpPr>
          <p:spPr>
            <a:xfrm>
              <a:off x="1153080" y="1968840"/>
              <a:ext cx="398520" cy="408600"/>
            </a:xfrm>
            <a:custGeom>
              <a:avLst/>
              <a:gdLst>
                <a:gd name="textAreaLeft" fmla="*/ 0 w 398520"/>
                <a:gd name="textAreaRight" fmla="*/ 398880 w 398520"/>
                <a:gd name="textAreaTop" fmla="*/ 0 h 408600"/>
                <a:gd name="textAreaBottom" fmla="*/ 408960 h 408600"/>
              </a:gdLst>
              <a:ahLst/>
              <a:cxnLst/>
              <a:rect l="textAreaLeft" t="textAreaTop" r="textAreaRight" b="textAreaBottom"/>
              <a:pathLst>
                <a:path w="7430" h="7613">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4" name="Google Shape;494;p32">
              <a:extLst>
                <a:ext uri="{FF2B5EF4-FFF2-40B4-BE49-F238E27FC236}">
                  <a16:creationId xmlns:a16="http://schemas.microsoft.com/office/drawing/2014/main" id="{92103BE0-248E-E0A3-EA7A-161E03513EDB}"/>
                </a:ext>
              </a:extLst>
            </p:cNvPr>
            <p:cNvSpPr/>
            <p:nvPr/>
          </p:nvSpPr>
          <p:spPr>
            <a:xfrm>
              <a:off x="968400" y="2303280"/>
              <a:ext cx="519480" cy="729000"/>
            </a:xfrm>
            <a:custGeom>
              <a:avLst/>
              <a:gdLst>
                <a:gd name="textAreaLeft" fmla="*/ 0 w 519480"/>
                <a:gd name="textAreaRight" fmla="*/ 519840 w 519480"/>
                <a:gd name="textAreaTop" fmla="*/ 0 h 729000"/>
                <a:gd name="textAreaBottom" fmla="*/ 729360 h 729000"/>
              </a:gdLst>
              <a:ahLst/>
              <a:cxnLst/>
              <a:rect l="textAreaLeft" t="textAreaTop" r="textAreaRight" b="textAreaBottom"/>
              <a:pathLst>
                <a:path w="9678" h="13585">
                  <a:moveTo>
                    <a:pt x="5478" y="0"/>
                  </a:moveTo>
                  <a:cubicBezTo>
                    <a:pt x="4158" y="0"/>
                    <a:pt x="2567" y="129"/>
                    <a:pt x="1713" y="610"/>
                  </a:cubicBezTo>
                  <a:cubicBezTo>
                    <a:pt x="1713" y="610"/>
                    <a:pt x="264" y="1225"/>
                    <a:pt x="1" y="2088"/>
                  </a:cubicBezTo>
                  <a:lnTo>
                    <a:pt x="2826" y="8222"/>
                  </a:lnTo>
                  <a:lnTo>
                    <a:pt x="689" y="13009"/>
                  </a:lnTo>
                  <a:cubicBezTo>
                    <a:pt x="689" y="13009"/>
                    <a:pt x="3730" y="13584"/>
                    <a:pt x="6387" y="13584"/>
                  </a:cubicBezTo>
                  <a:cubicBezTo>
                    <a:pt x="7730" y="13584"/>
                    <a:pt x="8974" y="13437"/>
                    <a:pt x="9677" y="12995"/>
                  </a:cubicBezTo>
                  <a:lnTo>
                    <a:pt x="8038" y="7856"/>
                  </a:lnTo>
                  <a:cubicBezTo>
                    <a:pt x="9556" y="4662"/>
                    <a:pt x="8327" y="179"/>
                    <a:pt x="7794" y="179"/>
                  </a:cubicBezTo>
                  <a:cubicBezTo>
                    <a:pt x="7782" y="179"/>
                    <a:pt x="7771" y="181"/>
                    <a:pt x="7760" y="185"/>
                  </a:cubicBezTo>
                  <a:cubicBezTo>
                    <a:pt x="7754" y="186"/>
                    <a:pt x="7749" y="187"/>
                    <a:pt x="7744" y="187"/>
                  </a:cubicBezTo>
                  <a:cubicBezTo>
                    <a:pt x="7690" y="187"/>
                    <a:pt x="7637" y="127"/>
                    <a:pt x="7584" y="127"/>
                  </a:cubicBezTo>
                  <a:cubicBezTo>
                    <a:pt x="7343" y="76"/>
                    <a:pt x="6490" y="0"/>
                    <a:pt x="547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5" name="Google Shape;495;p32">
              <a:extLst>
                <a:ext uri="{FF2B5EF4-FFF2-40B4-BE49-F238E27FC236}">
                  <a16:creationId xmlns:a16="http://schemas.microsoft.com/office/drawing/2014/main" id="{442784EC-E06D-9F61-5781-AA850778F082}"/>
                </a:ext>
              </a:extLst>
            </p:cNvPr>
            <p:cNvSpPr/>
            <p:nvPr/>
          </p:nvSpPr>
          <p:spPr>
            <a:xfrm>
              <a:off x="1129680" y="2302920"/>
              <a:ext cx="168840" cy="336240"/>
            </a:xfrm>
            <a:custGeom>
              <a:avLst/>
              <a:gdLst>
                <a:gd name="textAreaLeft" fmla="*/ 0 w 168840"/>
                <a:gd name="textAreaRight" fmla="*/ 169200 w 168840"/>
                <a:gd name="textAreaTop" fmla="*/ 0 h 336240"/>
                <a:gd name="textAreaBottom" fmla="*/ 336600 h 336240"/>
              </a:gdLst>
              <a:ahLst/>
              <a:cxnLst/>
              <a:rect l="textAreaLeft" t="textAreaTop" r="textAreaRight" b="textAreaBottom"/>
              <a:pathLst>
                <a:path w="3149" h="6269">
                  <a:moveTo>
                    <a:pt x="2206" y="0"/>
                  </a:moveTo>
                  <a:cubicBezTo>
                    <a:pt x="1444" y="0"/>
                    <a:pt x="431" y="36"/>
                    <a:pt x="1" y="208"/>
                  </a:cubicBezTo>
                  <a:lnTo>
                    <a:pt x="3148" y="6269"/>
                  </a:lnTo>
                  <a:lnTo>
                    <a:pt x="3148" y="17"/>
                  </a:lnTo>
                  <a:cubicBezTo>
                    <a:pt x="3148" y="17"/>
                    <a:pt x="2739" y="0"/>
                    <a:pt x="220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6" name="Google Shape;496;p32">
              <a:extLst>
                <a:ext uri="{FF2B5EF4-FFF2-40B4-BE49-F238E27FC236}">
                  <a16:creationId xmlns:a16="http://schemas.microsoft.com/office/drawing/2014/main" id="{E87165E0-1BB1-1056-B7CA-BF876F81CFFA}"/>
                </a:ext>
              </a:extLst>
            </p:cNvPr>
            <p:cNvSpPr/>
            <p:nvPr/>
          </p:nvSpPr>
          <p:spPr>
            <a:xfrm>
              <a:off x="812880" y="2925000"/>
              <a:ext cx="645120" cy="1364400"/>
            </a:xfrm>
            <a:custGeom>
              <a:avLst/>
              <a:gdLst>
                <a:gd name="textAreaLeft" fmla="*/ 0 w 645120"/>
                <a:gd name="textAreaRight" fmla="*/ 645480 w 645120"/>
                <a:gd name="textAreaTop" fmla="*/ 0 h 1364400"/>
                <a:gd name="textAreaBottom" fmla="*/ 1364760 h 1364400"/>
              </a:gdLst>
              <a:ahLst/>
              <a:cxnLst/>
              <a:rect l="textAreaLeft" t="textAreaTop" r="textAreaRight" b="textAreaBottom"/>
              <a:pathLst>
                <a:path w="12020" h="25415">
                  <a:moveTo>
                    <a:pt x="12019" y="1"/>
                  </a:moveTo>
                  <a:lnTo>
                    <a:pt x="8154" y="718"/>
                  </a:lnTo>
                  <a:cubicBezTo>
                    <a:pt x="5973" y="10658"/>
                    <a:pt x="0" y="23380"/>
                    <a:pt x="0" y="23380"/>
                  </a:cubicBezTo>
                  <a:lnTo>
                    <a:pt x="3309" y="25415"/>
                  </a:lnTo>
                  <a:cubicBezTo>
                    <a:pt x="11009" y="10205"/>
                    <a:pt x="12019" y="1"/>
                    <a:pt x="12019" y="1"/>
                  </a:cubicBezTo>
                  <a:close/>
                </a:path>
              </a:pathLst>
            </a:custGeom>
            <a:solidFill>
              <a:srgbClr val="AC6E5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7" name="Google Shape;497;p32">
              <a:extLst>
                <a:ext uri="{FF2B5EF4-FFF2-40B4-BE49-F238E27FC236}">
                  <a16:creationId xmlns:a16="http://schemas.microsoft.com/office/drawing/2014/main" id="{E88C557D-18B1-8210-089D-89A9D3689563}"/>
                </a:ext>
              </a:extLst>
            </p:cNvPr>
            <p:cNvSpPr/>
            <p:nvPr/>
          </p:nvSpPr>
          <p:spPr>
            <a:xfrm>
              <a:off x="1018800" y="2907720"/>
              <a:ext cx="685800" cy="1414800"/>
            </a:xfrm>
            <a:custGeom>
              <a:avLst/>
              <a:gdLst>
                <a:gd name="textAreaLeft" fmla="*/ 0 w 685800"/>
                <a:gd name="textAreaRight" fmla="*/ 686160 w 685800"/>
                <a:gd name="textAreaTop" fmla="*/ 0 h 1414800"/>
                <a:gd name="textAreaBottom" fmla="*/ 1415160 h 1414800"/>
              </a:gdLst>
              <a:ahLst/>
              <a:cxnLst/>
              <a:rect l="textAreaLeft" t="textAreaTop" r="textAreaRight" b="textAreaBottom"/>
              <a:pathLst>
                <a:path w="12781" h="26352">
                  <a:moveTo>
                    <a:pt x="5168" y="1"/>
                  </a:moveTo>
                  <a:lnTo>
                    <a:pt x="1" y="1743"/>
                  </a:lnTo>
                  <a:cubicBezTo>
                    <a:pt x="1" y="1743"/>
                    <a:pt x="2855" y="15006"/>
                    <a:pt x="9794" y="26352"/>
                  </a:cubicBezTo>
                  <a:lnTo>
                    <a:pt x="12781" y="24741"/>
                  </a:lnTo>
                  <a:cubicBezTo>
                    <a:pt x="12781" y="24741"/>
                    <a:pt x="4905" y="8243"/>
                    <a:pt x="5168" y="1"/>
                  </a:cubicBezTo>
                  <a:close/>
                </a:path>
              </a:pathLst>
            </a:custGeom>
            <a:solidFill>
              <a:srgbClr val="AC6E5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8" name="Google Shape;498;p32">
              <a:extLst>
                <a:ext uri="{FF2B5EF4-FFF2-40B4-BE49-F238E27FC236}">
                  <a16:creationId xmlns:a16="http://schemas.microsoft.com/office/drawing/2014/main" id="{E78C0D1E-0F21-3615-D51E-84B4744E12BD}"/>
                </a:ext>
              </a:extLst>
            </p:cNvPr>
            <p:cNvSpPr/>
            <p:nvPr/>
          </p:nvSpPr>
          <p:spPr>
            <a:xfrm>
              <a:off x="1128240" y="2017080"/>
              <a:ext cx="270000" cy="341280"/>
            </a:xfrm>
            <a:custGeom>
              <a:avLst/>
              <a:gdLst>
                <a:gd name="textAreaLeft" fmla="*/ 0 w 270000"/>
                <a:gd name="textAreaRight" fmla="*/ 270360 w 270000"/>
                <a:gd name="textAreaTop" fmla="*/ 0 h 341280"/>
                <a:gd name="textAreaBottom" fmla="*/ 341640 h 341280"/>
              </a:gdLst>
              <a:ahLst/>
              <a:cxnLst/>
              <a:rect l="textAreaLeft" t="textAreaTop" r="textAreaRight" b="textAreaBottom"/>
              <a:pathLst>
                <a:path w="5037" h="6363">
                  <a:moveTo>
                    <a:pt x="2619" y="0"/>
                  </a:moveTo>
                  <a:cubicBezTo>
                    <a:pt x="1389" y="0"/>
                    <a:pt x="1333" y="587"/>
                    <a:pt x="1333" y="587"/>
                  </a:cubicBezTo>
                  <a:lnTo>
                    <a:pt x="1333" y="1582"/>
                  </a:lnTo>
                  <a:cubicBezTo>
                    <a:pt x="1333" y="1582"/>
                    <a:pt x="999" y="1350"/>
                    <a:pt x="682" y="1350"/>
                  </a:cubicBezTo>
                  <a:cubicBezTo>
                    <a:pt x="447" y="1350"/>
                    <a:pt x="222" y="1477"/>
                    <a:pt x="147" y="1919"/>
                  </a:cubicBezTo>
                  <a:cubicBezTo>
                    <a:pt x="0" y="2724"/>
                    <a:pt x="791" y="2885"/>
                    <a:pt x="791" y="2885"/>
                  </a:cubicBezTo>
                  <a:lnTo>
                    <a:pt x="601" y="5242"/>
                  </a:lnTo>
                  <a:cubicBezTo>
                    <a:pt x="586" y="5564"/>
                    <a:pt x="674" y="5871"/>
                    <a:pt x="893" y="6091"/>
                  </a:cubicBezTo>
                  <a:cubicBezTo>
                    <a:pt x="1098" y="6290"/>
                    <a:pt x="1332" y="6362"/>
                    <a:pt x="1565" y="6362"/>
                  </a:cubicBezTo>
                  <a:cubicBezTo>
                    <a:pt x="1915" y="6362"/>
                    <a:pt x="2260" y="6197"/>
                    <a:pt x="2489" y="6047"/>
                  </a:cubicBezTo>
                  <a:cubicBezTo>
                    <a:pt x="2665" y="5930"/>
                    <a:pt x="2782" y="5740"/>
                    <a:pt x="2782" y="5520"/>
                  </a:cubicBezTo>
                  <a:lnTo>
                    <a:pt x="2782" y="4905"/>
                  </a:lnTo>
                  <a:lnTo>
                    <a:pt x="3646" y="4905"/>
                  </a:lnTo>
                  <a:cubicBezTo>
                    <a:pt x="5036" y="4832"/>
                    <a:pt x="4788" y="382"/>
                    <a:pt x="4788" y="382"/>
                  </a:cubicBezTo>
                  <a:cubicBezTo>
                    <a:pt x="4788" y="43"/>
                    <a:pt x="4135" y="30"/>
                    <a:pt x="4038" y="30"/>
                  </a:cubicBezTo>
                  <a:cubicBezTo>
                    <a:pt x="4030" y="30"/>
                    <a:pt x="4026" y="30"/>
                    <a:pt x="4026" y="30"/>
                  </a:cubicBezTo>
                  <a:lnTo>
                    <a:pt x="2709" y="1"/>
                  </a:lnTo>
                  <a:cubicBezTo>
                    <a:pt x="2678" y="0"/>
                    <a:pt x="2648" y="0"/>
                    <a:pt x="2619" y="0"/>
                  </a:cubicBezTo>
                  <a:close/>
                </a:path>
              </a:pathLst>
            </a:custGeom>
            <a:solidFill>
              <a:srgbClr val="AC6E5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9" name="Google Shape;499;p32">
              <a:extLst>
                <a:ext uri="{FF2B5EF4-FFF2-40B4-BE49-F238E27FC236}">
                  <a16:creationId xmlns:a16="http://schemas.microsoft.com/office/drawing/2014/main" id="{BE60737A-C909-DBC8-860E-FEC09B73BB88}"/>
                </a:ext>
              </a:extLst>
            </p:cNvPr>
            <p:cNvSpPr/>
            <p:nvPr/>
          </p:nvSpPr>
          <p:spPr>
            <a:xfrm>
              <a:off x="1329480" y="2127960"/>
              <a:ext cx="13680" cy="70560"/>
            </a:xfrm>
            <a:custGeom>
              <a:avLst/>
              <a:gdLst>
                <a:gd name="textAreaLeft" fmla="*/ 0 w 13680"/>
                <a:gd name="textAreaRight" fmla="*/ 14040 w 13680"/>
                <a:gd name="textAreaTop" fmla="*/ 0 h 70560"/>
                <a:gd name="textAreaBottom" fmla="*/ 70920 h 70560"/>
              </a:gdLst>
              <a:ahLst/>
              <a:cxnLst/>
              <a:rect l="textAreaLeft" t="textAreaTop" r="textAreaRight" b="textAreaBottom"/>
              <a:pathLst>
                <a:path w="264" h="1318">
                  <a:moveTo>
                    <a:pt x="205" y="0"/>
                  </a:moveTo>
                  <a:cubicBezTo>
                    <a:pt x="190" y="0"/>
                    <a:pt x="161" y="322"/>
                    <a:pt x="161" y="732"/>
                  </a:cubicBezTo>
                  <a:cubicBezTo>
                    <a:pt x="161" y="908"/>
                    <a:pt x="205" y="1113"/>
                    <a:pt x="147" y="1201"/>
                  </a:cubicBezTo>
                  <a:cubicBezTo>
                    <a:pt x="132" y="1245"/>
                    <a:pt x="88" y="1274"/>
                    <a:pt x="59" y="1274"/>
                  </a:cubicBezTo>
                  <a:cubicBezTo>
                    <a:pt x="15" y="1288"/>
                    <a:pt x="0" y="1288"/>
                    <a:pt x="0" y="1288"/>
                  </a:cubicBezTo>
                  <a:cubicBezTo>
                    <a:pt x="0" y="1288"/>
                    <a:pt x="15" y="1318"/>
                    <a:pt x="59" y="1318"/>
                  </a:cubicBezTo>
                  <a:cubicBezTo>
                    <a:pt x="88" y="1318"/>
                    <a:pt x="147" y="1274"/>
                    <a:pt x="205" y="1215"/>
                  </a:cubicBezTo>
                  <a:cubicBezTo>
                    <a:pt x="234" y="1171"/>
                    <a:pt x="264" y="1084"/>
                    <a:pt x="264" y="981"/>
                  </a:cubicBezTo>
                  <a:lnTo>
                    <a:pt x="264" y="718"/>
                  </a:lnTo>
                  <a:cubicBezTo>
                    <a:pt x="264" y="322"/>
                    <a:pt x="220" y="0"/>
                    <a:pt x="2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0" name="Google Shape;500;p32">
              <a:extLst>
                <a:ext uri="{FF2B5EF4-FFF2-40B4-BE49-F238E27FC236}">
                  <a16:creationId xmlns:a16="http://schemas.microsoft.com/office/drawing/2014/main" id="{68E411CA-29E2-5F6D-7DD0-87025F590150}"/>
                </a:ext>
              </a:extLst>
            </p:cNvPr>
            <p:cNvSpPr/>
            <p:nvPr/>
          </p:nvSpPr>
          <p:spPr>
            <a:xfrm>
              <a:off x="1287000" y="2129400"/>
              <a:ext cx="5400" cy="17640"/>
            </a:xfrm>
            <a:custGeom>
              <a:avLst/>
              <a:gdLst>
                <a:gd name="textAreaLeft" fmla="*/ 0 w 5400"/>
                <a:gd name="textAreaRight" fmla="*/ 5760 w 5400"/>
                <a:gd name="textAreaTop" fmla="*/ 0 h 17640"/>
                <a:gd name="textAreaBottom" fmla="*/ 18000 h 17640"/>
              </a:gdLst>
              <a:ahLst/>
              <a:cxnLst/>
              <a:rect l="textAreaLeft" t="textAreaTop" r="textAreaRight" b="textAreaBottom"/>
              <a:pathLst>
                <a:path w="104" h="338">
                  <a:moveTo>
                    <a:pt x="45" y="0"/>
                  </a:moveTo>
                  <a:cubicBezTo>
                    <a:pt x="30" y="0"/>
                    <a:pt x="1" y="103"/>
                    <a:pt x="1" y="176"/>
                  </a:cubicBezTo>
                  <a:cubicBezTo>
                    <a:pt x="1" y="264"/>
                    <a:pt x="45" y="337"/>
                    <a:pt x="59" y="337"/>
                  </a:cubicBezTo>
                  <a:cubicBezTo>
                    <a:pt x="74" y="337"/>
                    <a:pt x="103" y="264"/>
                    <a:pt x="103" y="176"/>
                  </a:cubicBezTo>
                  <a:cubicBezTo>
                    <a:pt x="103" y="74"/>
                    <a:pt x="59" y="0"/>
                    <a:pt x="4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1" name="Google Shape;501;p32">
              <a:extLst>
                <a:ext uri="{FF2B5EF4-FFF2-40B4-BE49-F238E27FC236}">
                  <a16:creationId xmlns:a16="http://schemas.microsoft.com/office/drawing/2014/main" id="{3A1BD6CA-9DB8-F624-EC43-DC20A58FB6ED}"/>
                </a:ext>
              </a:extLst>
            </p:cNvPr>
            <p:cNvSpPr/>
            <p:nvPr/>
          </p:nvSpPr>
          <p:spPr>
            <a:xfrm>
              <a:off x="1364040" y="2128680"/>
              <a:ext cx="5040" cy="17640"/>
            </a:xfrm>
            <a:custGeom>
              <a:avLst/>
              <a:gdLst>
                <a:gd name="textAreaLeft" fmla="*/ 0 w 5040"/>
                <a:gd name="textAreaRight" fmla="*/ 5400 w 5040"/>
                <a:gd name="textAreaTop" fmla="*/ 0 h 17640"/>
                <a:gd name="textAreaBottom" fmla="*/ 18000 h 17640"/>
              </a:gdLst>
              <a:ahLst/>
              <a:cxnLst/>
              <a:rect l="textAreaLeft" t="textAreaTop" r="textAreaRight" b="textAreaBottom"/>
              <a:pathLst>
                <a:path w="103" h="338">
                  <a:moveTo>
                    <a:pt x="59" y="1"/>
                  </a:moveTo>
                  <a:cubicBezTo>
                    <a:pt x="15" y="1"/>
                    <a:pt x="0" y="74"/>
                    <a:pt x="15" y="162"/>
                  </a:cubicBezTo>
                  <a:cubicBezTo>
                    <a:pt x="15" y="264"/>
                    <a:pt x="59" y="338"/>
                    <a:pt x="74" y="338"/>
                  </a:cubicBezTo>
                  <a:cubicBezTo>
                    <a:pt x="88" y="338"/>
                    <a:pt x="103" y="264"/>
                    <a:pt x="103" y="162"/>
                  </a:cubicBezTo>
                  <a:cubicBezTo>
                    <a:pt x="103" y="74"/>
                    <a:pt x="74" y="1"/>
                    <a:pt x="5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2" name="Google Shape;502;p32">
              <a:extLst>
                <a:ext uri="{FF2B5EF4-FFF2-40B4-BE49-F238E27FC236}">
                  <a16:creationId xmlns:a16="http://schemas.microsoft.com/office/drawing/2014/main" id="{AB8199FE-77B8-935E-7E71-5740E3A10BC1}"/>
                </a:ext>
              </a:extLst>
            </p:cNvPr>
            <p:cNvSpPr/>
            <p:nvPr/>
          </p:nvSpPr>
          <p:spPr>
            <a:xfrm>
              <a:off x="1237320" y="2253600"/>
              <a:ext cx="41400" cy="74520"/>
            </a:xfrm>
            <a:custGeom>
              <a:avLst/>
              <a:gdLst>
                <a:gd name="textAreaLeft" fmla="*/ 0 w 41400"/>
                <a:gd name="textAreaRight" fmla="*/ 41760 w 41400"/>
                <a:gd name="textAreaTop" fmla="*/ 0 h 74520"/>
                <a:gd name="textAreaBottom" fmla="*/ 74880 h 74520"/>
              </a:gdLst>
              <a:ahLst/>
              <a:cxnLst/>
              <a:rect l="textAreaLeft" t="textAreaTop" r="textAreaRight" b="textAreaBottom"/>
              <a:pathLst>
                <a:path w="777" h="1392">
                  <a:moveTo>
                    <a:pt x="15" y="1"/>
                  </a:moveTo>
                  <a:lnTo>
                    <a:pt x="15" y="1"/>
                  </a:lnTo>
                  <a:cubicBezTo>
                    <a:pt x="0" y="235"/>
                    <a:pt x="0" y="498"/>
                    <a:pt x="74" y="733"/>
                  </a:cubicBezTo>
                  <a:cubicBezTo>
                    <a:pt x="147" y="967"/>
                    <a:pt x="293" y="1186"/>
                    <a:pt x="513" y="1303"/>
                  </a:cubicBezTo>
                  <a:cubicBezTo>
                    <a:pt x="586" y="1333"/>
                    <a:pt x="703" y="1391"/>
                    <a:pt x="703" y="1391"/>
                  </a:cubicBezTo>
                  <a:cubicBezTo>
                    <a:pt x="703" y="1377"/>
                    <a:pt x="747" y="1230"/>
                    <a:pt x="747" y="1201"/>
                  </a:cubicBezTo>
                  <a:cubicBezTo>
                    <a:pt x="776" y="967"/>
                    <a:pt x="776" y="762"/>
                    <a:pt x="747" y="469"/>
                  </a:cubicBezTo>
                  <a:cubicBezTo>
                    <a:pt x="454" y="396"/>
                    <a:pt x="191" y="220"/>
                    <a:pt x="15" y="1"/>
                  </a:cubicBezTo>
                  <a:close/>
                </a:path>
              </a:pathLst>
            </a:custGeom>
            <a:solidFill>
              <a:srgbClr val="BA6136">
                <a:alpha val="25000"/>
              </a:srgbClr>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3" name="Google Shape;503;p32">
              <a:extLst>
                <a:ext uri="{FF2B5EF4-FFF2-40B4-BE49-F238E27FC236}">
                  <a16:creationId xmlns:a16="http://schemas.microsoft.com/office/drawing/2014/main" id="{52A1F8ED-A29E-2B91-DA2A-86D7D46A0008}"/>
                </a:ext>
              </a:extLst>
            </p:cNvPr>
            <p:cNvSpPr/>
            <p:nvPr/>
          </p:nvSpPr>
          <p:spPr>
            <a:xfrm>
              <a:off x="1159560" y="2110680"/>
              <a:ext cx="34920" cy="47520"/>
            </a:xfrm>
            <a:custGeom>
              <a:avLst/>
              <a:gdLst>
                <a:gd name="textAreaLeft" fmla="*/ 0 w 34920"/>
                <a:gd name="textAreaRight" fmla="*/ 35280 w 34920"/>
                <a:gd name="textAreaTop" fmla="*/ 0 h 47520"/>
                <a:gd name="textAreaBottom" fmla="*/ 47880 h 47520"/>
              </a:gdLst>
              <a:ahLst/>
              <a:cxnLst/>
              <a:rect l="textAreaLeft" t="textAreaTop" r="textAreaRight" b="textAreaBottom"/>
              <a:pathLst>
                <a:path w="659" h="894">
                  <a:moveTo>
                    <a:pt x="73" y="0"/>
                  </a:moveTo>
                  <a:cubicBezTo>
                    <a:pt x="73" y="29"/>
                    <a:pt x="132" y="44"/>
                    <a:pt x="220" y="103"/>
                  </a:cubicBezTo>
                  <a:cubicBezTo>
                    <a:pt x="276" y="140"/>
                    <a:pt x="337" y="189"/>
                    <a:pt x="397" y="261"/>
                  </a:cubicBezTo>
                  <a:lnTo>
                    <a:pt x="397" y="261"/>
                  </a:lnTo>
                  <a:cubicBezTo>
                    <a:pt x="383" y="256"/>
                    <a:pt x="368" y="252"/>
                    <a:pt x="351" y="249"/>
                  </a:cubicBezTo>
                  <a:cubicBezTo>
                    <a:pt x="332" y="245"/>
                    <a:pt x="312" y="243"/>
                    <a:pt x="293" y="243"/>
                  </a:cubicBezTo>
                  <a:cubicBezTo>
                    <a:pt x="240" y="243"/>
                    <a:pt x="189" y="257"/>
                    <a:pt x="146" y="278"/>
                  </a:cubicBezTo>
                  <a:cubicBezTo>
                    <a:pt x="88" y="322"/>
                    <a:pt x="59" y="381"/>
                    <a:pt x="29" y="425"/>
                  </a:cubicBezTo>
                  <a:cubicBezTo>
                    <a:pt x="0" y="542"/>
                    <a:pt x="29" y="644"/>
                    <a:pt x="88" y="717"/>
                  </a:cubicBezTo>
                  <a:cubicBezTo>
                    <a:pt x="176" y="864"/>
                    <a:pt x="293" y="893"/>
                    <a:pt x="293" y="893"/>
                  </a:cubicBezTo>
                  <a:cubicBezTo>
                    <a:pt x="307" y="864"/>
                    <a:pt x="220" y="820"/>
                    <a:pt x="146" y="703"/>
                  </a:cubicBezTo>
                  <a:cubicBezTo>
                    <a:pt x="103" y="630"/>
                    <a:pt x="88" y="556"/>
                    <a:pt x="132" y="469"/>
                  </a:cubicBezTo>
                  <a:cubicBezTo>
                    <a:pt x="145" y="379"/>
                    <a:pt x="213" y="334"/>
                    <a:pt x="289" y="334"/>
                  </a:cubicBezTo>
                  <a:cubicBezTo>
                    <a:pt x="300" y="334"/>
                    <a:pt x="311" y="335"/>
                    <a:pt x="322" y="337"/>
                  </a:cubicBezTo>
                  <a:cubicBezTo>
                    <a:pt x="395" y="351"/>
                    <a:pt x="454" y="395"/>
                    <a:pt x="512" y="425"/>
                  </a:cubicBezTo>
                  <a:lnTo>
                    <a:pt x="659" y="513"/>
                  </a:lnTo>
                  <a:lnTo>
                    <a:pt x="586" y="366"/>
                  </a:lnTo>
                  <a:cubicBezTo>
                    <a:pt x="498" y="190"/>
                    <a:pt x="366" y="103"/>
                    <a:pt x="249" y="44"/>
                  </a:cubicBezTo>
                  <a:cubicBezTo>
                    <a:pt x="146" y="0"/>
                    <a:pt x="73" y="0"/>
                    <a:pt x="7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4" name="Google Shape;504;p32">
              <a:extLst>
                <a:ext uri="{FF2B5EF4-FFF2-40B4-BE49-F238E27FC236}">
                  <a16:creationId xmlns:a16="http://schemas.microsoft.com/office/drawing/2014/main" id="{7597AE5A-A6DA-A91E-CD28-AEB35070A819}"/>
                </a:ext>
              </a:extLst>
            </p:cNvPr>
            <p:cNvSpPr/>
            <p:nvPr/>
          </p:nvSpPr>
          <p:spPr>
            <a:xfrm>
              <a:off x="1293840" y="2193840"/>
              <a:ext cx="41400" cy="33120"/>
            </a:xfrm>
            <a:custGeom>
              <a:avLst/>
              <a:gdLst>
                <a:gd name="textAreaLeft" fmla="*/ 0 w 41400"/>
                <a:gd name="textAreaRight" fmla="*/ 41760 w 41400"/>
                <a:gd name="textAreaTop" fmla="*/ 0 h 33120"/>
                <a:gd name="textAreaBottom" fmla="*/ 33480 h 33120"/>
              </a:gdLst>
              <a:ahLst/>
              <a:cxnLst/>
              <a:rect l="textAreaLeft" t="textAreaTop" r="textAreaRight" b="textAreaBottom"/>
              <a:pathLst>
                <a:path w="777" h="621">
                  <a:moveTo>
                    <a:pt x="44" y="1"/>
                  </a:moveTo>
                  <a:cubicBezTo>
                    <a:pt x="15" y="1"/>
                    <a:pt x="0" y="45"/>
                    <a:pt x="15" y="162"/>
                  </a:cubicBezTo>
                  <a:cubicBezTo>
                    <a:pt x="44" y="264"/>
                    <a:pt x="118" y="411"/>
                    <a:pt x="235" y="513"/>
                  </a:cubicBezTo>
                  <a:cubicBezTo>
                    <a:pt x="339" y="595"/>
                    <a:pt x="453" y="621"/>
                    <a:pt x="554" y="621"/>
                  </a:cubicBezTo>
                  <a:cubicBezTo>
                    <a:pt x="580" y="621"/>
                    <a:pt x="606" y="619"/>
                    <a:pt x="630" y="616"/>
                  </a:cubicBezTo>
                  <a:cubicBezTo>
                    <a:pt x="718" y="616"/>
                    <a:pt x="776" y="572"/>
                    <a:pt x="776" y="557"/>
                  </a:cubicBezTo>
                  <a:cubicBezTo>
                    <a:pt x="776" y="550"/>
                    <a:pt x="762" y="550"/>
                    <a:pt x="734" y="550"/>
                  </a:cubicBezTo>
                  <a:cubicBezTo>
                    <a:pt x="707" y="550"/>
                    <a:pt x="666" y="550"/>
                    <a:pt x="615" y="543"/>
                  </a:cubicBezTo>
                  <a:cubicBezTo>
                    <a:pt x="527" y="543"/>
                    <a:pt x="396" y="513"/>
                    <a:pt x="293" y="425"/>
                  </a:cubicBezTo>
                  <a:cubicBezTo>
                    <a:pt x="191" y="338"/>
                    <a:pt x="132" y="235"/>
                    <a:pt x="88" y="147"/>
                  </a:cubicBezTo>
                  <a:cubicBezTo>
                    <a:pt x="59" y="45"/>
                    <a:pt x="59" y="1"/>
                    <a:pt x="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5" name="Google Shape;505;p32">
              <a:extLst>
                <a:ext uri="{FF2B5EF4-FFF2-40B4-BE49-F238E27FC236}">
                  <a16:creationId xmlns:a16="http://schemas.microsoft.com/office/drawing/2014/main" id="{2DB8EC57-7207-D155-D29A-A8EB0FCC86DD}"/>
                </a:ext>
              </a:extLst>
            </p:cNvPr>
            <p:cNvSpPr/>
            <p:nvPr/>
          </p:nvSpPr>
          <p:spPr>
            <a:xfrm>
              <a:off x="1284480" y="2190600"/>
              <a:ext cx="20880" cy="12960"/>
            </a:xfrm>
            <a:custGeom>
              <a:avLst/>
              <a:gdLst>
                <a:gd name="textAreaLeft" fmla="*/ 0 w 20880"/>
                <a:gd name="textAreaRight" fmla="*/ 21240 w 20880"/>
                <a:gd name="textAreaTop" fmla="*/ 0 h 12960"/>
                <a:gd name="textAreaBottom" fmla="*/ 13320 h 12960"/>
              </a:gdLst>
              <a:ahLst/>
              <a:cxnLst/>
              <a:rect l="textAreaLeft" t="textAreaTop" r="textAreaRight" b="textAreaBottom"/>
              <a:pathLst>
                <a:path w="396" h="250">
                  <a:moveTo>
                    <a:pt x="323" y="0"/>
                  </a:moveTo>
                  <a:cubicBezTo>
                    <a:pt x="279" y="0"/>
                    <a:pt x="220" y="0"/>
                    <a:pt x="132" y="30"/>
                  </a:cubicBezTo>
                  <a:cubicBezTo>
                    <a:pt x="59" y="74"/>
                    <a:pt x="30" y="132"/>
                    <a:pt x="15" y="176"/>
                  </a:cubicBezTo>
                  <a:cubicBezTo>
                    <a:pt x="1" y="220"/>
                    <a:pt x="1" y="249"/>
                    <a:pt x="15" y="249"/>
                  </a:cubicBezTo>
                  <a:cubicBezTo>
                    <a:pt x="30" y="249"/>
                    <a:pt x="74" y="161"/>
                    <a:pt x="176" y="103"/>
                  </a:cubicBezTo>
                  <a:cubicBezTo>
                    <a:pt x="294" y="59"/>
                    <a:pt x="396" y="59"/>
                    <a:pt x="396" y="30"/>
                  </a:cubicBezTo>
                  <a:lnTo>
                    <a:pt x="32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6" name="Google Shape;506;p32">
              <a:extLst>
                <a:ext uri="{FF2B5EF4-FFF2-40B4-BE49-F238E27FC236}">
                  <a16:creationId xmlns:a16="http://schemas.microsoft.com/office/drawing/2014/main" id="{8D799B0E-16D7-84B6-721C-A75EBF90FF03}"/>
                </a:ext>
              </a:extLst>
            </p:cNvPr>
            <p:cNvSpPr/>
            <p:nvPr/>
          </p:nvSpPr>
          <p:spPr>
            <a:xfrm>
              <a:off x="1005480" y="2802960"/>
              <a:ext cx="478440" cy="911880"/>
            </a:xfrm>
            <a:custGeom>
              <a:avLst/>
              <a:gdLst>
                <a:gd name="textAreaLeft" fmla="*/ 0 w 478440"/>
                <a:gd name="textAreaRight" fmla="*/ 478800 w 478440"/>
                <a:gd name="textAreaTop" fmla="*/ 0 h 911880"/>
                <a:gd name="textAreaBottom" fmla="*/ 912240 h 911880"/>
              </a:gdLst>
              <a:ahLst/>
              <a:cxnLst/>
              <a:rect l="textAreaLeft" t="textAreaTop" r="textAreaRight" b="textAreaBottom"/>
              <a:pathLst>
                <a:path w="8917" h="16987">
                  <a:moveTo>
                    <a:pt x="7804" y="1"/>
                  </a:moveTo>
                  <a:lnTo>
                    <a:pt x="1" y="3543"/>
                  </a:lnTo>
                  <a:cubicBezTo>
                    <a:pt x="1" y="3543"/>
                    <a:pt x="777" y="6442"/>
                    <a:pt x="1977" y="10043"/>
                  </a:cubicBezTo>
                  <a:cubicBezTo>
                    <a:pt x="2094" y="12107"/>
                    <a:pt x="1260" y="13996"/>
                    <a:pt x="250" y="15855"/>
                  </a:cubicBezTo>
                  <a:lnTo>
                    <a:pt x="1538" y="16353"/>
                  </a:lnTo>
                  <a:cubicBezTo>
                    <a:pt x="2634" y="16774"/>
                    <a:pt x="3787" y="16986"/>
                    <a:pt x="4939" y="16986"/>
                  </a:cubicBezTo>
                  <a:cubicBezTo>
                    <a:pt x="6111" y="16986"/>
                    <a:pt x="7282" y="16767"/>
                    <a:pt x="8389" y="16324"/>
                  </a:cubicBezTo>
                  <a:cubicBezTo>
                    <a:pt x="8726" y="16192"/>
                    <a:pt x="8916" y="16075"/>
                    <a:pt x="8902" y="16045"/>
                  </a:cubicBezTo>
                  <a:cubicBezTo>
                    <a:pt x="8828" y="15884"/>
                    <a:pt x="8887" y="8711"/>
                    <a:pt x="8740" y="3338"/>
                  </a:cubicBezTo>
                  <a:cubicBezTo>
                    <a:pt x="8711" y="2387"/>
                    <a:pt x="7862" y="747"/>
                    <a:pt x="7804"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7" name="Google Shape;507;p32">
              <a:extLst>
                <a:ext uri="{FF2B5EF4-FFF2-40B4-BE49-F238E27FC236}">
                  <a16:creationId xmlns:a16="http://schemas.microsoft.com/office/drawing/2014/main" id="{DF2D1528-4CAF-3293-EDB0-368EA7D731AE}"/>
                </a:ext>
              </a:extLst>
            </p:cNvPr>
            <p:cNvSpPr/>
            <p:nvPr/>
          </p:nvSpPr>
          <p:spPr>
            <a:xfrm>
              <a:off x="1004760" y="2978280"/>
              <a:ext cx="489240" cy="54720"/>
            </a:xfrm>
            <a:custGeom>
              <a:avLst/>
              <a:gdLst>
                <a:gd name="textAreaLeft" fmla="*/ 0 w 489240"/>
                <a:gd name="textAreaRight" fmla="*/ 489600 w 489240"/>
                <a:gd name="textAreaTop" fmla="*/ 0 h 54720"/>
                <a:gd name="textAreaBottom" fmla="*/ 55080 h 54720"/>
              </a:gdLst>
              <a:ahLst/>
              <a:cxnLst/>
              <a:rect l="textAreaLeft" t="textAreaTop" r="textAreaRight" b="textAreaBottom"/>
              <a:pathLst>
                <a:path w="9121" h="1027">
                  <a:moveTo>
                    <a:pt x="6149" y="0"/>
                  </a:moveTo>
                  <a:lnTo>
                    <a:pt x="6134" y="29"/>
                  </a:lnTo>
                  <a:cubicBezTo>
                    <a:pt x="5768" y="395"/>
                    <a:pt x="5241" y="630"/>
                    <a:pt x="4670" y="761"/>
                  </a:cubicBezTo>
                  <a:cubicBezTo>
                    <a:pt x="4144" y="893"/>
                    <a:pt x="3637" y="927"/>
                    <a:pt x="3158" y="927"/>
                  </a:cubicBezTo>
                  <a:cubicBezTo>
                    <a:pt x="3051" y="927"/>
                    <a:pt x="2945" y="925"/>
                    <a:pt x="2840" y="922"/>
                  </a:cubicBezTo>
                  <a:cubicBezTo>
                    <a:pt x="2269" y="879"/>
                    <a:pt x="1786" y="791"/>
                    <a:pt x="1362" y="703"/>
                  </a:cubicBezTo>
                  <a:cubicBezTo>
                    <a:pt x="937" y="615"/>
                    <a:pt x="615" y="498"/>
                    <a:pt x="366" y="439"/>
                  </a:cubicBezTo>
                  <a:cubicBezTo>
                    <a:pt x="264" y="410"/>
                    <a:pt x="176" y="395"/>
                    <a:pt x="103" y="366"/>
                  </a:cubicBezTo>
                  <a:cubicBezTo>
                    <a:pt x="44" y="352"/>
                    <a:pt x="0" y="352"/>
                    <a:pt x="0" y="352"/>
                  </a:cubicBezTo>
                  <a:lnTo>
                    <a:pt x="0" y="352"/>
                  </a:lnTo>
                  <a:cubicBezTo>
                    <a:pt x="0" y="352"/>
                    <a:pt x="44" y="366"/>
                    <a:pt x="103" y="395"/>
                  </a:cubicBezTo>
                  <a:cubicBezTo>
                    <a:pt x="146" y="410"/>
                    <a:pt x="249" y="439"/>
                    <a:pt x="351" y="483"/>
                  </a:cubicBezTo>
                  <a:cubicBezTo>
                    <a:pt x="586" y="571"/>
                    <a:pt x="922" y="659"/>
                    <a:pt x="1347" y="776"/>
                  </a:cubicBezTo>
                  <a:cubicBezTo>
                    <a:pt x="1757" y="864"/>
                    <a:pt x="2284" y="981"/>
                    <a:pt x="2840" y="1010"/>
                  </a:cubicBezTo>
                  <a:cubicBezTo>
                    <a:pt x="2980" y="1021"/>
                    <a:pt x="3124" y="1027"/>
                    <a:pt x="3272" y="1027"/>
                  </a:cubicBezTo>
                  <a:cubicBezTo>
                    <a:pt x="3726" y="1027"/>
                    <a:pt x="4209" y="974"/>
                    <a:pt x="4685" y="864"/>
                  </a:cubicBezTo>
                  <a:cubicBezTo>
                    <a:pt x="5247" y="734"/>
                    <a:pt x="5794" y="491"/>
                    <a:pt x="6174" y="135"/>
                  </a:cubicBezTo>
                  <a:lnTo>
                    <a:pt x="6174" y="135"/>
                  </a:lnTo>
                  <a:cubicBezTo>
                    <a:pt x="6931" y="457"/>
                    <a:pt x="7617" y="650"/>
                    <a:pt x="8146" y="650"/>
                  </a:cubicBezTo>
                  <a:cubicBezTo>
                    <a:pt x="8199" y="650"/>
                    <a:pt x="8251" y="648"/>
                    <a:pt x="8301" y="644"/>
                  </a:cubicBezTo>
                  <a:cubicBezTo>
                    <a:pt x="8593" y="630"/>
                    <a:pt x="8798" y="542"/>
                    <a:pt x="8916" y="469"/>
                  </a:cubicBezTo>
                  <a:cubicBezTo>
                    <a:pt x="8974" y="439"/>
                    <a:pt x="9033" y="410"/>
                    <a:pt x="9062" y="395"/>
                  </a:cubicBezTo>
                  <a:cubicBezTo>
                    <a:pt x="9106" y="366"/>
                    <a:pt x="9120" y="352"/>
                    <a:pt x="9120" y="352"/>
                  </a:cubicBezTo>
                  <a:cubicBezTo>
                    <a:pt x="9120" y="349"/>
                    <a:pt x="9118" y="348"/>
                    <a:pt x="9113" y="348"/>
                  </a:cubicBezTo>
                  <a:cubicBezTo>
                    <a:pt x="9092" y="348"/>
                    <a:pt x="9019" y="374"/>
                    <a:pt x="8886" y="410"/>
                  </a:cubicBezTo>
                  <a:cubicBezTo>
                    <a:pt x="8754" y="483"/>
                    <a:pt x="8550" y="556"/>
                    <a:pt x="8271" y="571"/>
                  </a:cubicBezTo>
                  <a:cubicBezTo>
                    <a:pt x="8252" y="572"/>
                    <a:pt x="8233" y="572"/>
                    <a:pt x="8214" y="572"/>
                  </a:cubicBezTo>
                  <a:cubicBezTo>
                    <a:pt x="7691" y="572"/>
                    <a:pt x="6968" y="382"/>
                    <a:pt x="6178" y="29"/>
                  </a:cubicBezTo>
                  <a:lnTo>
                    <a:pt x="6149" y="0"/>
                  </a:ln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8" name="Google Shape;508;p32">
              <a:extLst>
                <a:ext uri="{FF2B5EF4-FFF2-40B4-BE49-F238E27FC236}">
                  <a16:creationId xmlns:a16="http://schemas.microsoft.com/office/drawing/2014/main" id="{C6D5DE0D-164B-4B0B-AD5D-ABD9A073F1C4}"/>
                </a:ext>
              </a:extLst>
            </p:cNvPr>
            <p:cNvSpPr/>
            <p:nvPr/>
          </p:nvSpPr>
          <p:spPr>
            <a:xfrm>
              <a:off x="1299600" y="2630160"/>
              <a:ext cx="37440" cy="351720"/>
            </a:xfrm>
            <a:custGeom>
              <a:avLst/>
              <a:gdLst>
                <a:gd name="textAreaLeft" fmla="*/ 0 w 37440"/>
                <a:gd name="textAreaRight" fmla="*/ 37800 w 37440"/>
                <a:gd name="textAreaTop" fmla="*/ 0 h 351720"/>
                <a:gd name="textAreaBottom" fmla="*/ 352080 h 351720"/>
              </a:gdLst>
              <a:ahLst/>
              <a:cxnLst/>
              <a:rect l="textAreaLeft" t="textAreaTop" r="textAreaRight" b="textAreaBottom"/>
              <a:pathLst>
                <a:path w="704" h="6560">
                  <a:moveTo>
                    <a:pt x="1" y="1"/>
                  </a:moveTo>
                  <a:cubicBezTo>
                    <a:pt x="1" y="1"/>
                    <a:pt x="1" y="89"/>
                    <a:pt x="30" y="250"/>
                  </a:cubicBezTo>
                  <a:cubicBezTo>
                    <a:pt x="45" y="440"/>
                    <a:pt x="59" y="660"/>
                    <a:pt x="103" y="952"/>
                  </a:cubicBezTo>
                  <a:cubicBezTo>
                    <a:pt x="162" y="1553"/>
                    <a:pt x="264" y="2358"/>
                    <a:pt x="352" y="3265"/>
                  </a:cubicBezTo>
                  <a:cubicBezTo>
                    <a:pt x="455" y="4158"/>
                    <a:pt x="528" y="4993"/>
                    <a:pt x="572" y="5593"/>
                  </a:cubicBezTo>
                  <a:cubicBezTo>
                    <a:pt x="616" y="5886"/>
                    <a:pt x="630" y="6120"/>
                    <a:pt x="645" y="6310"/>
                  </a:cubicBezTo>
                  <a:cubicBezTo>
                    <a:pt x="674" y="6472"/>
                    <a:pt x="689" y="6559"/>
                    <a:pt x="689" y="6559"/>
                  </a:cubicBezTo>
                  <a:cubicBezTo>
                    <a:pt x="704" y="6559"/>
                    <a:pt x="704" y="6472"/>
                    <a:pt x="704" y="6310"/>
                  </a:cubicBezTo>
                  <a:cubicBezTo>
                    <a:pt x="704" y="6149"/>
                    <a:pt x="689" y="5886"/>
                    <a:pt x="660" y="5593"/>
                  </a:cubicBezTo>
                  <a:cubicBezTo>
                    <a:pt x="630" y="5008"/>
                    <a:pt x="557" y="4188"/>
                    <a:pt x="469" y="3265"/>
                  </a:cubicBezTo>
                  <a:cubicBezTo>
                    <a:pt x="367" y="2358"/>
                    <a:pt x="264" y="1538"/>
                    <a:pt x="177" y="952"/>
                  </a:cubicBezTo>
                  <a:cubicBezTo>
                    <a:pt x="133" y="660"/>
                    <a:pt x="103" y="411"/>
                    <a:pt x="59" y="250"/>
                  </a:cubicBezTo>
                  <a:cubicBezTo>
                    <a:pt x="30" y="89"/>
                    <a:pt x="1" y="1"/>
                    <a:pt x="1"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9" name="Google Shape;509;p32">
              <a:extLst>
                <a:ext uri="{FF2B5EF4-FFF2-40B4-BE49-F238E27FC236}">
                  <a16:creationId xmlns:a16="http://schemas.microsoft.com/office/drawing/2014/main" id="{EC59551A-1F60-5694-1E5A-60907A2F8728}"/>
                </a:ext>
              </a:extLst>
            </p:cNvPr>
            <p:cNvSpPr/>
            <p:nvPr/>
          </p:nvSpPr>
          <p:spPr>
            <a:xfrm>
              <a:off x="1086480" y="2817360"/>
              <a:ext cx="104400" cy="114480"/>
            </a:xfrm>
            <a:custGeom>
              <a:avLst/>
              <a:gdLst>
                <a:gd name="textAreaLeft" fmla="*/ 0 w 104400"/>
                <a:gd name="textAreaRight" fmla="*/ 104760 w 104400"/>
                <a:gd name="textAreaTop" fmla="*/ 0 h 114480"/>
                <a:gd name="textAreaBottom" fmla="*/ 114840 h 114480"/>
              </a:gdLst>
              <a:ahLst/>
              <a:cxnLst/>
              <a:rect l="textAreaLeft" t="textAreaTop" r="textAreaRight" b="textAreaBottom"/>
              <a:pathLst>
                <a:path w="1948" h="2142">
                  <a:moveTo>
                    <a:pt x="191" y="44"/>
                  </a:moveTo>
                  <a:cubicBezTo>
                    <a:pt x="179" y="44"/>
                    <a:pt x="148" y="102"/>
                    <a:pt x="144" y="248"/>
                  </a:cubicBezTo>
                  <a:lnTo>
                    <a:pt x="144" y="248"/>
                  </a:lnTo>
                  <a:cubicBezTo>
                    <a:pt x="179" y="116"/>
                    <a:pt x="191" y="44"/>
                    <a:pt x="191" y="44"/>
                  </a:cubicBezTo>
                  <a:close/>
                  <a:moveTo>
                    <a:pt x="144" y="248"/>
                  </a:moveTo>
                  <a:cubicBezTo>
                    <a:pt x="141" y="262"/>
                    <a:pt x="137" y="277"/>
                    <a:pt x="132" y="293"/>
                  </a:cubicBezTo>
                  <a:cubicBezTo>
                    <a:pt x="117" y="386"/>
                    <a:pt x="97" y="496"/>
                    <a:pt x="80" y="625"/>
                  </a:cubicBezTo>
                  <a:lnTo>
                    <a:pt x="80" y="625"/>
                  </a:lnTo>
                  <a:cubicBezTo>
                    <a:pt x="99" y="527"/>
                    <a:pt x="122" y="441"/>
                    <a:pt x="147" y="366"/>
                  </a:cubicBezTo>
                  <a:cubicBezTo>
                    <a:pt x="144" y="321"/>
                    <a:pt x="144" y="282"/>
                    <a:pt x="144" y="248"/>
                  </a:cubicBezTo>
                  <a:close/>
                  <a:moveTo>
                    <a:pt x="118" y="0"/>
                  </a:moveTo>
                  <a:cubicBezTo>
                    <a:pt x="118" y="0"/>
                    <a:pt x="206" y="29"/>
                    <a:pt x="367" y="44"/>
                  </a:cubicBezTo>
                  <a:cubicBezTo>
                    <a:pt x="557" y="44"/>
                    <a:pt x="791" y="73"/>
                    <a:pt x="1084" y="88"/>
                  </a:cubicBezTo>
                  <a:cubicBezTo>
                    <a:pt x="1230" y="117"/>
                    <a:pt x="1391" y="117"/>
                    <a:pt x="1582" y="132"/>
                  </a:cubicBezTo>
                  <a:cubicBezTo>
                    <a:pt x="1669" y="146"/>
                    <a:pt x="1757" y="146"/>
                    <a:pt x="1801" y="205"/>
                  </a:cubicBezTo>
                  <a:cubicBezTo>
                    <a:pt x="1831" y="264"/>
                    <a:pt x="1831" y="366"/>
                    <a:pt x="1831" y="469"/>
                  </a:cubicBezTo>
                  <a:cubicBezTo>
                    <a:pt x="1816" y="659"/>
                    <a:pt x="1816" y="878"/>
                    <a:pt x="1772" y="1083"/>
                  </a:cubicBezTo>
                  <a:cubicBezTo>
                    <a:pt x="1728" y="1288"/>
                    <a:pt x="1655" y="1508"/>
                    <a:pt x="1494" y="1654"/>
                  </a:cubicBezTo>
                  <a:cubicBezTo>
                    <a:pt x="1318" y="1815"/>
                    <a:pt x="1128" y="1903"/>
                    <a:pt x="923" y="1962"/>
                  </a:cubicBezTo>
                  <a:cubicBezTo>
                    <a:pt x="826" y="1989"/>
                    <a:pt x="726" y="2004"/>
                    <a:pt x="630" y="2004"/>
                  </a:cubicBezTo>
                  <a:cubicBezTo>
                    <a:pt x="524" y="2004"/>
                    <a:pt x="422" y="1986"/>
                    <a:pt x="337" y="1947"/>
                  </a:cubicBezTo>
                  <a:cubicBezTo>
                    <a:pt x="162" y="1859"/>
                    <a:pt x="74" y="1669"/>
                    <a:pt x="59" y="1508"/>
                  </a:cubicBezTo>
                  <a:cubicBezTo>
                    <a:pt x="30" y="1318"/>
                    <a:pt x="44" y="1157"/>
                    <a:pt x="44" y="1010"/>
                  </a:cubicBezTo>
                  <a:cubicBezTo>
                    <a:pt x="51" y="866"/>
                    <a:pt x="65" y="738"/>
                    <a:pt x="80" y="625"/>
                  </a:cubicBezTo>
                  <a:lnTo>
                    <a:pt x="80" y="625"/>
                  </a:lnTo>
                  <a:cubicBezTo>
                    <a:pt x="53" y="756"/>
                    <a:pt x="32" y="908"/>
                    <a:pt x="15" y="1083"/>
                  </a:cubicBezTo>
                  <a:cubicBezTo>
                    <a:pt x="1" y="1230"/>
                    <a:pt x="1" y="1391"/>
                    <a:pt x="15" y="1581"/>
                  </a:cubicBezTo>
                  <a:cubicBezTo>
                    <a:pt x="44" y="1757"/>
                    <a:pt x="132" y="1962"/>
                    <a:pt x="337" y="2079"/>
                  </a:cubicBezTo>
                  <a:cubicBezTo>
                    <a:pt x="432" y="2123"/>
                    <a:pt x="535" y="2141"/>
                    <a:pt x="641" y="2141"/>
                  </a:cubicBezTo>
                  <a:cubicBezTo>
                    <a:pt x="747" y="2141"/>
                    <a:pt x="857" y="2123"/>
                    <a:pt x="967" y="2094"/>
                  </a:cubicBezTo>
                  <a:cubicBezTo>
                    <a:pt x="1186" y="2035"/>
                    <a:pt x="1406" y="1932"/>
                    <a:pt x="1582" y="1757"/>
                  </a:cubicBezTo>
                  <a:cubicBezTo>
                    <a:pt x="1757" y="1581"/>
                    <a:pt x="1845" y="1362"/>
                    <a:pt x="1889" y="1142"/>
                  </a:cubicBezTo>
                  <a:cubicBezTo>
                    <a:pt x="1918" y="922"/>
                    <a:pt x="1918" y="703"/>
                    <a:pt x="1918" y="498"/>
                  </a:cubicBezTo>
                  <a:cubicBezTo>
                    <a:pt x="1918" y="395"/>
                    <a:pt x="1948" y="278"/>
                    <a:pt x="1874" y="190"/>
                  </a:cubicBezTo>
                  <a:cubicBezTo>
                    <a:pt x="1831" y="132"/>
                    <a:pt x="1772" y="88"/>
                    <a:pt x="1728" y="88"/>
                  </a:cubicBezTo>
                  <a:cubicBezTo>
                    <a:pt x="1669" y="73"/>
                    <a:pt x="1611" y="73"/>
                    <a:pt x="1582" y="73"/>
                  </a:cubicBezTo>
                  <a:cubicBezTo>
                    <a:pt x="1391" y="59"/>
                    <a:pt x="1230" y="44"/>
                    <a:pt x="1084" y="44"/>
                  </a:cubicBezTo>
                  <a:cubicBezTo>
                    <a:pt x="791" y="15"/>
                    <a:pt x="557" y="0"/>
                    <a:pt x="367"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0" name="Google Shape;510;p32">
              <a:extLst>
                <a:ext uri="{FF2B5EF4-FFF2-40B4-BE49-F238E27FC236}">
                  <a16:creationId xmlns:a16="http://schemas.microsoft.com/office/drawing/2014/main" id="{EDA0599F-313B-D752-2BDC-D3F3639F404A}"/>
                </a:ext>
              </a:extLst>
            </p:cNvPr>
            <p:cNvSpPr/>
            <p:nvPr/>
          </p:nvSpPr>
          <p:spPr>
            <a:xfrm>
              <a:off x="1298880" y="2304000"/>
              <a:ext cx="53280" cy="269280"/>
            </a:xfrm>
            <a:custGeom>
              <a:avLst/>
              <a:gdLst>
                <a:gd name="textAreaLeft" fmla="*/ 0 w 53280"/>
                <a:gd name="textAreaRight" fmla="*/ 53640 w 53280"/>
                <a:gd name="textAreaTop" fmla="*/ 0 h 269280"/>
                <a:gd name="textAreaBottom" fmla="*/ 269640 h 269280"/>
              </a:gdLst>
              <a:ahLst/>
              <a:cxnLst/>
              <a:rect l="textAreaLeft" t="textAreaTop" r="textAreaRight" b="textAreaBottom"/>
              <a:pathLst>
                <a:path w="996" h="5022">
                  <a:moveTo>
                    <a:pt x="0" y="0"/>
                  </a:moveTo>
                  <a:lnTo>
                    <a:pt x="0" y="5022"/>
                  </a:lnTo>
                  <a:cubicBezTo>
                    <a:pt x="0" y="5022"/>
                    <a:pt x="996" y="2079"/>
                    <a:pt x="776" y="1552"/>
                  </a:cubicBezTo>
                  <a:cubicBezTo>
                    <a:pt x="586" y="1025"/>
                    <a:pt x="0" y="0"/>
                    <a:pt x="0"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1" name="Google Shape;511;p32">
              <a:extLst>
                <a:ext uri="{FF2B5EF4-FFF2-40B4-BE49-F238E27FC236}">
                  <a16:creationId xmlns:a16="http://schemas.microsoft.com/office/drawing/2014/main" id="{40989A54-9CC2-ACD4-DAC9-77E8EF5AF202}"/>
                </a:ext>
              </a:extLst>
            </p:cNvPr>
            <p:cNvSpPr/>
            <p:nvPr/>
          </p:nvSpPr>
          <p:spPr>
            <a:xfrm>
              <a:off x="1544760" y="4230720"/>
              <a:ext cx="244080" cy="91440"/>
            </a:xfrm>
            <a:custGeom>
              <a:avLst/>
              <a:gdLst>
                <a:gd name="textAreaLeft" fmla="*/ 0 w 244080"/>
                <a:gd name="textAreaRight" fmla="*/ 244440 w 244080"/>
                <a:gd name="textAreaTop" fmla="*/ 0 h 91440"/>
                <a:gd name="textAreaBottom" fmla="*/ 91800 h 91440"/>
              </a:gdLst>
              <a:ahLst/>
              <a:cxnLst/>
              <a:rect l="textAreaLeft" t="textAreaTop" r="textAreaRight" b="textAreaBottom"/>
              <a:pathLst>
                <a:path w="4554" h="1709">
                  <a:moveTo>
                    <a:pt x="4060" y="1"/>
                  </a:moveTo>
                  <a:cubicBezTo>
                    <a:pt x="3618" y="1"/>
                    <a:pt x="2987" y="98"/>
                    <a:pt x="2987" y="98"/>
                  </a:cubicBezTo>
                  <a:lnTo>
                    <a:pt x="0" y="1709"/>
                  </a:lnTo>
                  <a:cubicBezTo>
                    <a:pt x="0" y="1709"/>
                    <a:pt x="4553" y="303"/>
                    <a:pt x="4480" y="98"/>
                  </a:cubicBezTo>
                  <a:cubicBezTo>
                    <a:pt x="4456" y="25"/>
                    <a:pt x="4282" y="1"/>
                    <a:pt x="406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2" name="Google Shape;512;p32">
              <a:extLst>
                <a:ext uri="{FF2B5EF4-FFF2-40B4-BE49-F238E27FC236}">
                  <a16:creationId xmlns:a16="http://schemas.microsoft.com/office/drawing/2014/main" id="{3D9E988D-07C3-5A02-FD13-EA101E52F78C}"/>
                </a:ext>
              </a:extLst>
            </p:cNvPr>
            <p:cNvSpPr/>
            <p:nvPr/>
          </p:nvSpPr>
          <p:spPr>
            <a:xfrm>
              <a:off x="811440" y="4173120"/>
              <a:ext cx="211320" cy="169920"/>
            </a:xfrm>
            <a:custGeom>
              <a:avLst/>
              <a:gdLst>
                <a:gd name="textAreaLeft" fmla="*/ 0 w 211320"/>
                <a:gd name="textAreaRight" fmla="*/ 211680 w 211320"/>
                <a:gd name="textAreaTop" fmla="*/ 0 h 169920"/>
                <a:gd name="textAreaBottom" fmla="*/ 170280 h 169920"/>
              </a:gdLst>
              <a:ahLst/>
              <a:cxnLst/>
              <a:rect l="textAreaLeft" t="textAreaTop" r="textAreaRight" b="textAreaBottom"/>
              <a:pathLst>
                <a:path w="3939" h="3168">
                  <a:moveTo>
                    <a:pt x="1" y="0"/>
                  </a:moveTo>
                  <a:lnTo>
                    <a:pt x="1" y="132"/>
                  </a:lnTo>
                  <a:cubicBezTo>
                    <a:pt x="1" y="132"/>
                    <a:pt x="3451" y="3168"/>
                    <a:pt x="3820" y="3168"/>
                  </a:cubicBezTo>
                  <a:cubicBezTo>
                    <a:pt x="3837" y="3168"/>
                    <a:pt x="3848" y="3161"/>
                    <a:pt x="3851" y="3148"/>
                  </a:cubicBezTo>
                  <a:cubicBezTo>
                    <a:pt x="3939" y="2840"/>
                    <a:pt x="3324" y="2167"/>
                    <a:pt x="3324" y="2167"/>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84960" bIns="84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3" name="Google Shape;513;p32">
              <a:extLst>
                <a:ext uri="{FF2B5EF4-FFF2-40B4-BE49-F238E27FC236}">
                  <a16:creationId xmlns:a16="http://schemas.microsoft.com/office/drawing/2014/main" id="{76BC31F5-7F84-3DC0-B348-6093EB7AEBC6}"/>
                </a:ext>
              </a:extLst>
            </p:cNvPr>
            <p:cNvSpPr/>
            <p:nvPr/>
          </p:nvSpPr>
          <p:spPr>
            <a:xfrm>
              <a:off x="1183320" y="1991160"/>
              <a:ext cx="221400" cy="118440"/>
            </a:xfrm>
            <a:custGeom>
              <a:avLst/>
              <a:gdLst>
                <a:gd name="textAreaLeft" fmla="*/ 0 w 221400"/>
                <a:gd name="textAreaRight" fmla="*/ 221760 w 221400"/>
                <a:gd name="textAreaTop" fmla="*/ 0 h 118440"/>
                <a:gd name="textAreaBottom" fmla="*/ 118800 h 118440"/>
              </a:gdLst>
              <a:ahLst/>
              <a:cxnLst/>
              <a:rect l="textAreaLeft" t="textAreaTop" r="textAreaRight" b="textAreaBottom"/>
              <a:pathLst>
                <a:path w="4129" h="2214">
                  <a:moveTo>
                    <a:pt x="2123" y="1"/>
                  </a:moveTo>
                  <a:cubicBezTo>
                    <a:pt x="1742" y="1"/>
                    <a:pt x="1376" y="30"/>
                    <a:pt x="1010" y="162"/>
                  </a:cubicBezTo>
                  <a:cubicBezTo>
                    <a:pt x="659" y="294"/>
                    <a:pt x="322" y="528"/>
                    <a:pt x="161" y="879"/>
                  </a:cubicBezTo>
                  <a:cubicBezTo>
                    <a:pt x="0" y="1231"/>
                    <a:pt x="30" y="1670"/>
                    <a:pt x="293" y="1933"/>
                  </a:cubicBezTo>
                  <a:lnTo>
                    <a:pt x="293" y="1992"/>
                  </a:lnTo>
                  <a:cubicBezTo>
                    <a:pt x="381" y="2094"/>
                    <a:pt x="469" y="2168"/>
                    <a:pt x="586" y="2197"/>
                  </a:cubicBezTo>
                  <a:cubicBezTo>
                    <a:pt x="613" y="2208"/>
                    <a:pt x="644" y="2214"/>
                    <a:pt x="677" y="2214"/>
                  </a:cubicBezTo>
                  <a:cubicBezTo>
                    <a:pt x="770" y="2214"/>
                    <a:pt x="872" y="2170"/>
                    <a:pt x="893" y="2094"/>
                  </a:cubicBezTo>
                  <a:cubicBezTo>
                    <a:pt x="952" y="1977"/>
                    <a:pt x="893" y="1846"/>
                    <a:pt x="864" y="1743"/>
                  </a:cubicBezTo>
                  <a:cubicBezTo>
                    <a:pt x="791" y="1538"/>
                    <a:pt x="805" y="1304"/>
                    <a:pt x="879" y="1099"/>
                  </a:cubicBezTo>
                  <a:cubicBezTo>
                    <a:pt x="1098" y="1377"/>
                    <a:pt x="1391" y="1582"/>
                    <a:pt x="1713" y="1626"/>
                  </a:cubicBezTo>
                  <a:cubicBezTo>
                    <a:pt x="1765" y="1635"/>
                    <a:pt x="1819" y="1640"/>
                    <a:pt x="1873" y="1640"/>
                  </a:cubicBezTo>
                  <a:cubicBezTo>
                    <a:pt x="2163" y="1640"/>
                    <a:pt x="2455" y="1507"/>
                    <a:pt x="2591" y="1260"/>
                  </a:cubicBezTo>
                  <a:cubicBezTo>
                    <a:pt x="2635" y="1582"/>
                    <a:pt x="2899" y="1802"/>
                    <a:pt x="3206" y="1889"/>
                  </a:cubicBezTo>
                  <a:cubicBezTo>
                    <a:pt x="3291" y="1920"/>
                    <a:pt x="3389" y="1938"/>
                    <a:pt x="3487" y="1938"/>
                  </a:cubicBezTo>
                  <a:cubicBezTo>
                    <a:pt x="3627" y="1938"/>
                    <a:pt x="3768" y="1902"/>
                    <a:pt x="3880" y="1816"/>
                  </a:cubicBezTo>
                  <a:cubicBezTo>
                    <a:pt x="4055" y="1684"/>
                    <a:pt x="4129" y="1450"/>
                    <a:pt x="4114" y="1231"/>
                  </a:cubicBezTo>
                  <a:cubicBezTo>
                    <a:pt x="4099" y="791"/>
                    <a:pt x="3763" y="425"/>
                    <a:pt x="3382" y="221"/>
                  </a:cubicBezTo>
                  <a:cubicBezTo>
                    <a:pt x="3001" y="30"/>
                    <a:pt x="2547" y="1"/>
                    <a:pt x="2123"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4" name="Google Shape;514;p32">
              <a:extLst>
                <a:ext uri="{FF2B5EF4-FFF2-40B4-BE49-F238E27FC236}">
                  <a16:creationId xmlns:a16="http://schemas.microsoft.com/office/drawing/2014/main" id="{C2549639-D0E7-B731-307F-2179F108CB70}"/>
                </a:ext>
              </a:extLst>
            </p:cNvPr>
            <p:cNvSpPr/>
            <p:nvPr/>
          </p:nvSpPr>
          <p:spPr>
            <a:xfrm>
              <a:off x="1146240" y="2158560"/>
              <a:ext cx="30240" cy="34560"/>
            </a:xfrm>
            <a:custGeom>
              <a:avLst/>
              <a:gdLst>
                <a:gd name="textAreaLeft" fmla="*/ 0 w 30240"/>
                <a:gd name="textAreaRight" fmla="*/ 30600 w 30240"/>
                <a:gd name="textAreaTop" fmla="*/ 0 h 34560"/>
                <a:gd name="textAreaBottom" fmla="*/ 34920 h 34560"/>
              </a:gdLst>
              <a:ahLst/>
              <a:cxnLst/>
              <a:rect l="textAreaLeft" t="textAreaTop" r="textAreaRight" b="textAreaBottom"/>
              <a:pathLst>
                <a:path w="572" h="651">
                  <a:moveTo>
                    <a:pt x="381" y="0"/>
                  </a:moveTo>
                  <a:cubicBezTo>
                    <a:pt x="337" y="0"/>
                    <a:pt x="322" y="15"/>
                    <a:pt x="322" y="15"/>
                  </a:cubicBezTo>
                  <a:cubicBezTo>
                    <a:pt x="322" y="15"/>
                    <a:pt x="410" y="15"/>
                    <a:pt x="469" y="147"/>
                  </a:cubicBezTo>
                  <a:cubicBezTo>
                    <a:pt x="483" y="190"/>
                    <a:pt x="483" y="264"/>
                    <a:pt x="469" y="337"/>
                  </a:cubicBezTo>
                  <a:cubicBezTo>
                    <a:pt x="439" y="439"/>
                    <a:pt x="410" y="527"/>
                    <a:pt x="337" y="556"/>
                  </a:cubicBezTo>
                  <a:cubicBezTo>
                    <a:pt x="315" y="569"/>
                    <a:pt x="294" y="575"/>
                    <a:pt x="273" y="575"/>
                  </a:cubicBezTo>
                  <a:cubicBezTo>
                    <a:pt x="222" y="575"/>
                    <a:pt x="173" y="544"/>
                    <a:pt x="132" y="513"/>
                  </a:cubicBezTo>
                  <a:cubicBezTo>
                    <a:pt x="88" y="439"/>
                    <a:pt x="88" y="366"/>
                    <a:pt x="88" y="308"/>
                  </a:cubicBezTo>
                  <a:cubicBezTo>
                    <a:pt x="103" y="176"/>
                    <a:pt x="117" y="88"/>
                    <a:pt x="103" y="88"/>
                  </a:cubicBezTo>
                  <a:cubicBezTo>
                    <a:pt x="103" y="87"/>
                    <a:pt x="102" y="86"/>
                    <a:pt x="101" y="86"/>
                  </a:cubicBezTo>
                  <a:cubicBezTo>
                    <a:pt x="93" y="86"/>
                    <a:pt x="43" y="159"/>
                    <a:pt x="29" y="293"/>
                  </a:cubicBezTo>
                  <a:cubicBezTo>
                    <a:pt x="0" y="366"/>
                    <a:pt x="29" y="454"/>
                    <a:pt x="73" y="542"/>
                  </a:cubicBezTo>
                  <a:cubicBezTo>
                    <a:pt x="103" y="586"/>
                    <a:pt x="147" y="615"/>
                    <a:pt x="205" y="630"/>
                  </a:cubicBezTo>
                  <a:cubicBezTo>
                    <a:pt x="231" y="643"/>
                    <a:pt x="261" y="650"/>
                    <a:pt x="290" y="650"/>
                  </a:cubicBezTo>
                  <a:cubicBezTo>
                    <a:pt x="327" y="650"/>
                    <a:pt x="363" y="639"/>
                    <a:pt x="395" y="615"/>
                  </a:cubicBezTo>
                  <a:cubicBezTo>
                    <a:pt x="498" y="542"/>
                    <a:pt x="542" y="439"/>
                    <a:pt x="556" y="337"/>
                  </a:cubicBezTo>
                  <a:cubicBezTo>
                    <a:pt x="571" y="249"/>
                    <a:pt x="556" y="161"/>
                    <a:pt x="513" y="88"/>
                  </a:cubicBezTo>
                  <a:cubicBezTo>
                    <a:pt x="483" y="29"/>
                    <a:pt x="410" y="0"/>
                    <a:pt x="38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5" name="Google Shape;515;p32">
              <a:extLst>
                <a:ext uri="{FF2B5EF4-FFF2-40B4-BE49-F238E27FC236}">
                  <a16:creationId xmlns:a16="http://schemas.microsoft.com/office/drawing/2014/main" id="{8C4C566B-E7CA-EEB2-C4AB-DEE8DA7F349B}"/>
                </a:ext>
              </a:extLst>
            </p:cNvPr>
            <p:cNvSpPr/>
            <p:nvPr/>
          </p:nvSpPr>
          <p:spPr>
            <a:xfrm>
              <a:off x="1100520" y="2314080"/>
              <a:ext cx="169560" cy="269280"/>
            </a:xfrm>
            <a:custGeom>
              <a:avLst/>
              <a:gdLst>
                <a:gd name="textAreaLeft" fmla="*/ 0 w 169560"/>
                <a:gd name="textAreaRight" fmla="*/ 169920 w 169560"/>
                <a:gd name="textAreaTop" fmla="*/ 0 h 269280"/>
                <a:gd name="textAreaBottom" fmla="*/ 269640 h 269280"/>
              </a:gdLst>
              <a:ahLst/>
              <a:cxnLst/>
              <a:rect l="textAreaLeft" t="textAreaTop" r="textAreaRight" b="textAreaBottom"/>
              <a:pathLst>
                <a:path w="3163" h="5023">
                  <a:moveTo>
                    <a:pt x="542" y="1"/>
                  </a:moveTo>
                  <a:cubicBezTo>
                    <a:pt x="439" y="15"/>
                    <a:pt x="0" y="1816"/>
                    <a:pt x="454" y="2328"/>
                  </a:cubicBezTo>
                  <a:cubicBezTo>
                    <a:pt x="966" y="2914"/>
                    <a:pt x="3162" y="5022"/>
                    <a:pt x="3162" y="5022"/>
                  </a:cubicBezTo>
                  <a:lnTo>
                    <a:pt x="542" y="1"/>
                  </a:ln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6" name="Google Shape;516;p32">
              <a:extLst>
                <a:ext uri="{FF2B5EF4-FFF2-40B4-BE49-F238E27FC236}">
                  <a16:creationId xmlns:a16="http://schemas.microsoft.com/office/drawing/2014/main" id="{99D4D85E-F69B-CA74-A27E-9C078E57F870}"/>
                </a:ext>
              </a:extLst>
            </p:cNvPr>
            <p:cNvSpPr/>
            <p:nvPr/>
          </p:nvSpPr>
          <p:spPr>
            <a:xfrm>
              <a:off x="1386000" y="2345400"/>
              <a:ext cx="393480" cy="661680"/>
            </a:xfrm>
            <a:custGeom>
              <a:avLst/>
              <a:gdLst>
                <a:gd name="textAreaLeft" fmla="*/ 0 w 393480"/>
                <a:gd name="textAreaRight" fmla="*/ 393840 w 393480"/>
                <a:gd name="textAreaTop" fmla="*/ 0 h 661680"/>
                <a:gd name="textAreaBottom" fmla="*/ 662040 h 661680"/>
              </a:gdLst>
              <a:ahLst/>
              <a:cxnLst/>
              <a:rect l="textAreaLeft" t="textAreaTop" r="textAreaRight" b="textAreaBottom"/>
              <a:pathLst>
                <a:path w="7335" h="12327">
                  <a:moveTo>
                    <a:pt x="439" y="0"/>
                  </a:moveTo>
                  <a:lnTo>
                    <a:pt x="0" y="5710"/>
                  </a:lnTo>
                  <a:cubicBezTo>
                    <a:pt x="0" y="5710"/>
                    <a:pt x="161" y="7745"/>
                    <a:pt x="425" y="8272"/>
                  </a:cubicBezTo>
                  <a:cubicBezTo>
                    <a:pt x="703" y="8813"/>
                    <a:pt x="5944" y="12327"/>
                    <a:pt x="5944" y="12327"/>
                  </a:cubicBezTo>
                  <a:lnTo>
                    <a:pt x="7335" y="10321"/>
                  </a:lnTo>
                  <a:cubicBezTo>
                    <a:pt x="7335" y="10321"/>
                    <a:pt x="2972" y="7013"/>
                    <a:pt x="2445" y="6647"/>
                  </a:cubicBezTo>
                  <a:cubicBezTo>
                    <a:pt x="1903" y="6281"/>
                    <a:pt x="439" y="0"/>
                    <a:pt x="439"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7" name="Google Shape;517;p32">
              <a:extLst>
                <a:ext uri="{FF2B5EF4-FFF2-40B4-BE49-F238E27FC236}">
                  <a16:creationId xmlns:a16="http://schemas.microsoft.com/office/drawing/2014/main" id="{EDC9A652-4E2B-6836-9B22-51DBB3F98B2B}"/>
                </a:ext>
              </a:extLst>
            </p:cNvPr>
            <p:cNvSpPr/>
            <p:nvPr/>
          </p:nvSpPr>
          <p:spPr>
            <a:xfrm>
              <a:off x="1397160" y="2355120"/>
              <a:ext cx="30960" cy="417960"/>
            </a:xfrm>
            <a:custGeom>
              <a:avLst/>
              <a:gdLst>
                <a:gd name="textAreaLeft" fmla="*/ 0 w 30960"/>
                <a:gd name="textAreaRight" fmla="*/ 31320 w 30960"/>
                <a:gd name="textAreaTop" fmla="*/ 0 h 417960"/>
                <a:gd name="textAreaBottom" fmla="*/ 418320 h 417960"/>
              </a:gdLst>
              <a:ahLst/>
              <a:cxnLst/>
              <a:rect l="textAreaLeft" t="textAreaTop" r="textAreaRight" b="textAreaBottom"/>
              <a:pathLst>
                <a:path w="586" h="7789">
                  <a:moveTo>
                    <a:pt x="0" y="0"/>
                  </a:moveTo>
                  <a:lnTo>
                    <a:pt x="88" y="264"/>
                  </a:lnTo>
                  <a:cubicBezTo>
                    <a:pt x="161" y="454"/>
                    <a:pt x="264" y="732"/>
                    <a:pt x="337" y="1069"/>
                  </a:cubicBezTo>
                  <a:cubicBezTo>
                    <a:pt x="410" y="1420"/>
                    <a:pt x="454" y="1845"/>
                    <a:pt x="454" y="2313"/>
                  </a:cubicBezTo>
                  <a:cubicBezTo>
                    <a:pt x="483" y="2796"/>
                    <a:pt x="439" y="3309"/>
                    <a:pt x="381" y="3850"/>
                  </a:cubicBezTo>
                  <a:cubicBezTo>
                    <a:pt x="337" y="4407"/>
                    <a:pt x="278" y="4919"/>
                    <a:pt x="234" y="5387"/>
                  </a:cubicBezTo>
                  <a:cubicBezTo>
                    <a:pt x="205" y="5870"/>
                    <a:pt x="190" y="6295"/>
                    <a:pt x="205" y="6661"/>
                  </a:cubicBezTo>
                  <a:cubicBezTo>
                    <a:pt x="220" y="6998"/>
                    <a:pt x="264" y="7291"/>
                    <a:pt x="293" y="7495"/>
                  </a:cubicBezTo>
                  <a:cubicBezTo>
                    <a:pt x="322" y="7583"/>
                    <a:pt x="337" y="7657"/>
                    <a:pt x="352" y="7715"/>
                  </a:cubicBezTo>
                  <a:cubicBezTo>
                    <a:pt x="352" y="7774"/>
                    <a:pt x="366" y="7788"/>
                    <a:pt x="366" y="7788"/>
                  </a:cubicBezTo>
                  <a:cubicBezTo>
                    <a:pt x="366" y="7788"/>
                    <a:pt x="352" y="7686"/>
                    <a:pt x="337" y="7481"/>
                  </a:cubicBezTo>
                  <a:cubicBezTo>
                    <a:pt x="308" y="7276"/>
                    <a:pt x="278" y="6983"/>
                    <a:pt x="278" y="6632"/>
                  </a:cubicBezTo>
                  <a:cubicBezTo>
                    <a:pt x="278" y="6295"/>
                    <a:pt x="293" y="5870"/>
                    <a:pt x="337" y="5387"/>
                  </a:cubicBezTo>
                  <a:cubicBezTo>
                    <a:pt x="366" y="4919"/>
                    <a:pt x="439" y="4407"/>
                    <a:pt x="498" y="3850"/>
                  </a:cubicBezTo>
                  <a:cubicBezTo>
                    <a:pt x="556" y="3309"/>
                    <a:pt x="586" y="2796"/>
                    <a:pt x="571" y="2313"/>
                  </a:cubicBezTo>
                  <a:cubicBezTo>
                    <a:pt x="556" y="1859"/>
                    <a:pt x="513" y="1420"/>
                    <a:pt x="425" y="1069"/>
                  </a:cubicBezTo>
                  <a:cubicBezTo>
                    <a:pt x="337" y="732"/>
                    <a:pt x="234" y="454"/>
                    <a:pt x="147" y="264"/>
                  </a:cubicBezTo>
                  <a:cubicBezTo>
                    <a:pt x="117" y="176"/>
                    <a:pt x="59" y="117"/>
                    <a:pt x="44" y="73"/>
                  </a:cubicBezTo>
                  <a:cubicBezTo>
                    <a:pt x="29" y="15"/>
                    <a:pt x="0" y="0"/>
                    <a:pt x="0"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8" name="Google Shape;518;p32">
              <a:extLst>
                <a:ext uri="{FF2B5EF4-FFF2-40B4-BE49-F238E27FC236}">
                  <a16:creationId xmlns:a16="http://schemas.microsoft.com/office/drawing/2014/main" id="{2F7061EB-7B7E-49D3-E009-251236EB3219}"/>
                </a:ext>
              </a:extLst>
            </p:cNvPr>
            <p:cNvSpPr/>
            <p:nvPr/>
          </p:nvSpPr>
          <p:spPr>
            <a:xfrm>
              <a:off x="1459800" y="2688840"/>
              <a:ext cx="54000" cy="75240"/>
            </a:xfrm>
            <a:custGeom>
              <a:avLst/>
              <a:gdLst>
                <a:gd name="textAreaLeft" fmla="*/ 0 w 54000"/>
                <a:gd name="textAreaRight" fmla="*/ 54360 w 54000"/>
                <a:gd name="textAreaTop" fmla="*/ 0 h 75240"/>
                <a:gd name="textAreaBottom" fmla="*/ 75600 h 75240"/>
              </a:gdLst>
              <a:ahLst/>
              <a:cxnLst/>
              <a:rect l="textAreaLeft" t="textAreaTop" r="textAreaRight" b="textAreaBottom"/>
              <a:pathLst>
                <a:path w="1011" h="1409">
                  <a:moveTo>
                    <a:pt x="992" y="1"/>
                  </a:moveTo>
                  <a:cubicBezTo>
                    <a:pt x="954" y="1"/>
                    <a:pt x="690" y="271"/>
                    <a:pt x="425" y="662"/>
                  </a:cubicBezTo>
                  <a:cubicBezTo>
                    <a:pt x="176" y="1042"/>
                    <a:pt x="0" y="1394"/>
                    <a:pt x="30" y="1408"/>
                  </a:cubicBezTo>
                  <a:cubicBezTo>
                    <a:pt x="30" y="1409"/>
                    <a:pt x="31" y="1409"/>
                    <a:pt x="32" y="1409"/>
                  </a:cubicBezTo>
                  <a:cubicBezTo>
                    <a:pt x="68" y="1409"/>
                    <a:pt x="269" y="1092"/>
                    <a:pt x="513" y="706"/>
                  </a:cubicBezTo>
                  <a:cubicBezTo>
                    <a:pt x="791" y="325"/>
                    <a:pt x="1010" y="17"/>
                    <a:pt x="996" y="3"/>
                  </a:cubicBezTo>
                  <a:cubicBezTo>
                    <a:pt x="995" y="1"/>
                    <a:pt x="994" y="1"/>
                    <a:pt x="992"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9" name="Google Shape;519;p32">
              <a:extLst>
                <a:ext uri="{FF2B5EF4-FFF2-40B4-BE49-F238E27FC236}">
                  <a16:creationId xmlns:a16="http://schemas.microsoft.com/office/drawing/2014/main" id="{C597A509-7A09-27AE-F058-001A5B1E38BB}"/>
                </a:ext>
              </a:extLst>
            </p:cNvPr>
            <p:cNvSpPr/>
            <p:nvPr/>
          </p:nvSpPr>
          <p:spPr>
            <a:xfrm>
              <a:off x="1490400" y="2694600"/>
              <a:ext cx="16920" cy="62640"/>
            </a:xfrm>
            <a:custGeom>
              <a:avLst/>
              <a:gdLst>
                <a:gd name="textAreaLeft" fmla="*/ 0 w 16920"/>
                <a:gd name="textAreaRight" fmla="*/ 17280 w 16920"/>
                <a:gd name="textAreaTop" fmla="*/ 0 h 62640"/>
                <a:gd name="textAreaBottom" fmla="*/ 63000 h 62640"/>
              </a:gdLst>
              <a:ahLst/>
              <a:cxnLst/>
              <a:rect l="textAreaLeft" t="textAreaTop" r="textAreaRight" b="textAreaBottom"/>
              <a:pathLst>
                <a:path w="323" h="1173">
                  <a:moveTo>
                    <a:pt x="306" y="1"/>
                  </a:moveTo>
                  <a:cubicBezTo>
                    <a:pt x="287" y="1"/>
                    <a:pt x="188" y="245"/>
                    <a:pt x="88" y="572"/>
                  </a:cubicBezTo>
                  <a:cubicBezTo>
                    <a:pt x="15" y="894"/>
                    <a:pt x="0" y="1172"/>
                    <a:pt x="15" y="1172"/>
                  </a:cubicBezTo>
                  <a:cubicBezTo>
                    <a:pt x="44" y="1172"/>
                    <a:pt x="88" y="924"/>
                    <a:pt x="191" y="587"/>
                  </a:cubicBezTo>
                  <a:cubicBezTo>
                    <a:pt x="249" y="279"/>
                    <a:pt x="322" y="16"/>
                    <a:pt x="308" y="1"/>
                  </a:cubicBezTo>
                  <a:cubicBezTo>
                    <a:pt x="307" y="1"/>
                    <a:pt x="307" y="1"/>
                    <a:pt x="306"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0" name="Google Shape;520;p32">
            <a:extLst>
              <a:ext uri="{FF2B5EF4-FFF2-40B4-BE49-F238E27FC236}">
                <a16:creationId xmlns:a16="http://schemas.microsoft.com/office/drawing/2014/main" id="{B778F9E8-0F0B-76E9-5600-7870429FB407}"/>
              </a:ext>
            </a:extLst>
          </p:cNvPr>
          <p:cNvGrpSpPr/>
          <p:nvPr/>
        </p:nvGrpSpPr>
        <p:grpSpPr>
          <a:xfrm>
            <a:off x="207000" y="2528280"/>
            <a:ext cx="1252080" cy="1877760"/>
            <a:chOff x="207000" y="2528280"/>
            <a:chExt cx="1252080" cy="1877760"/>
          </a:xfrm>
        </p:grpSpPr>
        <p:sp>
          <p:nvSpPr>
            <p:cNvPr id="451" name="Google Shape;521;p32">
              <a:extLst>
                <a:ext uri="{FF2B5EF4-FFF2-40B4-BE49-F238E27FC236}">
                  <a16:creationId xmlns:a16="http://schemas.microsoft.com/office/drawing/2014/main" id="{C1EE0B9A-4E69-ED6D-5D05-8186B127C3FA}"/>
                </a:ext>
              </a:extLst>
            </p:cNvPr>
            <p:cNvSpPr/>
            <p:nvPr/>
          </p:nvSpPr>
          <p:spPr>
            <a:xfrm>
              <a:off x="1172520" y="4274640"/>
              <a:ext cx="286560" cy="88560"/>
            </a:xfrm>
            <a:custGeom>
              <a:avLst/>
              <a:gdLst>
                <a:gd name="textAreaLeft" fmla="*/ 0 w 286560"/>
                <a:gd name="textAreaRight" fmla="*/ 286920 w 286560"/>
                <a:gd name="textAreaTop" fmla="*/ 0 h 88560"/>
                <a:gd name="textAreaBottom" fmla="*/ 88920 h 88560"/>
              </a:gdLst>
              <a:ahLst/>
              <a:cxnLst/>
              <a:rect l="textAreaLeft" t="textAreaTop" r="textAreaRight" b="textAreaBottom"/>
              <a:pathLst>
                <a:path w="5345" h="1655">
                  <a:moveTo>
                    <a:pt x="294" y="1"/>
                  </a:moveTo>
                  <a:lnTo>
                    <a:pt x="1" y="1655"/>
                  </a:lnTo>
                  <a:lnTo>
                    <a:pt x="4642" y="1655"/>
                  </a:lnTo>
                  <a:cubicBezTo>
                    <a:pt x="5344" y="1655"/>
                    <a:pt x="4085" y="1025"/>
                    <a:pt x="4085" y="1025"/>
                  </a:cubicBezTo>
                  <a:lnTo>
                    <a:pt x="4305"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2" name="Google Shape;522;p32">
              <a:extLst>
                <a:ext uri="{FF2B5EF4-FFF2-40B4-BE49-F238E27FC236}">
                  <a16:creationId xmlns:a16="http://schemas.microsoft.com/office/drawing/2014/main" id="{7B3F1ACB-22C6-348D-D889-63A6C394B2C4}"/>
                </a:ext>
              </a:extLst>
            </p:cNvPr>
            <p:cNvSpPr/>
            <p:nvPr/>
          </p:nvSpPr>
          <p:spPr>
            <a:xfrm>
              <a:off x="1032840" y="4317480"/>
              <a:ext cx="286560" cy="88560"/>
            </a:xfrm>
            <a:custGeom>
              <a:avLst/>
              <a:gdLst>
                <a:gd name="textAreaLeft" fmla="*/ 0 w 286560"/>
                <a:gd name="textAreaRight" fmla="*/ 286920 w 286560"/>
                <a:gd name="textAreaTop" fmla="*/ 0 h 88560"/>
                <a:gd name="textAreaBottom" fmla="*/ 88920 h 88560"/>
              </a:gdLst>
              <a:ahLst/>
              <a:cxnLst/>
              <a:rect l="textAreaLeft" t="textAreaTop" r="textAreaRight" b="textAreaBottom"/>
              <a:pathLst>
                <a:path w="5345" h="1655">
                  <a:moveTo>
                    <a:pt x="294" y="1"/>
                  </a:moveTo>
                  <a:lnTo>
                    <a:pt x="1" y="1655"/>
                  </a:lnTo>
                  <a:lnTo>
                    <a:pt x="4642" y="1655"/>
                  </a:lnTo>
                  <a:cubicBezTo>
                    <a:pt x="5344" y="1655"/>
                    <a:pt x="4085" y="1025"/>
                    <a:pt x="4085" y="1025"/>
                  </a:cubicBezTo>
                  <a:lnTo>
                    <a:pt x="4305"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3" name="Google Shape;523;p32">
              <a:extLst>
                <a:ext uri="{FF2B5EF4-FFF2-40B4-BE49-F238E27FC236}">
                  <a16:creationId xmlns:a16="http://schemas.microsoft.com/office/drawing/2014/main" id="{31D56EA7-A4A6-5B15-357B-13E142459078}"/>
                </a:ext>
              </a:extLst>
            </p:cNvPr>
            <p:cNvSpPr/>
            <p:nvPr/>
          </p:nvSpPr>
          <p:spPr>
            <a:xfrm>
              <a:off x="987840" y="3379320"/>
              <a:ext cx="106560" cy="273240"/>
            </a:xfrm>
            <a:custGeom>
              <a:avLst/>
              <a:gdLst>
                <a:gd name="textAreaLeft" fmla="*/ 0 w 106560"/>
                <a:gd name="textAreaRight" fmla="*/ 106920 w 106560"/>
                <a:gd name="textAreaTop" fmla="*/ 0 h 273240"/>
                <a:gd name="textAreaBottom" fmla="*/ 273600 h 273240"/>
              </a:gdLst>
              <a:ahLst/>
              <a:cxnLst/>
              <a:rect l="textAreaLeft" t="textAreaTop" r="textAreaRight" b="textAreaBottom"/>
              <a:pathLst>
                <a:path w="1992" h="5096">
                  <a:moveTo>
                    <a:pt x="16" y="0"/>
                  </a:moveTo>
                  <a:cubicBezTo>
                    <a:pt x="15" y="0"/>
                    <a:pt x="15" y="0"/>
                    <a:pt x="15" y="0"/>
                  </a:cubicBezTo>
                  <a:cubicBezTo>
                    <a:pt x="1" y="30"/>
                    <a:pt x="396" y="1157"/>
                    <a:pt x="952" y="2562"/>
                  </a:cubicBezTo>
                  <a:cubicBezTo>
                    <a:pt x="1490" y="3973"/>
                    <a:pt x="1942" y="5095"/>
                    <a:pt x="1976" y="5095"/>
                  </a:cubicBezTo>
                  <a:cubicBezTo>
                    <a:pt x="1977" y="5095"/>
                    <a:pt x="1977" y="5095"/>
                    <a:pt x="1977" y="5095"/>
                  </a:cubicBezTo>
                  <a:cubicBezTo>
                    <a:pt x="1992" y="5095"/>
                    <a:pt x="1567" y="3938"/>
                    <a:pt x="1040" y="2533"/>
                  </a:cubicBezTo>
                  <a:cubicBezTo>
                    <a:pt x="487" y="1136"/>
                    <a:pt x="36" y="0"/>
                    <a:pt x="16" y="0"/>
                  </a:cubicBezTo>
                  <a:close/>
                </a:path>
              </a:pathLst>
            </a:custGeom>
            <a:solidFill>
              <a:srgbClr val="00737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4" name="Google Shape;524;p32">
              <a:extLst>
                <a:ext uri="{FF2B5EF4-FFF2-40B4-BE49-F238E27FC236}">
                  <a16:creationId xmlns:a16="http://schemas.microsoft.com/office/drawing/2014/main" id="{EF2E485D-E95A-8CD5-8807-4905D1923FAF}"/>
                </a:ext>
              </a:extLst>
            </p:cNvPr>
            <p:cNvSpPr/>
            <p:nvPr/>
          </p:nvSpPr>
          <p:spPr>
            <a:xfrm>
              <a:off x="1001880" y="3422520"/>
              <a:ext cx="33480" cy="190080"/>
            </a:xfrm>
            <a:custGeom>
              <a:avLst/>
              <a:gdLst>
                <a:gd name="textAreaLeft" fmla="*/ 0 w 33480"/>
                <a:gd name="textAreaRight" fmla="*/ 33840 w 33480"/>
                <a:gd name="textAreaTop" fmla="*/ 0 h 190080"/>
                <a:gd name="textAreaBottom" fmla="*/ 190440 h 190080"/>
              </a:gdLst>
              <a:ahLst/>
              <a:cxnLst/>
              <a:rect l="textAreaLeft" t="textAreaTop" r="textAreaRight" b="textAreaBottom"/>
              <a:pathLst>
                <a:path w="630" h="3544">
                  <a:moveTo>
                    <a:pt x="29" y="0"/>
                  </a:moveTo>
                  <a:cubicBezTo>
                    <a:pt x="0" y="0"/>
                    <a:pt x="44" y="205"/>
                    <a:pt x="117" y="513"/>
                  </a:cubicBezTo>
                  <a:cubicBezTo>
                    <a:pt x="176" y="835"/>
                    <a:pt x="264" y="1274"/>
                    <a:pt x="351" y="1757"/>
                  </a:cubicBezTo>
                  <a:cubicBezTo>
                    <a:pt x="425" y="2255"/>
                    <a:pt x="498" y="2694"/>
                    <a:pt x="542" y="3031"/>
                  </a:cubicBezTo>
                  <a:cubicBezTo>
                    <a:pt x="571" y="3338"/>
                    <a:pt x="586" y="3543"/>
                    <a:pt x="615" y="3543"/>
                  </a:cubicBezTo>
                  <a:cubicBezTo>
                    <a:pt x="630" y="3543"/>
                    <a:pt x="630" y="3338"/>
                    <a:pt x="630" y="3002"/>
                  </a:cubicBezTo>
                  <a:cubicBezTo>
                    <a:pt x="586" y="2680"/>
                    <a:pt x="556" y="2240"/>
                    <a:pt x="469" y="1743"/>
                  </a:cubicBezTo>
                  <a:cubicBezTo>
                    <a:pt x="366" y="1245"/>
                    <a:pt x="278" y="806"/>
                    <a:pt x="190" y="498"/>
                  </a:cubicBezTo>
                  <a:cubicBezTo>
                    <a:pt x="103" y="191"/>
                    <a:pt x="44" y="0"/>
                    <a:pt x="29" y="0"/>
                  </a:cubicBezTo>
                  <a:close/>
                </a:path>
              </a:pathLst>
            </a:custGeom>
            <a:solidFill>
              <a:srgbClr val="00737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5" name="Google Shape;525;p32">
              <a:extLst>
                <a:ext uri="{FF2B5EF4-FFF2-40B4-BE49-F238E27FC236}">
                  <a16:creationId xmlns:a16="http://schemas.microsoft.com/office/drawing/2014/main" id="{3CD2F63C-6DF4-E177-5B5B-AF8DD7170C64}"/>
                </a:ext>
              </a:extLst>
            </p:cNvPr>
            <p:cNvSpPr/>
            <p:nvPr/>
          </p:nvSpPr>
          <p:spPr>
            <a:xfrm>
              <a:off x="207000" y="2871360"/>
              <a:ext cx="330480" cy="888840"/>
            </a:xfrm>
            <a:custGeom>
              <a:avLst/>
              <a:gdLst>
                <a:gd name="textAreaLeft" fmla="*/ 0 w 330480"/>
                <a:gd name="textAreaRight" fmla="*/ 330840 w 330480"/>
                <a:gd name="textAreaTop" fmla="*/ 0 h 888840"/>
                <a:gd name="textAreaBottom" fmla="*/ 889200 h 888840"/>
              </a:gdLst>
              <a:ahLst/>
              <a:cxnLst/>
              <a:rect l="textAreaLeft" t="textAreaTop" r="textAreaRight" b="textAreaBottom"/>
              <a:pathLst>
                <a:path w="6164" h="16558">
                  <a:moveTo>
                    <a:pt x="4392" y="0"/>
                  </a:moveTo>
                  <a:lnTo>
                    <a:pt x="1" y="161"/>
                  </a:lnTo>
                  <a:lnTo>
                    <a:pt x="2972" y="16557"/>
                  </a:lnTo>
                  <a:lnTo>
                    <a:pt x="6164" y="16074"/>
                  </a:lnTo>
                  <a:lnTo>
                    <a:pt x="4392"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6" name="Google Shape;526;p32">
              <a:extLst>
                <a:ext uri="{FF2B5EF4-FFF2-40B4-BE49-F238E27FC236}">
                  <a16:creationId xmlns:a16="http://schemas.microsoft.com/office/drawing/2014/main" id="{48826E8E-B118-6990-EFFE-447E9D786E0D}"/>
                </a:ext>
              </a:extLst>
            </p:cNvPr>
            <p:cNvSpPr/>
            <p:nvPr/>
          </p:nvSpPr>
          <p:spPr>
            <a:xfrm>
              <a:off x="1163160" y="3135600"/>
              <a:ext cx="174960" cy="218880"/>
            </a:xfrm>
            <a:custGeom>
              <a:avLst/>
              <a:gdLst>
                <a:gd name="textAreaLeft" fmla="*/ 0 w 174960"/>
                <a:gd name="textAreaRight" fmla="*/ 175320 w 174960"/>
                <a:gd name="textAreaTop" fmla="*/ 0 h 218880"/>
                <a:gd name="textAreaBottom" fmla="*/ 219240 h 218880"/>
              </a:gdLst>
              <a:ahLst/>
              <a:cxnLst/>
              <a:rect l="textAreaLeft" t="textAreaTop" r="textAreaRight" b="textAreaBottom"/>
              <a:pathLst>
                <a:path w="3265" h="4082">
                  <a:moveTo>
                    <a:pt x="1223" y="0"/>
                  </a:moveTo>
                  <a:cubicBezTo>
                    <a:pt x="1054" y="0"/>
                    <a:pt x="0" y="1538"/>
                    <a:pt x="0" y="1538"/>
                  </a:cubicBezTo>
                  <a:cubicBezTo>
                    <a:pt x="0" y="1538"/>
                    <a:pt x="585" y="4082"/>
                    <a:pt x="1060" y="4082"/>
                  </a:cubicBezTo>
                  <a:cubicBezTo>
                    <a:pt x="1078" y="4082"/>
                    <a:pt x="1095" y="4078"/>
                    <a:pt x="1113" y="4071"/>
                  </a:cubicBezTo>
                  <a:cubicBezTo>
                    <a:pt x="1113" y="4071"/>
                    <a:pt x="2913" y="3002"/>
                    <a:pt x="3001" y="2783"/>
                  </a:cubicBezTo>
                  <a:cubicBezTo>
                    <a:pt x="3040" y="2709"/>
                    <a:pt x="2961" y="2685"/>
                    <a:pt x="2837" y="2685"/>
                  </a:cubicBezTo>
                  <a:cubicBezTo>
                    <a:pt x="2590" y="2685"/>
                    <a:pt x="2167" y="2783"/>
                    <a:pt x="2167" y="2783"/>
                  </a:cubicBezTo>
                  <a:cubicBezTo>
                    <a:pt x="2167" y="2783"/>
                    <a:pt x="3089" y="2461"/>
                    <a:pt x="3192" y="2241"/>
                  </a:cubicBezTo>
                  <a:cubicBezTo>
                    <a:pt x="3221" y="2168"/>
                    <a:pt x="3088" y="2143"/>
                    <a:pt x="2897" y="2143"/>
                  </a:cubicBezTo>
                  <a:cubicBezTo>
                    <a:pt x="2515" y="2143"/>
                    <a:pt x="1903" y="2241"/>
                    <a:pt x="1903" y="2241"/>
                  </a:cubicBezTo>
                  <a:cubicBezTo>
                    <a:pt x="1903" y="2241"/>
                    <a:pt x="3265" y="1948"/>
                    <a:pt x="3206" y="1655"/>
                  </a:cubicBezTo>
                  <a:cubicBezTo>
                    <a:pt x="3178" y="1543"/>
                    <a:pt x="2938" y="1508"/>
                    <a:pt x="2653" y="1508"/>
                  </a:cubicBezTo>
                  <a:cubicBezTo>
                    <a:pt x="2196" y="1508"/>
                    <a:pt x="1625" y="1597"/>
                    <a:pt x="1625" y="1597"/>
                  </a:cubicBezTo>
                  <a:cubicBezTo>
                    <a:pt x="1625" y="1597"/>
                    <a:pt x="3162" y="1231"/>
                    <a:pt x="3148" y="909"/>
                  </a:cubicBezTo>
                  <a:cubicBezTo>
                    <a:pt x="3144" y="824"/>
                    <a:pt x="3011" y="792"/>
                    <a:pt x="2815" y="792"/>
                  </a:cubicBezTo>
                  <a:cubicBezTo>
                    <a:pt x="2234" y="792"/>
                    <a:pt x="1098" y="1070"/>
                    <a:pt x="1098" y="1070"/>
                  </a:cubicBezTo>
                  <a:cubicBezTo>
                    <a:pt x="1464" y="572"/>
                    <a:pt x="1376" y="60"/>
                    <a:pt x="1230" y="1"/>
                  </a:cubicBezTo>
                  <a:cubicBezTo>
                    <a:pt x="1228" y="0"/>
                    <a:pt x="1226" y="0"/>
                    <a:pt x="1223" y="0"/>
                  </a:cubicBezTo>
                  <a:close/>
                </a:path>
              </a:pathLst>
            </a:custGeom>
            <a:solidFill>
              <a:srgbClr val="AC503B"/>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7" name="Google Shape;527;p32">
              <a:extLst>
                <a:ext uri="{FF2B5EF4-FFF2-40B4-BE49-F238E27FC236}">
                  <a16:creationId xmlns:a16="http://schemas.microsoft.com/office/drawing/2014/main" id="{64A6AE69-DD34-BDD0-BBB5-447CB01B57FB}"/>
                </a:ext>
              </a:extLst>
            </p:cNvPr>
            <p:cNvSpPr/>
            <p:nvPr/>
          </p:nvSpPr>
          <p:spPr>
            <a:xfrm>
              <a:off x="653760" y="2957040"/>
              <a:ext cx="569520" cy="508680"/>
            </a:xfrm>
            <a:custGeom>
              <a:avLst/>
              <a:gdLst>
                <a:gd name="textAreaLeft" fmla="*/ 0 w 569520"/>
                <a:gd name="textAreaRight" fmla="*/ 569880 w 569520"/>
                <a:gd name="textAreaTop" fmla="*/ 0 h 508680"/>
                <a:gd name="textAreaBottom" fmla="*/ 509040 h 508680"/>
              </a:gdLst>
              <a:ahLst/>
              <a:cxnLst/>
              <a:rect l="textAreaLeft" t="textAreaTop" r="textAreaRight" b="textAreaBottom"/>
              <a:pathLst>
                <a:path w="10615" h="9480">
                  <a:moveTo>
                    <a:pt x="338" y="1"/>
                  </a:moveTo>
                  <a:cubicBezTo>
                    <a:pt x="338" y="1"/>
                    <a:pt x="1" y="2636"/>
                    <a:pt x="747" y="6589"/>
                  </a:cubicBezTo>
                  <a:cubicBezTo>
                    <a:pt x="1188" y="8921"/>
                    <a:pt x="2607" y="9479"/>
                    <a:pt x="3886" y="9479"/>
                  </a:cubicBezTo>
                  <a:cubicBezTo>
                    <a:pt x="4774" y="9479"/>
                    <a:pt x="5596" y="9209"/>
                    <a:pt x="5974" y="9077"/>
                  </a:cubicBezTo>
                  <a:cubicBezTo>
                    <a:pt x="6911" y="8770"/>
                    <a:pt x="10614" y="7409"/>
                    <a:pt x="10614" y="7409"/>
                  </a:cubicBezTo>
                  <a:lnTo>
                    <a:pt x="9487" y="4861"/>
                  </a:lnTo>
                  <a:cubicBezTo>
                    <a:pt x="9487" y="4861"/>
                    <a:pt x="7218" y="5666"/>
                    <a:pt x="4656" y="6223"/>
                  </a:cubicBezTo>
                  <a:cubicBezTo>
                    <a:pt x="4632" y="6228"/>
                    <a:pt x="4608" y="6230"/>
                    <a:pt x="4585" y="6230"/>
                  </a:cubicBezTo>
                  <a:cubicBezTo>
                    <a:pt x="3484" y="6230"/>
                    <a:pt x="3470" y="616"/>
                    <a:pt x="3470" y="616"/>
                  </a:cubicBezTo>
                  <a:lnTo>
                    <a:pt x="338"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8" name="Google Shape;528;p32">
              <a:extLst>
                <a:ext uri="{FF2B5EF4-FFF2-40B4-BE49-F238E27FC236}">
                  <a16:creationId xmlns:a16="http://schemas.microsoft.com/office/drawing/2014/main" id="{8B85D618-8B19-4CEF-9C3D-AC07DA14A41F}"/>
                </a:ext>
              </a:extLst>
            </p:cNvPr>
            <p:cNvSpPr/>
            <p:nvPr/>
          </p:nvSpPr>
          <p:spPr>
            <a:xfrm>
              <a:off x="429480" y="3383280"/>
              <a:ext cx="1007280" cy="916920"/>
            </a:xfrm>
            <a:custGeom>
              <a:avLst/>
              <a:gdLst>
                <a:gd name="textAreaLeft" fmla="*/ 0 w 1007280"/>
                <a:gd name="textAreaRight" fmla="*/ 1007640 w 1007280"/>
                <a:gd name="textAreaTop" fmla="*/ 0 h 916920"/>
                <a:gd name="textAreaBottom" fmla="*/ 917280 h 916920"/>
              </a:gdLst>
              <a:ahLst/>
              <a:cxnLst/>
              <a:rect l="textAreaLeft" t="textAreaTop" r="textAreaRight" b="textAreaBottom"/>
              <a:pathLst>
                <a:path w="18768" h="17085">
                  <a:moveTo>
                    <a:pt x="16009" y="0"/>
                  </a:moveTo>
                  <a:cubicBezTo>
                    <a:pt x="16006" y="0"/>
                    <a:pt x="16004" y="0"/>
                    <a:pt x="16002" y="1"/>
                  </a:cubicBezTo>
                  <a:cubicBezTo>
                    <a:pt x="13850" y="59"/>
                    <a:pt x="967" y="776"/>
                    <a:pt x="967" y="776"/>
                  </a:cubicBezTo>
                  <a:cubicBezTo>
                    <a:pt x="967" y="776"/>
                    <a:pt x="1" y="4656"/>
                    <a:pt x="3778" y="5403"/>
                  </a:cubicBezTo>
                  <a:cubicBezTo>
                    <a:pt x="4534" y="5557"/>
                    <a:pt x="5376" y="5615"/>
                    <a:pt x="6241" y="5615"/>
                  </a:cubicBezTo>
                  <a:cubicBezTo>
                    <a:pt x="8748" y="5615"/>
                    <a:pt x="11443" y="5132"/>
                    <a:pt x="12757" y="5132"/>
                  </a:cubicBezTo>
                  <a:cubicBezTo>
                    <a:pt x="13263" y="5132"/>
                    <a:pt x="13565" y="5204"/>
                    <a:pt x="13571" y="5403"/>
                  </a:cubicBezTo>
                  <a:cubicBezTo>
                    <a:pt x="13615" y="6296"/>
                    <a:pt x="13850" y="17085"/>
                    <a:pt x="13850" y="17085"/>
                  </a:cubicBezTo>
                  <a:lnTo>
                    <a:pt x="18256" y="17085"/>
                  </a:lnTo>
                  <a:cubicBezTo>
                    <a:pt x="18256" y="17085"/>
                    <a:pt x="18768" y="0"/>
                    <a:pt x="1600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9" name="Google Shape;529;p32">
              <a:extLst>
                <a:ext uri="{FF2B5EF4-FFF2-40B4-BE49-F238E27FC236}">
                  <a16:creationId xmlns:a16="http://schemas.microsoft.com/office/drawing/2014/main" id="{0066A9DB-9FEE-2FF7-C16F-0A6F4DBDD075}"/>
                </a:ext>
              </a:extLst>
            </p:cNvPr>
            <p:cNvSpPr/>
            <p:nvPr/>
          </p:nvSpPr>
          <p:spPr>
            <a:xfrm>
              <a:off x="321120" y="2825640"/>
              <a:ext cx="495720" cy="672840"/>
            </a:xfrm>
            <a:custGeom>
              <a:avLst/>
              <a:gdLst>
                <a:gd name="textAreaLeft" fmla="*/ 0 w 495720"/>
                <a:gd name="textAreaRight" fmla="*/ 496080 w 495720"/>
                <a:gd name="textAreaTop" fmla="*/ 0 h 672840"/>
                <a:gd name="textAreaBottom" fmla="*/ 673200 h 672840"/>
              </a:gdLst>
              <a:ahLst/>
              <a:cxnLst/>
              <a:rect l="textAreaLeft" t="textAreaTop" r="textAreaRight" b="textAreaBottom"/>
              <a:pathLst>
                <a:path w="9238" h="12535">
                  <a:moveTo>
                    <a:pt x="5453" y="1"/>
                  </a:moveTo>
                  <a:cubicBezTo>
                    <a:pt x="3946" y="1"/>
                    <a:pt x="1974" y="118"/>
                    <a:pt x="1391" y="561"/>
                  </a:cubicBezTo>
                  <a:cubicBezTo>
                    <a:pt x="1391" y="561"/>
                    <a:pt x="147" y="986"/>
                    <a:pt x="74" y="3079"/>
                  </a:cubicBezTo>
                  <a:cubicBezTo>
                    <a:pt x="0" y="5217"/>
                    <a:pt x="308" y="6988"/>
                    <a:pt x="308" y="6988"/>
                  </a:cubicBezTo>
                  <a:lnTo>
                    <a:pt x="425" y="11512"/>
                  </a:lnTo>
                  <a:cubicBezTo>
                    <a:pt x="425" y="11512"/>
                    <a:pt x="1856" y="12535"/>
                    <a:pt x="4313" y="12535"/>
                  </a:cubicBezTo>
                  <a:cubicBezTo>
                    <a:pt x="5666" y="12535"/>
                    <a:pt x="7330" y="12225"/>
                    <a:pt x="9238" y="11263"/>
                  </a:cubicBezTo>
                  <a:lnTo>
                    <a:pt x="8111" y="6915"/>
                  </a:lnTo>
                  <a:lnTo>
                    <a:pt x="7847" y="1820"/>
                  </a:lnTo>
                  <a:cubicBezTo>
                    <a:pt x="7847" y="1820"/>
                    <a:pt x="7759" y="195"/>
                    <a:pt x="7247" y="78"/>
                  </a:cubicBezTo>
                  <a:cubicBezTo>
                    <a:pt x="7053" y="41"/>
                    <a:pt x="6332" y="1"/>
                    <a:pt x="545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0" name="Google Shape;530;p32">
              <a:extLst>
                <a:ext uri="{FF2B5EF4-FFF2-40B4-BE49-F238E27FC236}">
                  <a16:creationId xmlns:a16="http://schemas.microsoft.com/office/drawing/2014/main" id="{4C310C9E-2D10-E4EB-1B61-339590D5F034}"/>
                </a:ext>
              </a:extLst>
            </p:cNvPr>
            <p:cNvSpPr/>
            <p:nvPr/>
          </p:nvSpPr>
          <p:spPr>
            <a:xfrm>
              <a:off x="291960" y="3402000"/>
              <a:ext cx="1007280" cy="916200"/>
            </a:xfrm>
            <a:custGeom>
              <a:avLst/>
              <a:gdLst>
                <a:gd name="textAreaLeft" fmla="*/ 0 w 1007280"/>
                <a:gd name="textAreaRight" fmla="*/ 1007640 w 1007280"/>
                <a:gd name="textAreaTop" fmla="*/ 0 h 916200"/>
                <a:gd name="textAreaBottom" fmla="*/ 916560 h 916200"/>
              </a:gdLst>
              <a:ahLst/>
              <a:cxnLst/>
              <a:rect l="textAreaLeft" t="textAreaTop" r="textAreaRight" b="textAreaBottom"/>
              <a:pathLst>
                <a:path w="18768" h="17071">
                  <a:moveTo>
                    <a:pt x="16009" y="1"/>
                  </a:moveTo>
                  <a:cubicBezTo>
                    <a:pt x="16006" y="1"/>
                    <a:pt x="16004" y="1"/>
                    <a:pt x="16002" y="1"/>
                  </a:cubicBezTo>
                  <a:cubicBezTo>
                    <a:pt x="13850" y="59"/>
                    <a:pt x="967" y="777"/>
                    <a:pt x="967" y="777"/>
                  </a:cubicBezTo>
                  <a:cubicBezTo>
                    <a:pt x="967" y="777"/>
                    <a:pt x="1" y="4642"/>
                    <a:pt x="3778" y="5403"/>
                  </a:cubicBezTo>
                  <a:cubicBezTo>
                    <a:pt x="4527" y="5553"/>
                    <a:pt x="5362" y="5609"/>
                    <a:pt x="6219" y="5609"/>
                  </a:cubicBezTo>
                  <a:cubicBezTo>
                    <a:pt x="8723" y="5609"/>
                    <a:pt x="11417" y="5130"/>
                    <a:pt x="12740" y="5130"/>
                  </a:cubicBezTo>
                  <a:cubicBezTo>
                    <a:pt x="13254" y="5130"/>
                    <a:pt x="13562" y="5203"/>
                    <a:pt x="13571" y="5403"/>
                  </a:cubicBezTo>
                  <a:cubicBezTo>
                    <a:pt x="13615" y="6296"/>
                    <a:pt x="13850" y="17071"/>
                    <a:pt x="13850" y="17071"/>
                  </a:cubicBezTo>
                  <a:lnTo>
                    <a:pt x="18256" y="17071"/>
                  </a:lnTo>
                  <a:cubicBezTo>
                    <a:pt x="18256" y="17071"/>
                    <a:pt x="18768" y="1"/>
                    <a:pt x="1600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1" name="Google Shape;531;p32">
              <a:extLst>
                <a:ext uri="{FF2B5EF4-FFF2-40B4-BE49-F238E27FC236}">
                  <a16:creationId xmlns:a16="http://schemas.microsoft.com/office/drawing/2014/main" id="{0DB8BA1B-3934-6BCB-8D96-58436453F28D}"/>
                </a:ext>
              </a:extLst>
            </p:cNvPr>
            <p:cNvSpPr/>
            <p:nvPr/>
          </p:nvSpPr>
          <p:spPr>
            <a:xfrm>
              <a:off x="675000" y="2829960"/>
              <a:ext cx="164880" cy="179640"/>
            </a:xfrm>
            <a:custGeom>
              <a:avLst/>
              <a:gdLst>
                <a:gd name="textAreaLeft" fmla="*/ 0 w 164880"/>
                <a:gd name="textAreaRight" fmla="*/ 165240 w 164880"/>
                <a:gd name="textAreaTop" fmla="*/ 0 h 179640"/>
                <a:gd name="textAreaBottom" fmla="*/ 180000 h 179640"/>
              </a:gdLst>
              <a:ahLst/>
              <a:cxnLst/>
              <a:rect l="textAreaLeft" t="textAreaTop" r="textAreaRight" b="textAreaBottom"/>
              <a:pathLst>
                <a:path w="3075" h="3353">
                  <a:moveTo>
                    <a:pt x="304" y="0"/>
                  </a:moveTo>
                  <a:cubicBezTo>
                    <a:pt x="116" y="0"/>
                    <a:pt x="0" y="15"/>
                    <a:pt x="0" y="15"/>
                  </a:cubicBezTo>
                  <a:lnTo>
                    <a:pt x="600" y="3353"/>
                  </a:lnTo>
                  <a:lnTo>
                    <a:pt x="3074" y="3206"/>
                  </a:lnTo>
                  <a:lnTo>
                    <a:pt x="3060" y="2211"/>
                  </a:lnTo>
                  <a:cubicBezTo>
                    <a:pt x="2724" y="210"/>
                    <a:pt x="1010" y="0"/>
                    <a:pt x="3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0" bIns="90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2" name="Google Shape;532;p32">
              <a:extLst>
                <a:ext uri="{FF2B5EF4-FFF2-40B4-BE49-F238E27FC236}">
                  <a16:creationId xmlns:a16="http://schemas.microsoft.com/office/drawing/2014/main" id="{73D99356-3BDE-31C4-4C5D-F5F37B274F46}"/>
                </a:ext>
              </a:extLst>
            </p:cNvPr>
            <p:cNvSpPr/>
            <p:nvPr/>
          </p:nvSpPr>
          <p:spPr>
            <a:xfrm>
              <a:off x="818640" y="3159000"/>
              <a:ext cx="174240" cy="218880"/>
            </a:xfrm>
            <a:custGeom>
              <a:avLst/>
              <a:gdLst>
                <a:gd name="textAreaLeft" fmla="*/ 0 w 174240"/>
                <a:gd name="textAreaRight" fmla="*/ 174600 w 174240"/>
                <a:gd name="textAreaTop" fmla="*/ 0 h 218880"/>
                <a:gd name="textAreaBottom" fmla="*/ 219240 h 218880"/>
              </a:gdLst>
              <a:ahLst/>
              <a:cxnLst/>
              <a:rect l="textAreaLeft" t="textAreaTop" r="textAreaRight" b="textAreaBottom"/>
              <a:pathLst>
                <a:path w="3251" h="4083">
                  <a:moveTo>
                    <a:pt x="1209" y="0"/>
                  </a:moveTo>
                  <a:cubicBezTo>
                    <a:pt x="1040" y="0"/>
                    <a:pt x="0" y="1538"/>
                    <a:pt x="0" y="1538"/>
                  </a:cubicBezTo>
                  <a:cubicBezTo>
                    <a:pt x="0" y="1538"/>
                    <a:pt x="571" y="4082"/>
                    <a:pt x="1058" y="4082"/>
                  </a:cubicBezTo>
                  <a:cubicBezTo>
                    <a:pt x="1077" y="4082"/>
                    <a:pt x="1095" y="4078"/>
                    <a:pt x="1113" y="4071"/>
                  </a:cubicBezTo>
                  <a:cubicBezTo>
                    <a:pt x="1113" y="4071"/>
                    <a:pt x="2899" y="3002"/>
                    <a:pt x="3001" y="2783"/>
                  </a:cubicBezTo>
                  <a:cubicBezTo>
                    <a:pt x="3035" y="2710"/>
                    <a:pt x="2952" y="2685"/>
                    <a:pt x="2827" y="2685"/>
                  </a:cubicBezTo>
                  <a:cubicBezTo>
                    <a:pt x="2575" y="2685"/>
                    <a:pt x="2152" y="2783"/>
                    <a:pt x="2152" y="2783"/>
                  </a:cubicBezTo>
                  <a:cubicBezTo>
                    <a:pt x="2152" y="2783"/>
                    <a:pt x="3089" y="2461"/>
                    <a:pt x="3177" y="2241"/>
                  </a:cubicBezTo>
                  <a:cubicBezTo>
                    <a:pt x="3206" y="2168"/>
                    <a:pt x="3074" y="2144"/>
                    <a:pt x="2886" y="2144"/>
                  </a:cubicBezTo>
                  <a:cubicBezTo>
                    <a:pt x="2508" y="2144"/>
                    <a:pt x="1903" y="2241"/>
                    <a:pt x="1903" y="2241"/>
                  </a:cubicBezTo>
                  <a:cubicBezTo>
                    <a:pt x="1903" y="2241"/>
                    <a:pt x="3250" y="1948"/>
                    <a:pt x="3192" y="1656"/>
                  </a:cubicBezTo>
                  <a:cubicBezTo>
                    <a:pt x="3163" y="1543"/>
                    <a:pt x="2925" y="1508"/>
                    <a:pt x="2643" y="1508"/>
                  </a:cubicBezTo>
                  <a:cubicBezTo>
                    <a:pt x="2191" y="1508"/>
                    <a:pt x="1625" y="1597"/>
                    <a:pt x="1625" y="1597"/>
                  </a:cubicBezTo>
                  <a:cubicBezTo>
                    <a:pt x="1625" y="1597"/>
                    <a:pt x="3162" y="1231"/>
                    <a:pt x="3148" y="909"/>
                  </a:cubicBezTo>
                  <a:cubicBezTo>
                    <a:pt x="3140" y="824"/>
                    <a:pt x="3006" y="792"/>
                    <a:pt x="2809" y="792"/>
                  </a:cubicBezTo>
                  <a:cubicBezTo>
                    <a:pt x="2226" y="792"/>
                    <a:pt x="1098" y="1070"/>
                    <a:pt x="1098" y="1070"/>
                  </a:cubicBezTo>
                  <a:cubicBezTo>
                    <a:pt x="1464" y="572"/>
                    <a:pt x="1362" y="60"/>
                    <a:pt x="1215" y="1"/>
                  </a:cubicBezTo>
                  <a:cubicBezTo>
                    <a:pt x="1213" y="1"/>
                    <a:pt x="1211" y="0"/>
                    <a:pt x="1209" y="0"/>
                  </a:cubicBezTo>
                  <a:close/>
                </a:path>
              </a:pathLst>
            </a:custGeom>
            <a:solidFill>
              <a:srgbClr val="AC503B"/>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3" name="Google Shape;533;p32">
              <a:extLst>
                <a:ext uri="{FF2B5EF4-FFF2-40B4-BE49-F238E27FC236}">
                  <a16:creationId xmlns:a16="http://schemas.microsoft.com/office/drawing/2014/main" id="{04D0F360-FB7F-291F-B0FC-0B78277DBDD0}"/>
                </a:ext>
              </a:extLst>
            </p:cNvPr>
            <p:cNvSpPr/>
            <p:nvPr/>
          </p:nvSpPr>
          <p:spPr>
            <a:xfrm>
              <a:off x="354960" y="3685680"/>
              <a:ext cx="518400" cy="74520"/>
            </a:xfrm>
            <a:custGeom>
              <a:avLst/>
              <a:gdLst>
                <a:gd name="textAreaLeft" fmla="*/ 0 w 518400"/>
                <a:gd name="textAreaRight" fmla="*/ 518760 w 518400"/>
                <a:gd name="textAreaTop" fmla="*/ 0 h 74520"/>
                <a:gd name="textAreaBottom" fmla="*/ 74880 h 74520"/>
              </a:gdLst>
              <a:ahLst/>
              <a:cxnLst/>
              <a:rect l="textAreaLeft" t="textAreaTop" r="textAreaRight" b="textAreaBottom"/>
              <a:pathLst>
                <a:path w="9663" h="1392">
                  <a:moveTo>
                    <a:pt x="9663" y="1"/>
                  </a:moveTo>
                  <a:lnTo>
                    <a:pt x="1" y="425"/>
                  </a:lnTo>
                  <a:lnTo>
                    <a:pt x="220" y="1391"/>
                  </a:lnTo>
                  <a:lnTo>
                    <a:pt x="9473" y="908"/>
                  </a:lnTo>
                  <a:lnTo>
                    <a:pt x="9663"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4" name="Google Shape;534;p32">
              <a:extLst>
                <a:ext uri="{FF2B5EF4-FFF2-40B4-BE49-F238E27FC236}">
                  <a16:creationId xmlns:a16="http://schemas.microsoft.com/office/drawing/2014/main" id="{D7CA4825-F9D9-C97C-E672-325DA6636F97}"/>
                </a:ext>
              </a:extLst>
            </p:cNvPr>
            <p:cNvSpPr/>
            <p:nvPr/>
          </p:nvSpPr>
          <p:spPr>
            <a:xfrm>
              <a:off x="384120" y="3743280"/>
              <a:ext cx="50040" cy="612720"/>
            </a:xfrm>
            <a:custGeom>
              <a:avLst/>
              <a:gdLst>
                <a:gd name="textAreaLeft" fmla="*/ 0 w 50040"/>
                <a:gd name="textAreaRight" fmla="*/ 50400 w 50040"/>
                <a:gd name="textAreaTop" fmla="*/ 0 h 612720"/>
                <a:gd name="textAreaBottom" fmla="*/ 613080 h 612720"/>
              </a:gdLst>
              <a:ahLst/>
              <a:cxnLst/>
              <a:rect l="textAreaLeft" t="textAreaTop" r="textAreaRight" b="textAreaBottom"/>
              <a:pathLst>
                <a:path w="938" h="11420">
                  <a:moveTo>
                    <a:pt x="484" y="0"/>
                  </a:moveTo>
                  <a:lnTo>
                    <a:pt x="1" y="30"/>
                  </a:lnTo>
                  <a:lnTo>
                    <a:pt x="630" y="11419"/>
                  </a:lnTo>
                  <a:lnTo>
                    <a:pt x="937" y="11419"/>
                  </a:lnTo>
                  <a:lnTo>
                    <a:pt x="4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5" name="Google Shape;535;p32">
              <a:extLst>
                <a:ext uri="{FF2B5EF4-FFF2-40B4-BE49-F238E27FC236}">
                  <a16:creationId xmlns:a16="http://schemas.microsoft.com/office/drawing/2014/main" id="{BC463194-A04D-92F2-A37F-DE23709D8670}"/>
                </a:ext>
              </a:extLst>
            </p:cNvPr>
            <p:cNvSpPr/>
            <p:nvPr/>
          </p:nvSpPr>
          <p:spPr>
            <a:xfrm>
              <a:off x="831960" y="3725280"/>
              <a:ext cx="24120" cy="613800"/>
            </a:xfrm>
            <a:custGeom>
              <a:avLst/>
              <a:gdLst>
                <a:gd name="textAreaLeft" fmla="*/ 0 w 24120"/>
                <a:gd name="textAreaRight" fmla="*/ 24480 w 24120"/>
                <a:gd name="textAreaTop" fmla="*/ 0 h 613800"/>
                <a:gd name="textAreaBottom" fmla="*/ 614160 h 613800"/>
              </a:gdLst>
              <a:ahLst/>
              <a:cxnLst/>
              <a:rect l="textAreaLeft" t="textAreaTop" r="textAreaRight" b="textAreaBottom"/>
              <a:pathLst>
                <a:path w="454" h="11435">
                  <a:moveTo>
                    <a:pt x="454" y="1"/>
                  </a:moveTo>
                  <a:lnTo>
                    <a:pt x="0" y="30"/>
                  </a:lnTo>
                  <a:lnTo>
                    <a:pt x="44" y="11420"/>
                  </a:lnTo>
                  <a:lnTo>
                    <a:pt x="366" y="11434"/>
                  </a:lnTo>
                  <a:lnTo>
                    <a:pt x="454"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6" name="Google Shape;536;p32">
              <a:extLst>
                <a:ext uri="{FF2B5EF4-FFF2-40B4-BE49-F238E27FC236}">
                  <a16:creationId xmlns:a16="http://schemas.microsoft.com/office/drawing/2014/main" id="{C865C005-E497-5258-56AF-79FE2CCFB730}"/>
                </a:ext>
              </a:extLst>
            </p:cNvPr>
            <p:cNvSpPr/>
            <p:nvPr/>
          </p:nvSpPr>
          <p:spPr>
            <a:xfrm>
              <a:off x="410040" y="3726720"/>
              <a:ext cx="434520" cy="391320"/>
            </a:xfrm>
            <a:custGeom>
              <a:avLst/>
              <a:gdLst>
                <a:gd name="textAreaLeft" fmla="*/ 0 w 434520"/>
                <a:gd name="textAreaRight" fmla="*/ 434880 w 434520"/>
                <a:gd name="textAreaTop" fmla="*/ 0 h 391320"/>
                <a:gd name="textAreaBottom" fmla="*/ 391680 h 391320"/>
              </a:gdLst>
              <a:ahLst/>
              <a:cxnLst/>
              <a:rect l="textAreaLeft" t="textAreaTop" r="textAreaRight" b="textAreaBottom"/>
              <a:pathLst>
                <a:path w="8097" h="7292">
                  <a:moveTo>
                    <a:pt x="7847" y="1"/>
                  </a:moveTo>
                  <a:lnTo>
                    <a:pt x="1" y="6808"/>
                  </a:lnTo>
                  <a:lnTo>
                    <a:pt x="1" y="7291"/>
                  </a:lnTo>
                  <a:lnTo>
                    <a:pt x="8096" y="191"/>
                  </a:lnTo>
                  <a:lnTo>
                    <a:pt x="7847"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7" name="Google Shape;537;p32">
              <a:extLst>
                <a:ext uri="{FF2B5EF4-FFF2-40B4-BE49-F238E27FC236}">
                  <a16:creationId xmlns:a16="http://schemas.microsoft.com/office/drawing/2014/main" id="{E3EB87F7-9118-BE37-805C-F5C59C5CF36A}"/>
                </a:ext>
              </a:extLst>
            </p:cNvPr>
            <p:cNvSpPr/>
            <p:nvPr/>
          </p:nvSpPr>
          <p:spPr>
            <a:xfrm>
              <a:off x="403560" y="3743280"/>
              <a:ext cx="450000" cy="374760"/>
            </a:xfrm>
            <a:custGeom>
              <a:avLst/>
              <a:gdLst>
                <a:gd name="textAreaLeft" fmla="*/ 0 w 450000"/>
                <a:gd name="textAreaRight" fmla="*/ 450360 w 450000"/>
                <a:gd name="textAreaTop" fmla="*/ 0 h 374760"/>
                <a:gd name="textAreaBottom" fmla="*/ 375120 h 374760"/>
              </a:gdLst>
              <a:ahLst/>
              <a:cxnLst/>
              <a:rect l="textAreaLeft" t="textAreaTop" r="textAreaRight" b="textAreaBottom"/>
              <a:pathLst>
                <a:path w="8389" h="6984">
                  <a:moveTo>
                    <a:pt x="235" y="0"/>
                  </a:moveTo>
                  <a:lnTo>
                    <a:pt x="0" y="220"/>
                  </a:lnTo>
                  <a:lnTo>
                    <a:pt x="8316" y="6983"/>
                  </a:lnTo>
                  <a:lnTo>
                    <a:pt x="8389" y="6705"/>
                  </a:lnTo>
                  <a:lnTo>
                    <a:pt x="235"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8" name="Google Shape;538;p32">
              <a:extLst>
                <a:ext uri="{FF2B5EF4-FFF2-40B4-BE49-F238E27FC236}">
                  <a16:creationId xmlns:a16="http://schemas.microsoft.com/office/drawing/2014/main" id="{B5913DA7-28E5-5A66-B9A5-12A19A5D54D4}"/>
                </a:ext>
              </a:extLst>
            </p:cNvPr>
            <p:cNvSpPr/>
            <p:nvPr/>
          </p:nvSpPr>
          <p:spPr>
            <a:xfrm>
              <a:off x="515880" y="2822040"/>
              <a:ext cx="158400" cy="258120"/>
            </a:xfrm>
            <a:custGeom>
              <a:avLst/>
              <a:gdLst>
                <a:gd name="textAreaLeft" fmla="*/ 0 w 158400"/>
                <a:gd name="textAreaRight" fmla="*/ 158760 w 158400"/>
                <a:gd name="textAreaTop" fmla="*/ 0 h 258120"/>
                <a:gd name="textAreaBottom" fmla="*/ 258480 h 258120"/>
              </a:gdLst>
              <a:ahLst/>
              <a:cxnLst/>
              <a:rect l="textAreaLeft" t="textAreaTop" r="textAreaRight" b="textAreaBottom"/>
              <a:pathLst>
                <a:path w="2954" h="4813">
                  <a:moveTo>
                    <a:pt x="1619" y="1"/>
                  </a:moveTo>
                  <a:cubicBezTo>
                    <a:pt x="1182" y="1"/>
                    <a:pt x="640" y="40"/>
                    <a:pt x="1" y="157"/>
                  </a:cubicBezTo>
                  <a:lnTo>
                    <a:pt x="2197" y="4812"/>
                  </a:lnTo>
                  <a:lnTo>
                    <a:pt x="2943" y="157"/>
                  </a:lnTo>
                  <a:cubicBezTo>
                    <a:pt x="2953" y="157"/>
                    <a:pt x="2495" y="1"/>
                    <a:pt x="1619"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9" name="Google Shape;539;p32">
              <a:extLst>
                <a:ext uri="{FF2B5EF4-FFF2-40B4-BE49-F238E27FC236}">
                  <a16:creationId xmlns:a16="http://schemas.microsoft.com/office/drawing/2014/main" id="{B74A0076-F25D-B57D-5FB3-47A493F756B5}"/>
                </a:ext>
              </a:extLst>
            </p:cNvPr>
            <p:cNvSpPr/>
            <p:nvPr/>
          </p:nvSpPr>
          <p:spPr>
            <a:xfrm>
              <a:off x="504360" y="2538000"/>
              <a:ext cx="269280" cy="341640"/>
            </a:xfrm>
            <a:custGeom>
              <a:avLst/>
              <a:gdLst>
                <a:gd name="textAreaLeft" fmla="*/ 0 w 269280"/>
                <a:gd name="textAreaRight" fmla="*/ 269640 w 269280"/>
                <a:gd name="textAreaTop" fmla="*/ 0 h 341640"/>
                <a:gd name="textAreaBottom" fmla="*/ 342000 h 341640"/>
              </a:gdLst>
              <a:ahLst/>
              <a:cxnLst/>
              <a:rect l="textAreaLeft" t="textAreaTop" r="textAreaRight" b="textAreaBottom"/>
              <a:pathLst>
                <a:path w="5022" h="6367">
                  <a:moveTo>
                    <a:pt x="2647" y="1"/>
                  </a:moveTo>
                  <a:cubicBezTo>
                    <a:pt x="1375" y="1"/>
                    <a:pt x="1333" y="587"/>
                    <a:pt x="1333" y="587"/>
                  </a:cubicBezTo>
                  <a:lnTo>
                    <a:pt x="1333" y="1597"/>
                  </a:lnTo>
                  <a:cubicBezTo>
                    <a:pt x="1333" y="1597"/>
                    <a:pt x="997" y="1358"/>
                    <a:pt x="679" y="1358"/>
                  </a:cubicBezTo>
                  <a:cubicBezTo>
                    <a:pt x="445" y="1358"/>
                    <a:pt x="221" y="1487"/>
                    <a:pt x="147" y="1933"/>
                  </a:cubicBezTo>
                  <a:cubicBezTo>
                    <a:pt x="0" y="2739"/>
                    <a:pt x="776" y="2900"/>
                    <a:pt x="776" y="2900"/>
                  </a:cubicBezTo>
                  <a:lnTo>
                    <a:pt x="601" y="5257"/>
                  </a:lnTo>
                  <a:cubicBezTo>
                    <a:pt x="586" y="5564"/>
                    <a:pt x="674" y="5886"/>
                    <a:pt x="893" y="6106"/>
                  </a:cubicBezTo>
                  <a:cubicBezTo>
                    <a:pt x="1096" y="6297"/>
                    <a:pt x="1326" y="6366"/>
                    <a:pt x="1555" y="6366"/>
                  </a:cubicBezTo>
                  <a:cubicBezTo>
                    <a:pt x="1904" y="6366"/>
                    <a:pt x="2250" y="6203"/>
                    <a:pt x="2489" y="6062"/>
                  </a:cubicBezTo>
                  <a:cubicBezTo>
                    <a:pt x="2665" y="5930"/>
                    <a:pt x="2782" y="5754"/>
                    <a:pt x="2782" y="5535"/>
                  </a:cubicBezTo>
                  <a:lnTo>
                    <a:pt x="2782" y="4905"/>
                  </a:lnTo>
                  <a:lnTo>
                    <a:pt x="3631" y="4905"/>
                  </a:lnTo>
                  <a:cubicBezTo>
                    <a:pt x="5022" y="4832"/>
                    <a:pt x="4787" y="396"/>
                    <a:pt x="4787" y="396"/>
                  </a:cubicBezTo>
                  <a:cubicBezTo>
                    <a:pt x="4787" y="57"/>
                    <a:pt x="4135" y="45"/>
                    <a:pt x="4038" y="45"/>
                  </a:cubicBezTo>
                  <a:cubicBezTo>
                    <a:pt x="4030" y="45"/>
                    <a:pt x="4026" y="45"/>
                    <a:pt x="4026" y="45"/>
                  </a:cubicBezTo>
                  <a:lnTo>
                    <a:pt x="2694" y="1"/>
                  </a:lnTo>
                  <a:cubicBezTo>
                    <a:pt x="2678" y="1"/>
                    <a:pt x="2662" y="1"/>
                    <a:pt x="2647" y="1"/>
                  </a:cubicBezTo>
                  <a:close/>
                </a:path>
              </a:pathLst>
            </a:custGeom>
            <a:solidFill>
              <a:srgbClr val="AC503B"/>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0" name="Google Shape;540;p32">
              <a:extLst>
                <a:ext uri="{FF2B5EF4-FFF2-40B4-BE49-F238E27FC236}">
                  <a16:creationId xmlns:a16="http://schemas.microsoft.com/office/drawing/2014/main" id="{56306B32-6BDC-2AEA-655C-83A42445F22E}"/>
                </a:ext>
              </a:extLst>
            </p:cNvPr>
            <p:cNvSpPr/>
            <p:nvPr/>
          </p:nvSpPr>
          <p:spPr>
            <a:xfrm>
              <a:off x="705600" y="2650680"/>
              <a:ext cx="12960" cy="70560"/>
            </a:xfrm>
            <a:custGeom>
              <a:avLst/>
              <a:gdLst>
                <a:gd name="textAreaLeft" fmla="*/ 0 w 12960"/>
                <a:gd name="textAreaRight" fmla="*/ 13320 w 12960"/>
                <a:gd name="textAreaTop" fmla="*/ 0 h 70560"/>
                <a:gd name="textAreaBottom" fmla="*/ 70920 h 70560"/>
              </a:gdLst>
              <a:ahLst/>
              <a:cxnLst/>
              <a:rect l="textAreaLeft" t="textAreaTop" r="textAreaRight" b="textAreaBottom"/>
              <a:pathLst>
                <a:path w="249" h="1319">
                  <a:moveTo>
                    <a:pt x="205" y="0"/>
                  </a:moveTo>
                  <a:cubicBezTo>
                    <a:pt x="161" y="0"/>
                    <a:pt x="146" y="308"/>
                    <a:pt x="161" y="732"/>
                  </a:cubicBezTo>
                  <a:cubicBezTo>
                    <a:pt x="161" y="908"/>
                    <a:pt x="205" y="1113"/>
                    <a:pt x="146" y="1201"/>
                  </a:cubicBezTo>
                  <a:cubicBezTo>
                    <a:pt x="132" y="1245"/>
                    <a:pt x="88" y="1274"/>
                    <a:pt x="59" y="1274"/>
                  </a:cubicBezTo>
                  <a:cubicBezTo>
                    <a:pt x="15" y="1303"/>
                    <a:pt x="0" y="1303"/>
                    <a:pt x="0" y="1303"/>
                  </a:cubicBezTo>
                  <a:cubicBezTo>
                    <a:pt x="0" y="1303"/>
                    <a:pt x="15" y="1318"/>
                    <a:pt x="59" y="1318"/>
                  </a:cubicBezTo>
                  <a:cubicBezTo>
                    <a:pt x="88" y="1318"/>
                    <a:pt x="146" y="1274"/>
                    <a:pt x="205" y="1230"/>
                  </a:cubicBezTo>
                  <a:cubicBezTo>
                    <a:pt x="234" y="1172"/>
                    <a:pt x="249" y="1084"/>
                    <a:pt x="249" y="981"/>
                  </a:cubicBezTo>
                  <a:lnTo>
                    <a:pt x="249" y="718"/>
                  </a:lnTo>
                  <a:cubicBezTo>
                    <a:pt x="249" y="323"/>
                    <a:pt x="220" y="0"/>
                    <a:pt x="2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1" name="Google Shape;541;p32">
              <a:extLst>
                <a:ext uri="{FF2B5EF4-FFF2-40B4-BE49-F238E27FC236}">
                  <a16:creationId xmlns:a16="http://schemas.microsoft.com/office/drawing/2014/main" id="{2FC38A68-19FC-3E9E-35DB-3E95710E953D}"/>
                </a:ext>
              </a:extLst>
            </p:cNvPr>
            <p:cNvSpPr/>
            <p:nvPr/>
          </p:nvSpPr>
          <p:spPr>
            <a:xfrm>
              <a:off x="663120" y="2652120"/>
              <a:ext cx="4320" cy="17640"/>
            </a:xfrm>
            <a:custGeom>
              <a:avLst/>
              <a:gdLst>
                <a:gd name="textAreaLeft" fmla="*/ 0 w 4320"/>
                <a:gd name="textAreaRight" fmla="*/ 4680 w 4320"/>
                <a:gd name="textAreaTop" fmla="*/ 0 h 17640"/>
                <a:gd name="textAreaBottom" fmla="*/ 18000 h 17640"/>
              </a:gdLst>
              <a:ahLst/>
              <a:cxnLst/>
              <a:rect l="textAreaLeft" t="textAreaTop" r="textAreaRight" b="textAreaBottom"/>
              <a:pathLst>
                <a:path w="89" h="338">
                  <a:moveTo>
                    <a:pt x="44" y="1"/>
                  </a:moveTo>
                  <a:cubicBezTo>
                    <a:pt x="15" y="1"/>
                    <a:pt x="1" y="74"/>
                    <a:pt x="1" y="176"/>
                  </a:cubicBezTo>
                  <a:cubicBezTo>
                    <a:pt x="1" y="264"/>
                    <a:pt x="44" y="337"/>
                    <a:pt x="59" y="337"/>
                  </a:cubicBezTo>
                  <a:cubicBezTo>
                    <a:pt x="74" y="337"/>
                    <a:pt x="88" y="264"/>
                    <a:pt x="88" y="176"/>
                  </a:cubicBezTo>
                  <a:cubicBezTo>
                    <a:pt x="88" y="74"/>
                    <a:pt x="59" y="1"/>
                    <a:pt x="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2" name="Google Shape;542;p32">
              <a:extLst>
                <a:ext uri="{FF2B5EF4-FFF2-40B4-BE49-F238E27FC236}">
                  <a16:creationId xmlns:a16="http://schemas.microsoft.com/office/drawing/2014/main" id="{7181A998-2BB2-D70B-2448-3F382B59BA49}"/>
                </a:ext>
              </a:extLst>
            </p:cNvPr>
            <p:cNvSpPr/>
            <p:nvPr/>
          </p:nvSpPr>
          <p:spPr>
            <a:xfrm>
              <a:off x="740160" y="2650680"/>
              <a:ext cx="4320" cy="16920"/>
            </a:xfrm>
            <a:custGeom>
              <a:avLst/>
              <a:gdLst>
                <a:gd name="textAreaLeft" fmla="*/ 0 w 4320"/>
                <a:gd name="textAreaRight" fmla="*/ 4680 w 4320"/>
                <a:gd name="textAreaTop" fmla="*/ 0 h 16920"/>
                <a:gd name="textAreaBottom" fmla="*/ 17280 h 16920"/>
              </a:gdLst>
              <a:ahLst/>
              <a:cxnLst/>
              <a:rect l="textAreaLeft" t="textAreaTop" r="textAreaRight" b="textAreaBottom"/>
              <a:pathLst>
                <a:path w="89" h="323">
                  <a:moveTo>
                    <a:pt x="29" y="0"/>
                  </a:moveTo>
                  <a:cubicBezTo>
                    <a:pt x="15" y="0"/>
                    <a:pt x="0" y="74"/>
                    <a:pt x="0" y="162"/>
                  </a:cubicBezTo>
                  <a:cubicBezTo>
                    <a:pt x="0" y="249"/>
                    <a:pt x="29" y="323"/>
                    <a:pt x="44" y="323"/>
                  </a:cubicBezTo>
                  <a:cubicBezTo>
                    <a:pt x="73" y="323"/>
                    <a:pt x="88" y="249"/>
                    <a:pt x="88" y="162"/>
                  </a:cubicBezTo>
                  <a:cubicBezTo>
                    <a:pt x="88" y="74"/>
                    <a:pt x="44" y="0"/>
                    <a:pt x="2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3" name="Google Shape;543;p32">
              <a:extLst>
                <a:ext uri="{FF2B5EF4-FFF2-40B4-BE49-F238E27FC236}">
                  <a16:creationId xmlns:a16="http://schemas.microsoft.com/office/drawing/2014/main" id="{58EBFD84-850F-ACF1-78F5-B49A6818E4B5}"/>
                </a:ext>
              </a:extLst>
            </p:cNvPr>
            <p:cNvSpPr/>
            <p:nvPr/>
          </p:nvSpPr>
          <p:spPr>
            <a:xfrm>
              <a:off x="535680" y="2632320"/>
              <a:ext cx="34920" cy="46800"/>
            </a:xfrm>
            <a:custGeom>
              <a:avLst/>
              <a:gdLst>
                <a:gd name="textAreaLeft" fmla="*/ 0 w 34920"/>
                <a:gd name="textAreaRight" fmla="*/ 35280 w 34920"/>
                <a:gd name="textAreaTop" fmla="*/ 0 h 46800"/>
                <a:gd name="textAreaBottom" fmla="*/ 47160 h 46800"/>
              </a:gdLst>
              <a:ahLst/>
              <a:cxnLst/>
              <a:rect l="textAreaLeft" t="textAreaTop" r="textAreaRight" b="textAreaBottom"/>
              <a:pathLst>
                <a:path w="660" h="880">
                  <a:moveTo>
                    <a:pt x="74" y="1"/>
                  </a:moveTo>
                  <a:cubicBezTo>
                    <a:pt x="74" y="15"/>
                    <a:pt x="118" y="45"/>
                    <a:pt x="221" y="89"/>
                  </a:cubicBezTo>
                  <a:cubicBezTo>
                    <a:pt x="281" y="129"/>
                    <a:pt x="348" y="182"/>
                    <a:pt x="407" y="269"/>
                  </a:cubicBezTo>
                  <a:lnTo>
                    <a:pt x="407" y="269"/>
                  </a:lnTo>
                  <a:cubicBezTo>
                    <a:pt x="387" y="260"/>
                    <a:pt x="364" y="253"/>
                    <a:pt x="338" y="250"/>
                  </a:cubicBezTo>
                  <a:cubicBezTo>
                    <a:pt x="316" y="241"/>
                    <a:pt x="295" y="238"/>
                    <a:pt x="274" y="238"/>
                  </a:cubicBezTo>
                  <a:cubicBezTo>
                    <a:pt x="224" y="238"/>
                    <a:pt x="178" y="258"/>
                    <a:pt x="147" y="279"/>
                  </a:cubicBezTo>
                  <a:cubicBezTo>
                    <a:pt x="89" y="323"/>
                    <a:pt x="45" y="367"/>
                    <a:pt x="30" y="425"/>
                  </a:cubicBezTo>
                  <a:cubicBezTo>
                    <a:pt x="1" y="542"/>
                    <a:pt x="30" y="645"/>
                    <a:pt x="89" y="718"/>
                  </a:cubicBezTo>
                  <a:cubicBezTo>
                    <a:pt x="177" y="865"/>
                    <a:pt x="294" y="879"/>
                    <a:pt x="294" y="879"/>
                  </a:cubicBezTo>
                  <a:cubicBezTo>
                    <a:pt x="294" y="865"/>
                    <a:pt x="191" y="806"/>
                    <a:pt x="147" y="703"/>
                  </a:cubicBezTo>
                  <a:cubicBezTo>
                    <a:pt x="103" y="630"/>
                    <a:pt x="89" y="557"/>
                    <a:pt x="118" y="455"/>
                  </a:cubicBezTo>
                  <a:cubicBezTo>
                    <a:pt x="144" y="378"/>
                    <a:pt x="214" y="335"/>
                    <a:pt x="290" y="335"/>
                  </a:cubicBezTo>
                  <a:cubicBezTo>
                    <a:pt x="301" y="335"/>
                    <a:pt x="312" y="336"/>
                    <a:pt x="323" y="337"/>
                  </a:cubicBezTo>
                  <a:cubicBezTo>
                    <a:pt x="383" y="349"/>
                    <a:pt x="432" y="371"/>
                    <a:pt x="480" y="402"/>
                  </a:cubicBezTo>
                  <a:lnTo>
                    <a:pt x="480" y="402"/>
                  </a:lnTo>
                  <a:cubicBezTo>
                    <a:pt x="482" y="405"/>
                    <a:pt x="483" y="408"/>
                    <a:pt x="484" y="411"/>
                  </a:cubicBezTo>
                  <a:lnTo>
                    <a:pt x="488" y="407"/>
                  </a:lnTo>
                  <a:lnTo>
                    <a:pt x="488" y="407"/>
                  </a:lnTo>
                  <a:cubicBezTo>
                    <a:pt x="497" y="413"/>
                    <a:pt x="505" y="419"/>
                    <a:pt x="513" y="425"/>
                  </a:cubicBezTo>
                  <a:lnTo>
                    <a:pt x="660" y="513"/>
                  </a:lnTo>
                  <a:lnTo>
                    <a:pt x="587" y="367"/>
                  </a:lnTo>
                  <a:cubicBezTo>
                    <a:pt x="484" y="191"/>
                    <a:pt x="367" y="89"/>
                    <a:pt x="250" y="45"/>
                  </a:cubicBezTo>
                  <a:cubicBezTo>
                    <a:pt x="147" y="1"/>
                    <a:pt x="74" y="1"/>
                    <a:pt x="7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4" name="Google Shape;544;p32">
              <a:extLst>
                <a:ext uri="{FF2B5EF4-FFF2-40B4-BE49-F238E27FC236}">
                  <a16:creationId xmlns:a16="http://schemas.microsoft.com/office/drawing/2014/main" id="{96446463-C0EF-25AB-021C-8B238665B007}"/>
                </a:ext>
              </a:extLst>
            </p:cNvPr>
            <p:cNvSpPr/>
            <p:nvPr/>
          </p:nvSpPr>
          <p:spPr>
            <a:xfrm>
              <a:off x="568800" y="2528280"/>
              <a:ext cx="212760" cy="96840"/>
            </a:xfrm>
            <a:custGeom>
              <a:avLst/>
              <a:gdLst>
                <a:gd name="textAreaLeft" fmla="*/ 0 w 212760"/>
                <a:gd name="textAreaRight" fmla="*/ 213120 w 212760"/>
                <a:gd name="textAreaTop" fmla="*/ 0 h 96840"/>
                <a:gd name="textAreaBottom" fmla="*/ 97200 h 96840"/>
              </a:gdLst>
              <a:ahLst/>
              <a:cxnLst/>
              <a:rect l="textAreaLeft" t="textAreaTop" r="textAreaRight" b="textAreaBottom"/>
              <a:pathLst>
                <a:path w="3969" h="1812">
                  <a:moveTo>
                    <a:pt x="2068" y="0"/>
                  </a:moveTo>
                  <a:cubicBezTo>
                    <a:pt x="1112" y="0"/>
                    <a:pt x="374" y="160"/>
                    <a:pt x="133" y="389"/>
                  </a:cubicBezTo>
                  <a:cubicBezTo>
                    <a:pt x="1" y="521"/>
                    <a:pt x="74" y="1794"/>
                    <a:pt x="74" y="1794"/>
                  </a:cubicBezTo>
                  <a:cubicBezTo>
                    <a:pt x="112" y="1806"/>
                    <a:pt x="159" y="1811"/>
                    <a:pt x="213" y="1811"/>
                  </a:cubicBezTo>
                  <a:cubicBezTo>
                    <a:pt x="491" y="1811"/>
                    <a:pt x="923" y="1677"/>
                    <a:pt x="923" y="1677"/>
                  </a:cubicBezTo>
                  <a:cubicBezTo>
                    <a:pt x="1187" y="1560"/>
                    <a:pt x="1392" y="1267"/>
                    <a:pt x="1377" y="975"/>
                  </a:cubicBezTo>
                  <a:lnTo>
                    <a:pt x="1377" y="975"/>
                  </a:lnTo>
                  <a:cubicBezTo>
                    <a:pt x="1405" y="1294"/>
                    <a:pt x="1696" y="1548"/>
                    <a:pt x="2001" y="1548"/>
                  </a:cubicBezTo>
                  <a:cubicBezTo>
                    <a:pt x="2017" y="1548"/>
                    <a:pt x="2034" y="1547"/>
                    <a:pt x="2050" y="1546"/>
                  </a:cubicBezTo>
                  <a:cubicBezTo>
                    <a:pt x="2387" y="1502"/>
                    <a:pt x="2651" y="1194"/>
                    <a:pt x="2621" y="872"/>
                  </a:cubicBezTo>
                  <a:lnTo>
                    <a:pt x="2621" y="872"/>
                  </a:lnTo>
                  <a:cubicBezTo>
                    <a:pt x="2709" y="1062"/>
                    <a:pt x="2826" y="1311"/>
                    <a:pt x="3046" y="1399"/>
                  </a:cubicBezTo>
                  <a:cubicBezTo>
                    <a:pt x="3093" y="1417"/>
                    <a:pt x="3143" y="1425"/>
                    <a:pt x="3193" y="1425"/>
                  </a:cubicBezTo>
                  <a:cubicBezTo>
                    <a:pt x="3391" y="1425"/>
                    <a:pt x="3599" y="1296"/>
                    <a:pt x="3705" y="1121"/>
                  </a:cubicBezTo>
                  <a:cubicBezTo>
                    <a:pt x="3822" y="916"/>
                    <a:pt x="3851" y="653"/>
                    <a:pt x="3807" y="389"/>
                  </a:cubicBezTo>
                  <a:cubicBezTo>
                    <a:pt x="3807" y="389"/>
                    <a:pt x="3968" y="111"/>
                    <a:pt x="2709" y="23"/>
                  </a:cubicBezTo>
                  <a:cubicBezTo>
                    <a:pt x="2487" y="8"/>
                    <a:pt x="2273" y="0"/>
                    <a:pt x="206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5" name="Google Shape;545;p32">
              <a:extLst>
                <a:ext uri="{FF2B5EF4-FFF2-40B4-BE49-F238E27FC236}">
                  <a16:creationId xmlns:a16="http://schemas.microsoft.com/office/drawing/2014/main" id="{DF4B0A60-40E1-B3F8-B060-40E76124FE40}"/>
                </a:ext>
              </a:extLst>
            </p:cNvPr>
            <p:cNvSpPr/>
            <p:nvPr/>
          </p:nvSpPr>
          <p:spPr>
            <a:xfrm>
              <a:off x="655920" y="2718720"/>
              <a:ext cx="87840" cy="23400"/>
            </a:xfrm>
            <a:custGeom>
              <a:avLst/>
              <a:gdLst>
                <a:gd name="textAreaLeft" fmla="*/ 0 w 87840"/>
                <a:gd name="textAreaRight" fmla="*/ 88200 w 87840"/>
                <a:gd name="textAreaTop" fmla="*/ 0 h 23400"/>
                <a:gd name="textAreaBottom" fmla="*/ 23760 h 23400"/>
              </a:gdLst>
              <a:ahLst/>
              <a:cxnLst/>
              <a:rect l="textAreaLeft" t="textAreaTop" r="textAreaRight" b="textAreaBottom"/>
              <a:pathLst>
                <a:path w="1641" h="443">
                  <a:moveTo>
                    <a:pt x="1078" y="1"/>
                  </a:moveTo>
                  <a:cubicBezTo>
                    <a:pt x="851" y="1"/>
                    <a:pt x="606" y="55"/>
                    <a:pt x="396" y="120"/>
                  </a:cubicBezTo>
                  <a:lnTo>
                    <a:pt x="479" y="116"/>
                  </a:lnTo>
                  <a:lnTo>
                    <a:pt x="479" y="116"/>
                  </a:lnTo>
                  <a:cubicBezTo>
                    <a:pt x="284" y="156"/>
                    <a:pt x="107" y="272"/>
                    <a:pt x="1" y="442"/>
                  </a:cubicBezTo>
                  <a:cubicBezTo>
                    <a:pt x="557" y="442"/>
                    <a:pt x="1084" y="413"/>
                    <a:pt x="1640" y="340"/>
                  </a:cubicBezTo>
                  <a:cubicBezTo>
                    <a:pt x="1640" y="223"/>
                    <a:pt x="1567" y="135"/>
                    <a:pt x="1465" y="76"/>
                  </a:cubicBezTo>
                  <a:cubicBezTo>
                    <a:pt x="1377" y="32"/>
                    <a:pt x="1274" y="3"/>
                    <a:pt x="1157" y="3"/>
                  </a:cubicBezTo>
                  <a:cubicBezTo>
                    <a:pt x="1131" y="2"/>
                    <a:pt x="1105" y="1"/>
                    <a:pt x="107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6" name="Google Shape;546;p32">
              <a:extLst>
                <a:ext uri="{FF2B5EF4-FFF2-40B4-BE49-F238E27FC236}">
                  <a16:creationId xmlns:a16="http://schemas.microsoft.com/office/drawing/2014/main" id="{B9A3D756-5796-1709-B839-75F3A66B2CD3}"/>
                </a:ext>
              </a:extLst>
            </p:cNvPr>
            <p:cNvSpPr/>
            <p:nvPr/>
          </p:nvSpPr>
          <p:spPr>
            <a:xfrm>
              <a:off x="673920" y="2746080"/>
              <a:ext cx="28080" cy="6480"/>
            </a:xfrm>
            <a:custGeom>
              <a:avLst/>
              <a:gdLst>
                <a:gd name="textAreaLeft" fmla="*/ 0 w 28080"/>
                <a:gd name="textAreaRight" fmla="*/ 28440 w 28080"/>
                <a:gd name="textAreaTop" fmla="*/ 0 h 6480"/>
                <a:gd name="textAreaBottom" fmla="*/ 6840 h 6480"/>
              </a:gdLst>
              <a:ahLst/>
              <a:cxnLst/>
              <a:rect l="textAreaLeft" t="textAreaTop" r="textAreaRight" b="textAreaBottom"/>
              <a:pathLst>
                <a:path w="528" h="126">
                  <a:moveTo>
                    <a:pt x="47" y="1"/>
                  </a:moveTo>
                  <a:cubicBezTo>
                    <a:pt x="30" y="1"/>
                    <a:pt x="19" y="3"/>
                    <a:pt x="15" y="7"/>
                  </a:cubicBezTo>
                  <a:cubicBezTo>
                    <a:pt x="0" y="36"/>
                    <a:pt x="103" y="109"/>
                    <a:pt x="279" y="124"/>
                  </a:cubicBezTo>
                  <a:cubicBezTo>
                    <a:pt x="295" y="125"/>
                    <a:pt x="310" y="126"/>
                    <a:pt x="325" y="126"/>
                  </a:cubicBezTo>
                  <a:cubicBezTo>
                    <a:pt x="446" y="126"/>
                    <a:pt x="527" y="78"/>
                    <a:pt x="527" y="65"/>
                  </a:cubicBezTo>
                  <a:cubicBezTo>
                    <a:pt x="513" y="50"/>
                    <a:pt x="396" y="50"/>
                    <a:pt x="279" y="36"/>
                  </a:cubicBezTo>
                  <a:cubicBezTo>
                    <a:pt x="182" y="14"/>
                    <a:pt x="94" y="1"/>
                    <a:pt x="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7" name="Google Shape;547;p32">
              <a:extLst>
                <a:ext uri="{FF2B5EF4-FFF2-40B4-BE49-F238E27FC236}">
                  <a16:creationId xmlns:a16="http://schemas.microsoft.com/office/drawing/2014/main" id="{972C7506-581E-06B2-F054-B9B5EEDA5458}"/>
                </a:ext>
              </a:extLst>
            </p:cNvPr>
            <p:cNvSpPr/>
            <p:nvPr/>
          </p:nvSpPr>
          <p:spPr>
            <a:xfrm>
              <a:off x="636480" y="2630520"/>
              <a:ext cx="57960" cy="58320"/>
            </a:xfrm>
            <a:custGeom>
              <a:avLst/>
              <a:gdLst>
                <a:gd name="textAreaLeft" fmla="*/ 0 w 57960"/>
                <a:gd name="textAreaRight" fmla="*/ 58320 w 57960"/>
                <a:gd name="textAreaTop" fmla="*/ 0 h 58320"/>
                <a:gd name="textAreaBottom" fmla="*/ 58680 h 58320"/>
              </a:gdLst>
              <a:ahLst/>
              <a:cxnLst/>
              <a:rect l="textAreaLeft" t="textAreaTop" r="textAreaRight" b="textAreaBottom"/>
              <a:pathLst>
                <a:path w="1085" h="1095">
                  <a:moveTo>
                    <a:pt x="1084" y="575"/>
                  </a:moveTo>
                  <a:cubicBezTo>
                    <a:pt x="1084" y="576"/>
                    <a:pt x="1084" y="605"/>
                    <a:pt x="1069" y="693"/>
                  </a:cubicBezTo>
                  <a:cubicBezTo>
                    <a:pt x="1084" y="620"/>
                    <a:pt x="1084" y="576"/>
                    <a:pt x="1084" y="575"/>
                  </a:cubicBezTo>
                  <a:close/>
                  <a:moveTo>
                    <a:pt x="558" y="1"/>
                  </a:moveTo>
                  <a:cubicBezTo>
                    <a:pt x="497" y="1"/>
                    <a:pt x="432" y="11"/>
                    <a:pt x="367" y="34"/>
                  </a:cubicBezTo>
                  <a:cubicBezTo>
                    <a:pt x="176" y="92"/>
                    <a:pt x="1" y="312"/>
                    <a:pt x="1" y="546"/>
                  </a:cubicBezTo>
                  <a:cubicBezTo>
                    <a:pt x="1" y="795"/>
                    <a:pt x="176" y="985"/>
                    <a:pt x="367" y="1059"/>
                  </a:cubicBezTo>
                  <a:cubicBezTo>
                    <a:pt x="437" y="1084"/>
                    <a:pt x="507" y="1095"/>
                    <a:pt x="573" y="1095"/>
                  </a:cubicBezTo>
                  <a:cubicBezTo>
                    <a:pt x="700" y="1095"/>
                    <a:pt x="812" y="1053"/>
                    <a:pt x="879" y="985"/>
                  </a:cubicBezTo>
                  <a:cubicBezTo>
                    <a:pt x="996" y="898"/>
                    <a:pt x="1055" y="766"/>
                    <a:pt x="1069" y="693"/>
                  </a:cubicBezTo>
                  <a:lnTo>
                    <a:pt x="1069" y="693"/>
                  </a:lnTo>
                  <a:cubicBezTo>
                    <a:pt x="1026" y="766"/>
                    <a:pt x="982" y="883"/>
                    <a:pt x="865" y="971"/>
                  </a:cubicBezTo>
                  <a:cubicBezTo>
                    <a:pt x="774" y="1031"/>
                    <a:pt x="664" y="1077"/>
                    <a:pt x="542" y="1077"/>
                  </a:cubicBezTo>
                  <a:cubicBezTo>
                    <a:pt x="486" y="1077"/>
                    <a:pt x="427" y="1067"/>
                    <a:pt x="367" y="1044"/>
                  </a:cubicBezTo>
                  <a:cubicBezTo>
                    <a:pt x="191" y="985"/>
                    <a:pt x="45" y="780"/>
                    <a:pt x="45" y="561"/>
                  </a:cubicBezTo>
                  <a:cubicBezTo>
                    <a:pt x="30" y="356"/>
                    <a:pt x="191" y="151"/>
                    <a:pt x="367" y="92"/>
                  </a:cubicBezTo>
                  <a:cubicBezTo>
                    <a:pt x="427" y="69"/>
                    <a:pt x="489" y="59"/>
                    <a:pt x="548" y="59"/>
                  </a:cubicBezTo>
                  <a:cubicBezTo>
                    <a:pt x="677" y="59"/>
                    <a:pt x="794" y="106"/>
                    <a:pt x="865" y="166"/>
                  </a:cubicBezTo>
                  <a:cubicBezTo>
                    <a:pt x="996" y="239"/>
                    <a:pt x="1055" y="370"/>
                    <a:pt x="1069" y="444"/>
                  </a:cubicBezTo>
                  <a:cubicBezTo>
                    <a:pt x="1084" y="516"/>
                    <a:pt x="1084" y="575"/>
                    <a:pt x="1084" y="575"/>
                  </a:cubicBezTo>
                  <a:lnTo>
                    <a:pt x="1084" y="575"/>
                  </a:lnTo>
                  <a:cubicBezTo>
                    <a:pt x="1084" y="575"/>
                    <a:pt x="1084" y="516"/>
                    <a:pt x="1069" y="400"/>
                  </a:cubicBezTo>
                  <a:cubicBezTo>
                    <a:pt x="1069" y="327"/>
                    <a:pt x="1011" y="209"/>
                    <a:pt x="879" y="107"/>
                  </a:cubicBezTo>
                  <a:cubicBezTo>
                    <a:pt x="809" y="47"/>
                    <a:pt x="691" y="1"/>
                    <a:pt x="55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9160" bIns="29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8" name="Google Shape;548;p32">
              <a:extLst>
                <a:ext uri="{FF2B5EF4-FFF2-40B4-BE49-F238E27FC236}">
                  <a16:creationId xmlns:a16="http://schemas.microsoft.com/office/drawing/2014/main" id="{2797FB6D-48F2-F2F5-9115-C650691FCD61}"/>
                </a:ext>
              </a:extLst>
            </p:cNvPr>
            <p:cNvSpPr/>
            <p:nvPr/>
          </p:nvSpPr>
          <p:spPr>
            <a:xfrm>
              <a:off x="721080" y="2629080"/>
              <a:ext cx="57960" cy="58320"/>
            </a:xfrm>
            <a:custGeom>
              <a:avLst/>
              <a:gdLst>
                <a:gd name="textAreaLeft" fmla="*/ 0 w 57960"/>
                <a:gd name="textAreaRight" fmla="*/ 58320 w 57960"/>
                <a:gd name="textAreaTop" fmla="*/ 0 h 58320"/>
                <a:gd name="textAreaBottom" fmla="*/ 58680 h 58320"/>
              </a:gdLst>
              <a:ahLst/>
              <a:cxnLst/>
              <a:rect l="textAreaLeft" t="textAreaTop" r="textAreaRight" b="textAreaBottom"/>
              <a:pathLst>
                <a:path w="1085" h="1092">
                  <a:moveTo>
                    <a:pt x="1072" y="480"/>
                  </a:moveTo>
                  <a:lnTo>
                    <a:pt x="1072" y="480"/>
                  </a:lnTo>
                  <a:cubicBezTo>
                    <a:pt x="1084" y="544"/>
                    <a:pt x="1084" y="561"/>
                    <a:pt x="1084" y="561"/>
                  </a:cubicBezTo>
                  <a:cubicBezTo>
                    <a:pt x="1084" y="561"/>
                    <a:pt x="1084" y="528"/>
                    <a:pt x="1072" y="480"/>
                  </a:cubicBezTo>
                  <a:close/>
                  <a:moveTo>
                    <a:pt x="555" y="0"/>
                  </a:moveTo>
                  <a:cubicBezTo>
                    <a:pt x="495" y="0"/>
                    <a:pt x="432" y="10"/>
                    <a:pt x="367" y="34"/>
                  </a:cubicBezTo>
                  <a:cubicBezTo>
                    <a:pt x="162" y="92"/>
                    <a:pt x="1" y="312"/>
                    <a:pt x="1" y="546"/>
                  </a:cubicBezTo>
                  <a:cubicBezTo>
                    <a:pt x="1" y="780"/>
                    <a:pt x="162" y="985"/>
                    <a:pt x="367" y="1058"/>
                  </a:cubicBezTo>
                  <a:cubicBezTo>
                    <a:pt x="432" y="1081"/>
                    <a:pt x="495" y="1091"/>
                    <a:pt x="555" y="1091"/>
                  </a:cubicBezTo>
                  <a:cubicBezTo>
                    <a:pt x="685" y="1091"/>
                    <a:pt x="799" y="1045"/>
                    <a:pt x="879" y="985"/>
                  </a:cubicBezTo>
                  <a:cubicBezTo>
                    <a:pt x="982" y="897"/>
                    <a:pt x="1040" y="765"/>
                    <a:pt x="1055" y="692"/>
                  </a:cubicBezTo>
                  <a:lnTo>
                    <a:pt x="1055" y="692"/>
                  </a:lnTo>
                  <a:cubicBezTo>
                    <a:pt x="1026" y="765"/>
                    <a:pt x="967" y="868"/>
                    <a:pt x="865" y="956"/>
                  </a:cubicBezTo>
                  <a:cubicBezTo>
                    <a:pt x="778" y="1023"/>
                    <a:pt x="665" y="1072"/>
                    <a:pt x="549" y="1072"/>
                  </a:cubicBezTo>
                  <a:cubicBezTo>
                    <a:pt x="488" y="1072"/>
                    <a:pt x="427" y="1059"/>
                    <a:pt x="367" y="1029"/>
                  </a:cubicBezTo>
                  <a:cubicBezTo>
                    <a:pt x="177" y="985"/>
                    <a:pt x="30" y="780"/>
                    <a:pt x="30" y="561"/>
                  </a:cubicBezTo>
                  <a:cubicBezTo>
                    <a:pt x="15" y="341"/>
                    <a:pt x="177" y="136"/>
                    <a:pt x="367" y="92"/>
                  </a:cubicBezTo>
                  <a:cubicBezTo>
                    <a:pt x="427" y="67"/>
                    <a:pt x="490" y="56"/>
                    <a:pt x="552" y="56"/>
                  </a:cubicBezTo>
                  <a:cubicBezTo>
                    <a:pt x="672" y="56"/>
                    <a:pt x="787" y="98"/>
                    <a:pt x="865" y="165"/>
                  </a:cubicBezTo>
                  <a:cubicBezTo>
                    <a:pt x="982" y="238"/>
                    <a:pt x="1040" y="356"/>
                    <a:pt x="1055" y="429"/>
                  </a:cubicBezTo>
                  <a:cubicBezTo>
                    <a:pt x="1062" y="447"/>
                    <a:pt x="1068" y="464"/>
                    <a:pt x="1072" y="480"/>
                  </a:cubicBezTo>
                  <a:lnTo>
                    <a:pt x="1072" y="480"/>
                  </a:lnTo>
                  <a:cubicBezTo>
                    <a:pt x="1068" y="459"/>
                    <a:pt x="1062" y="432"/>
                    <a:pt x="1055" y="399"/>
                  </a:cubicBezTo>
                  <a:cubicBezTo>
                    <a:pt x="1055" y="326"/>
                    <a:pt x="1011" y="195"/>
                    <a:pt x="879" y="107"/>
                  </a:cubicBezTo>
                  <a:cubicBezTo>
                    <a:pt x="799" y="47"/>
                    <a:pt x="685" y="0"/>
                    <a:pt x="55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9160" bIns="29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9" name="Google Shape;549;p32">
              <a:extLst>
                <a:ext uri="{FF2B5EF4-FFF2-40B4-BE49-F238E27FC236}">
                  <a16:creationId xmlns:a16="http://schemas.microsoft.com/office/drawing/2014/main" id="{4028ADCF-7EDE-A643-9C36-F1DC497365A8}"/>
                </a:ext>
              </a:extLst>
            </p:cNvPr>
            <p:cNvSpPr/>
            <p:nvPr/>
          </p:nvSpPr>
          <p:spPr>
            <a:xfrm>
              <a:off x="694440" y="2660040"/>
              <a:ext cx="27360" cy="2160"/>
            </a:xfrm>
            <a:custGeom>
              <a:avLst/>
              <a:gdLst>
                <a:gd name="textAreaLeft" fmla="*/ 0 w 27360"/>
                <a:gd name="textAreaRight" fmla="*/ 27720 w 27360"/>
                <a:gd name="textAreaTop" fmla="*/ 0 h 2160"/>
                <a:gd name="textAreaBottom" fmla="*/ 2520 h 2160"/>
              </a:gdLst>
              <a:ahLst/>
              <a:cxnLst/>
              <a:rect l="textAreaLeft" t="textAreaTop" r="textAreaRight" b="textAreaBottom"/>
              <a:pathLst>
                <a:path w="513" h="45">
                  <a:moveTo>
                    <a:pt x="249" y="0"/>
                  </a:moveTo>
                  <a:cubicBezTo>
                    <a:pt x="103" y="0"/>
                    <a:pt x="0" y="0"/>
                    <a:pt x="0" y="29"/>
                  </a:cubicBezTo>
                  <a:cubicBezTo>
                    <a:pt x="0" y="44"/>
                    <a:pt x="117" y="44"/>
                    <a:pt x="249" y="44"/>
                  </a:cubicBezTo>
                  <a:cubicBezTo>
                    <a:pt x="410" y="44"/>
                    <a:pt x="512" y="44"/>
                    <a:pt x="512" y="29"/>
                  </a:cubicBezTo>
                  <a:cubicBezTo>
                    <a:pt x="512" y="0"/>
                    <a:pt x="381" y="0"/>
                    <a:pt x="24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0" name="Google Shape;550;p32">
              <a:extLst>
                <a:ext uri="{FF2B5EF4-FFF2-40B4-BE49-F238E27FC236}">
                  <a16:creationId xmlns:a16="http://schemas.microsoft.com/office/drawing/2014/main" id="{CB11F614-9F2C-C760-277D-93A822B06B22}"/>
                </a:ext>
              </a:extLst>
            </p:cNvPr>
            <p:cNvSpPr/>
            <p:nvPr/>
          </p:nvSpPr>
          <p:spPr>
            <a:xfrm>
              <a:off x="572760" y="2622240"/>
              <a:ext cx="66600" cy="27360"/>
            </a:xfrm>
            <a:custGeom>
              <a:avLst/>
              <a:gdLst>
                <a:gd name="textAreaLeft" fmla="*/ 0 w 66600"/>
                <a:gd name="textAreaRight" fmla="*/ 66960 w 66600"/>
                <a:gd name="textAreaTop" fmla="*/ 0 h 27360"/>
                <a:gd name="textAreaBottom" fmla="*/ 27720 h 27360"/>
              </a:gdLst>
              <a:ahLst/>
              <a:cxnLst/>
              <a:rect l="textAreaLeft" t="textAreaTop" r="textAreaRight" b="textAreaBottom"/>
              <a:pathLst>
                <a:path w="1246" h="513">
                  <a:moveTo>
                    <a:pt x="1" y="0"/>
                  </a:moveTo>
                  <a:cubicBezTo>
                    <a:pt x="1" y="15"/>
                    <a:pt x="74" y="30"/>
                    <a:pt x="177" y="88"/>
                  </a:cubicBezTo>
                  <a:cubicBezTo>
                    <a:pt x="294" y="147"/>
                    <a:pt x="455" y="191"/>
                    <a:pt x="616" y="264"/>
                  </a:cubicBezTo>
                  <a:cubicBezTo>
                    <a:pt x="792" y="337"/>
                    <a:pt x="953" y="410"/>
                    <a:pt x="1055" y="454"/>
                  </a:cubicBezTo>
                  <a:cubicBezTo>
                    <a:pt x="1172" y="484"/>
                    <a:pt x="1245" y="513"/>
                    <a:pt x="1245" y="513"/>
                  </a:cubicBezTo>
                  <a:cubicBezTo>
                    <a:pt x="1245" y="513"/>
                    <a:pt x="1187" y="469"/>
                    <a:pt x="1055" y="410"/>
                  </a:cubicBezTo>
                  <a:cubicBezTo>
                    <a:pt x="953" y="366"/>
                    <a:pt x="792" y="308"/>
                    <a:pt x="616" y="235"/>
                  </a:cubicBezTo>
                  <a:cubicBezTo>
                    <a:pt x="455" y="162"/>
                    <a:pt x="294" y="88"/>
                    <a:pt x="177" y="44"/>
                  </a:cubicBezTo>
                  <a:cubicBezTo>
                    <a:pt x="74" y="15"/>
                    <a:pt x="1" y="0"/>
                    <a:pt x="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1" name="Google Shape;551;p32">
              <a:extLst>
                <a:ext uri="{FF2B5EF4-FFF2-40B4-BE49-F238E27FC236}">
                  <a16:creationId xmlns:a16="http://schemas.microsoft.com/office/drawing/2014/main" id="{86B18892-AE4C-3611-F0DC-26D18410EB47}"/>
                </a:ext>
              </a:extLst>
            </p:cNvPr>
            <p:cNvSpPr/>
            <p:nvPr/>
          </p:nvSpPr>
          <p:spPr>
            <a:xfrm>
              <a:off x="630720" y="3079800"/>
              <a:ext cx="30960" cy="196920"/>
            </a:xfrm>
            <a:custGeom>
              <a:avLst/>
              <a:gdLst>
                <a:gd name="textAreaLeft" fmla="*/ 0 w 30960"/>
                <a:gd name="textAreaRight" fmla="*/ 31320 w 30960"/>
                <a:gd name="textAreaTop" fmla="*/ 0 h 196920"/>
                <a:gd name="textAreaBottom" fmla="*/ 197280 h 196920"/>
              </a:gdLst>
              <a:ahLst/>
              <a:cxnLst/>
              <a:rect l="textAreaLeft" t="textAreaTop" r="textAreaRight" b="textAreaBottom"/>
              <a:pathLst>
                <a:path w="586" h="3676">
                  <a:moveTo>
                    <a:pt x="15" y="1"/>
                  </a:moveTo>
                  <a:cubicBezTo>
                    <a:pt x="0" y="1"/>
                    <a:pt x="88" y="850"/>
                    <a:pt x="235" y="1845"/>
                  </a:cubicBezTo>
                  <a:cubicBezTo>
                    <a:pt x="381" y="2855"/>
                    <a:pt x="527" y="3675"/>
                    <a:pt x="542" y="3675"/>
                  </a:cubicBezTo>
                  <a:cubicBezTo>
                    <a:pt x="586" y="3675"/>
                    <a:pt x="469" y="2855"/>
                    <a:pt x="322" y="1831"/>
                  </a:cubicBezTo>
                  <a:cubicBezTo>
                    <a:pt x="176" y="820"/>
                    <a:pt x="30" y="1"/>
                    <a:pt x="15"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2" name="Google Shape;552;p32">
              <a:extLst>
                <a:ext uri="{FF2B5EF4-FFF2-40B4-BE49-F238E27FC236}">
                  <a16:creationId xmlns:a16="http://schemas.microsoft.com/office/drawing/2014/main" id="{1CA89819-9A6F-1194-FE87-31D339B05C26}"/>
                </a:ext>
              </a:extLst>
            </p:cNvPr>
            <p:cNvSpPr/>
            <p:nvPr/>
          </p:nvSpPr>
          <p:spPr>
            <a:xfrm>
              <a:off x="659880" y="3142800"/>
              <a:ext cx="27360" cy="27000"/>
            </a:xfrm>
            <a:custGeom>
              <a:avLst/>
              <a:gdLst>
                <a:gd name="textAreaLeft" fmla="*/ 0 w 27360"/>
                <a:gd name="textAreaRight" fmla="*/ 27720 w 27360"/>
                <a:gd name="textAreaTop" fmla="*/ 0 h 27000"/>
                <a:gd name="textAreaBottom" fmla="*/ 27360 h 27000"/>
              </a:gdLst>
              <a:ahLst/>
              <a:cxnLst/>
              <a:rect l="textAreaLeft" t="textAreaTop" r="textAreaRight" b="textAreaBottom"/>
              <a:pathLst>
                <a:path w="514" h="510">
                  <a:moveTo>
                    <a:pt x="202" y="82"/>
                  </a:moveTo>
                  <a:cubicBezTo>
                    <a:pt x="221" y="82"/>
                    <a:pt x="242" y="84"/>
                    <a:pt x="264" y="89"/>
                  </a:cubicBezTo>
                  <a:cubicBezTo>
                    <a:pt x="308" y="118"/>
                    <a:pt x="396" y="133"/>
                    <a:pt x="411" y="206"/>
                  </a:cubicBezTo>
                  <a:cubicBezTo>
                    <a:pt x="440" y="264"/>
                    <a:pt x="426" y="352"/>
                    <a:pt x="367" y="411"/>
                  </a:cubicBezTo>
                  <a:cubicBezTo>
                    <a:pt x="338" y="425"/>
                    <a:pt x="301" y="433"/>
                    <a:pt x="264" y="433"/>
                  </a:cubicBezTo>
                  <a:cubicBezTo>
                    <a:pt x="228" y="433"/>
                    <a:pt x="191" y="425"/>
                    <a:pt x="162" y="411"/>
                  </a:cubicBezTo>
                  <a:cubicBezTo>
                    <a:pt x="89" y="367"/>
                    <a:pt x="74" y="294"/>
                    <a:pt x="89" y="235"/>
                  </a:cubicBezTo>
                  <a:cubicBezTo>
                    <a:pt x="126" y="125"/>
                    <a:pt x="183" y="96"/>
                    <a:pt x="201" y="82"/>
                  </a:cubicBezTo>
                  <a:lnTo>
                    <a:pt x="201" y="82"/>
                  </a:lnTo>
                  <a:cubicBezTo>
                    <a:pt x="201" y="82"/>
                    <a:pt x="201" y="82"/>
                    <a:pt x="202" y="82"/>
                  </a:cubicBezTo>
                  <a:close/>
                  <a:moveTo>
                    <a:pt x="264" y="1"/>
                  </a:moveTo>
                  <a:cubicBezTo>
                    <a:pt x="103" y="1"/>
                    <a:pt x="45" y="103"/>
                    <a:pt x="60" y="103"/>
                  </a:cubicBezTo>
                  <a:cubicBezTo>
                    <a:pt x="60" y="108"/>
                    <a:pt x="62" y="110"/>
                    <a:pt x="66" y="110"/>
                  </a:cubicBezTo>
                  <a:cubicBezTo>
                    <a:pt x="79" y="110"/>
                    <a:pt x="110" y="92"/>
                    <a:pt x="159" y="85"/>
                  </a:cubicBezTo>
                  <a:lnTo>
                    <a:pt x="159" y="85"/>
                  </a:lnTo>
                  <a:cubicBezTo>
                    <a:pt x="155" y="86"/>
                    <a:pt x="151" y="87"/>
                    <a:pt x="147" y="89"/>
                  </a:cubicBezTo>
                  <a:cubicBezTo>
                    <a:pt x="118" y="103"/>
                    <a:pt x="60" y="147"/>
                    <a:pt x="45" y="220"/>
                  </a:cubicBezTo>
                  <a:cubicBezTo>
                    <a:pt x="1" y="279"/>
                    <a:pt x="30" y="396"/>
                    <a:pt x="118" y="455"/>
                  </a:cubicBezTo>
                  <a:cubicBezTo>
                    <a:pt x="155" y="491"/>
                    <a:pt x="206" y="510"/>
                    <a:pt x="261" y="510"/>
                  </a:cubicBezTo>
                  <a:cubicBezTo>
                    <a:pt x="316" y="510"/>
                    <a:pt x="374" y="491"/>
                    <a:pt x="426" y="455"/>
                  </a:cubicBezTo>
                  <a:cubicBezTo>
                    <a:pt x="513" y="367"/>
                    <a:pt x="513" y="235"/>
                    <a:pt x="484" y="147"/>
                  </a:cubicBezTo>
                  <a:cubicBezTo>
                    <a:pt x="440" y="30"/>
                    <a:pt x="338" y="1"/>
                    <a:pt x="264"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3" name="Google Shape;553;p32">
              <a:extLst>
                <a:ext uri="{FF2B5EF4-FFF2-40B4-BE49-F238E27FC236}">
                  <a16:creationId xmlns:a16="http://schemas.microsoft.com/office/drawing/2014/main" id="{1D37BFA9-27D9-FEFB-31CD-FA7AC8DD11CA}"/>
                </a:ext>
              </a:extLst>
            </p:cNvPr>
            <p:cNvSpPr/>
            <p:nvPr/>
          </p:nvSpPr>
          <p:spPr>
            <a:xfrm>
              <a:off x="766080" y="3015360"/>
              <a:ext cx="38880" cy="224640"/>
            </a:xfrm>
            <a:custGeom>
              <a:avLst/>
              <a:gdLst>
                <a:gd name="textAreaLeft" fmla="*/ 0 w 38880"/>
                <a:gd name="textAreaRight" fmla="*/ 39240 w 38880"/>
                <a:gd name="textAreaTop" fmla="*/ 0 h 224640"/>
                <a:gd name="textAreaBottom" fmla="*/ 225000 h 224640"/>
              </a:gdLst>
              <a:ahLst/>
              <a:cxnLst/>
              <a:rect l="textAreaLeft" t="textAreaTop" r="textAreaRight" b="textAreaBottom"/>
              <a:pathLst>
                <a:path w="733" h="4188">
                  <a:moveTo>
                    <a:pt x="44" y="0"/>
                  </a:moveTo>
                  <a:cubicBezTo>
                    <a:pt x="0" y="0"/>
                    <a:pt x="147" y="937"/>
                    <a:pt x="337" y="2094"/>
                  </a:cubicBezTo>
                  <a:cubicBezTo>
                    <a:pt x="513" y="3250"/>
                    <a:pt x="703" y="4187"/>
                    <a:pt x="718" y="4187"/>
                  </a:cubicBezTo>
                  <a:cubicBezTo>
                    <a:pt x="732" y="4187"/>
                    <a:pt x="615" y="3236"/>
                    <a:pt x="425" y="2079"/>
                  </a:cubicBezTo>
                  <a:cubicBezTo>
                    <a:pt x="249" y="923"/>
                    <a:pt x="59" y="0"/>
                    <a:pt x="44"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4" name="Google Shape;554;p32">
              <a:extLst>
                <a:ext uri="{FF2B5EF4-FFF2-40B4-BE49-F238E27FC236}">
                  <a16:creationId xmlns:a16="http://schemas.microsoft.com/office/drawing/2014/main" id="{03A9C5BC-D56F-57F2-67D0-5C7B750A65FB}"/>
                </a:ext>
              </a:extLst>
            </p:cNvPr>
            <p:cNvSpPr/>
            <p:nvPr/>
          </p:nvSpPr>
          <p:spPr>
            <a:xfrm>
              <a:off x="291960" y="3402000"/>
              <a:ext cx="1007280" cy="916200"/>
            </a:xfrm>
            <a:custGeom>
              <a:avLst/>
              <a:gdLst>
                <a:gd name="textAreaLeft" fmla="*/ 0 w 1007280"/>
                <a:gd name="textAreaRight" fmla="*/ 1007640 w 1007280"/>
                <a:gd name="textAreaTop" fmla="*/ 0 h 916200"/>
                <a:gd name="textAreaBottom" fmla="*/ 916560 h 916200"/>
              </a:gdLst>
              <a:ahLst/>
              <a:cxnLst/>
              <a:rect l="textAreaLeft" t="textAreaTop" r="textAreaRight" b="textAreaBottom"/>
              <a:pathLst>
                <a:path w="18768" h="17071">
                  <a:moveTo>
                    <a:pt x="16009" y="1"/>
                  </a:moveTo>
                  <a:cubicBezTo>
                    <a:pt x="16006" y="1"/>
                    <a:pt x="16004" y="1"/>
                    <a:pt x="16002" y="1"/>
                  </a:cubicBezTo>
                  <a:cubicBezTo>
                    <a:pt x="13850" y="59"/>
                    <a:pt x="967" y="777"/>
                    <a:pt x="967" y="777"/>
                  </a:cubicBezTo>
                  <a:cubicBezTo>
                    <a:pt x="967" y="777"/>
                    <a:pt x="1" y="4642"/>
                    <a:pt x="3778" y="5403"/>
                  </a:cubicBezTo>
                  <a:cubicBezTo>
                    <a:pt x="4527" y="5553"/>
                    <a:pt x="5362" y="5609"/>
                    <a:pt x="6219" y="5609"/>
                  </a:cubicBezTo>
                  <a:cubicBezTo>
                    <a:pt x="8723" y="5609"/>
                    <a:pt x="11417" y="5130"/>
                    <a:pt x="12740" y="5130"/>
                  </a:cubicBezTo>
                  <a:cubicBezTo>
                    <a:pt x="13254" y="5130"/>
                    <a:pt x="13562" y="5203"/>
                    <a:pt x="13571" y="5403"/>
                  </a:cubicBezTo>
                  <a:cubicBezTo>
                    <a:pt x="13615" y="6296"/>
                    <a:pt x="13850" y="17071"/>
                    <a:pt x="13850" y="17071"/>
                  </a:cubicBezTo>
                  <a:lnTo>
                    <a:pt x="18256" y="17071"/>
                  </a:lnTo>
                  <a:cubicBezTo>
                    <a:pt x="18256" y="17071"/>
                    <a:pt x="18768" y="1"/>
                    <a:pt x="16009" y="1"/>
                  </a:cubicBezTo>
                  <a:close/>
                </a:path>
              </a:pathLst>
            </a:custGeom>
            <a:solidFill>
              <a:srgbClr val="FFFFFF">
                <a:alpha val="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5" name="Google Shape;555;p32">
              <a:extLst>
                <a:ext uri="{FF2B5EF4-FFF2-40B4-BE49-F238E27FC236}">
                  <a16:creationId xmlns:a16="http://schemas.microsoft.com/office/drawing/2014/main" id="{0C9706F8-ADE9-4995-E05E-FE03D6737F9F}"/>
                </a:ext>
              </a:extLst>
            </p:cNvPr>
            <p:cNvSpPr/>
            <p:nvPr/>
          </p:nvSpPr>
          <p:spPr>
            <a:xfrm>
              <a:off x="364320" y="3444480"/>
              <a:ext cx="704160" cy="869040"/>
            </a:xfrm>
            <a:custGeom>
              <a:avLst/>
              <a:gdLst>
                <a:gd name="textAreaLeft" fmla="*/ 0 w 704160"/>
                <a:gd name="textAreaRight" fmla="*/ 704520 w 704160"/>
                <a:gd name="textAreaTop" fmla="*/ 0 h 869040"/>
                <a:gd name="textAreaBottom" fmla="*/ 869400 h 869040"/>
              </a:gdLst>
              <a:ahLst/>
              <a:cxnLst/>
              <a:rect l="textAreaLeft" t="textAreaTop" r="textAreaRight" b="textAreaBottom"/>
              <a:pathLst>
                <a:path w="13118" h="16192">
                  <a:moveTo>
                    <a:pt x="132" y="0"/>
                  </a:moveTo>
                  <a:lnTo>
                    <a:pt x="132" y="0"/>
                  </a:lnTo>
                  <a:cubicBezTo>
                    <a:pt x="132" y="0"/>
                    <a:pt x="88" y="74"/>
                    <a:pt x="59" y="249"/>
                  </a:cubicBezTo>
                  <a:cubicBezTo>
                    <a:pt x="15" y="440"/>
                    <a:pt x="1" y="703"/>
                    <a:pt x="74" y="1040"/>
                  </a:cubicBezTo>
                  <a:cubicBezTo>
                    <a:pt x="147" y="1391"/>
                    <a:pt x="308" y="1772"/>
                    <a:pt x="630" y="2152"/>
                  </a:cubicBezTo>
                  <a:cubicBezTo>
                    <a:pt x="791" y="2357"/>
                    <a:pt x="967" y="2533"/>
                    <a:pt x="1186" y="2709"/>
                  </a:cubicBezTo>
                  <a:cubicBezTo>
                    <a:pt x="1435" y="2870"/>
                    <a:pt x="1684" y="3002"/>
                    <a:pt x="1962" y="3119"/>
                  </a:cubicBezTo>
                  <a:cubicBezTo>
                    <a:pt x="2533" y="3367"/>
                    <a:pt x="3192" y="3514"/>
                    <a:pt x="3895" y="3587"/>
                  </a:cubicBezTo>
                  <a:cubicBezTo>
                    <a:pt x="4612" y="3660"/>
                    <a:pt x="5388" y="3719"/>
                    <a:pt x="6193" y="3748"/>
                  </a:cubicBezTo>
                  <a:cubicBezTo>
                    <a:pt x="6823" y="3777"/>
                    <a:pt x="7480" y="3792"/>
                    <a:pt x="8156" y="3792"/>
                  </a:cubicBezTo>
                  <a:cubicBezTo>
                    <a:pt x="9210" y="3792"/>
                    <a:pt x="10311" y="3755"/>
                    <a:pt x="11434" y="3675"/>
                  </a:cubicBezTo>
                  <a:cubicBezTo>
                    <a:pt x="11493" y="3671"/>
                    <a:pt x="11550" y="3670"/>
                    <a:pt x="11606" y="3670"/>
                  </a:cubicBezTo>
                  <a:cubicBezTo>
                    <a:pt x="11786" y="3670"/>
                    <a:pt x="11954" y="3689"/>
                    <a:pt x="12122" y="3733"/>
                  </a:cubicBezTo>
                  <a:cubicBezTo>
                    <a:pt x="12312" y="3807"/>
                    <a:pt x="12503" y="3938"/>
                    <a:pt x="12590" y="4129"/>
                  </a:cubicBezTo>
                  <a:cubicBezTo>
                    <a:pt x="12678" y="4334"/>
                    <a:pt x="12708" y="4553"/>
                    <a:pt x="12722" y="4773"/>
                  </a:cubicBezTo>
                  <a:cubicBezTo>
                    <a:pt x="12722" y="4992"/>
                    <a:pt x="12737" y="5212"/>
                    <a:pt x="12737" y="5432"/>
                  </a:cubicBezTo>
                  <a:cubicBezTo>
                    <a:pt x="12752" y="6310"/>
                    <a:pt x="12795" y="7144"/>
                    <a:pt x="12810" y="7964"/>
                  </a:cubicBezTo>
                  <a:cubicBezTo>
                    <a:pt x="12869" y="9575"/>
                    <a:pt x="12927" y="11009"/>
                    <a:pt x="12956" y="12239"/>
                  </a:cubicBezTo>
                  <a:cubicBezTo>
                    <a:pt x="13015" y="13469"/>
                    <a:pt x="13044" y="14435"/>
                    <a:pt x="13074" y="15138"/>
                  </a:cubicBezTo>
                  <a:cubicBezTo>
                    <a:pt x="13044" y="14435"/>
                    <a:pt x="13030" y="13454"/>
                    <a:pt x="13000" y="12239"/>
                  </a:cubicBezTo>
                  <a:cubicBezTo>
                    <a:pt x="12956" y="11009"/>
                    <a:pt x="12927" y="9575"/>
                    <a:pt x="12869" y="7964"/>
                  </a:cubicBezTo>
                  <a:cubicBezTo>
                    <a:pt x="12854" y="7144"/>
                    <a:pt x="12810" y="6310"/>
                    <a:pt x="12795" y="5432"/>
                  </a:cubicBezTo>
                  <a:cubicBezTo>
                    <a:pt x="12795" y="5212"/>
                    <a:pt x="12781" y="4992"/>
                    <a:pt x="12781" y="4773"/>
                  </a:cubicBezTo>
                  <a:cubicBezTo>
                    <a:pt x="12781" y="4553"/>
                    <a:pt x="12752" y="4319"/>
                    <a:pt x="12649" y="4099"/>
                  </a:cubicBezTo>
                  <a:cubicBezTo>
                    <a:pt x="12561" y="3880"/>
                    <a:pt x="12356" y="3733"/>
                    <a:pt x="12122" y="3660"/>
                  </a:cubicBezTo>
                  <a:cubicBezTo>
                    <a:pt x="11954" y="3616"/>
                    <a:pt x="11769" y="3596"/>
                    <a:pt x="11587" y="3596"/>
                  </a:cubicBezTo>
                  <a:cubicBezTo>
                    <a:pt x="11531" y="3596"/>
                    <a:pt x="11475" y="3598"/>
                    <a:pt x="11419" y="3602"/>
                  </a:cubicBezTo>
                  <a:cubicBezTo>
                    <a:pt x="10296" y="3682"/>
                    <a:pt x="9200" y="3719"/>
                    <a:pt x="8151" y="3719"/>
                  </a:cubicBezTo>
                  <a:cubicBezTo>
                    <a:pt x="7477" y="3719"/>
                    <a:pt x="6823" y="3704"/>
                    <a:pt x="6193" y="3675"/>
                  </a:cubicBezTo>
                  <a:cubicBezTo>
                    <a:pt x="5388" y="3631"/>
                    <a:pt x="4612" y="3587"/>
                    <a:pt x="3895" y="3514"/>
                  </a:cubicBezTo>
                  <a:cubicBezTo>
                    <a:pt x="3192" y="3441"/>
                    <a:pt x="2548" y="3309"/>
                    <a:pt x="1977" y="3075"/>
                  </a:cubicBezTo>
                  <a:cubicBezTo>
                    <a:pt x="1699" y="2943"/>
                    <a:pt x="1450" y="2811"/>
                    <a:pt x="1230" y="2650"/>
                  </a:cubicBezTo>
                  <a:cubicBezTo>
                    <a:pt x="1011" y="2489"/>
                    <a:pt x="820" y="2299"/>
                    <a:pt x="674" y="2123"/>
                  </a:cubicBezTo>
                  <a:cubicBezTo>
                    <a:pt x="367" y="1757"/>
                    <a:pt x="191" y="1362"/>
                    <a:pt x="118" y="1040"/>
                  </a:cubicBezTo>
                  <a:cubicBezTo>
                    <a:pt x="44" y="703"/>
                    <a:pt x="44" y="454"/>
                    <a:pt x="74" y="264"/>
                  </a:cubicBezTo>
                  <a:lnTo>
                    <a:pt x="132" y="0"/>
                  </a:lnTo>
                  <a:close/>
                  <a:moveTo>
                    <a:pt x="13074" y="15138"/>
                  </a:moveTo>
                  <a:cubicBezTo>
                    <a:pt x="13074" y="15460"/>
                    <a:pt x="13088" y="15738"/>
                    <a:pt x="13088" y="15914"/>
                  </a:cubicBezTo>
                  <a:lnTo>
                    <a:pt x="13088" y="16119"/>
                  </a:lnTo>
                  <a:cubicBezTo>
                    <a:pt x="13117" y="16177"/>
                    <a:pt x="13117" y="16192"/>
                    <a:pt x="13117" y="16192"/>
                  </a:cubicBezTo>
                  <a:lnTo>
                    <a:pt x="13117" y="16119"/>
                  </a:lnTo>
                  <a:cubicBezTo>
                    <a:pt x="13117" y="16060"/>
                    <a:pt x="13117" y="16016"/>
                    <a:pt x="13103" y="15914"/>
                  </a:cubicBezTo>
                  <a:cubicBezTo>
                    <a:pt x="13103" y="15738"/>
                    <a:pt x="13088" y="15474"/>
                    <a:pt x="13074" y="15138"/>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6" name="Google Shape;556;p32">
              <a:extLst>
                <a:ext uri="{FF2B5EF4-FFF2-40B4-BE49-F238E27FC236}">
                  <a16:creationId xmlns:a16="http://schemas.microsoft.com/office/drawing/2014/main" id="{FE6A3DAD-E21B-8F75-7260-5F053FEDA866}"/>
                </a:ext>
              </a:extLst>
            </p:cNvPr>
            <p:cNvSpPr/>
            <p:nvPr/>
          </p:nvSpPr>
          <p:spPr>
            <a:xfrm>
              <a:off x="309240" y="2972880"/>
              <a:ext cx="569520" cy="516600"/>
            </a:xfrm>
            <a:custGeom>
              <a:avLst/>
              <a:gdLst>
                <a:gd name="textAreaLeft" fmla="*/ 0 w 569520"/>
                <a:gd name="textAreaRight" fmla="*/ 569880 w 569520"/>
                <a:gd name="textAreaTop" fmla="*/ 0 h 516600"/>
                <a:gd name="textAreaBottom" fmla="*/ 516960 h 516600"/>
              </a:gdLst>
              <a:ahLst/>
              <a:cxnLst/>
              <a:rect l="textAreaLeft" t="textAreaTop" r="textAreaRight" b="textAreaBottom"/>
              <a:pathLst>
                <a:path w="10615" h="9626">
                  <a:moveTo>
                    <a:pt x="3456" y="1"/>
                  </a:moveTo>
                  <a:lnTo>
                    <a:pt x="352" y="147"/>
                  </a:lnTo>
                  <a:cubicBezTo>
                    <a:pt x="352" y="147"/>
                    <a:pt x="1" y="2782"/>
                    <a:pt x="747" y="6735"/>
                  </a:cubicBezTo>
                  <a:cubicBezTo>
                    <a:pt x="1196" y="9067"/>
                    <a:pt x="2614" y="9626"/>
                    <a:pt x="3893" y="9626"/>
                  </a:cubicBezTo>
                  <a:cubicBezTo>
                    <a:pt x="4782" y="9626"/>
                    <a:pt x="5604" y="9356"/>
                    <a:pt x="5988" y="9224"/>
                  </a:cubicBezTo>
                  <a:cubicBezTo>
                    <a:pt x="6925" y="8916"/>
                    <a:pt x="10614" y="7555"/>
                    <a:pt x="10614" y="7555"/>
                  </a:cubicBezTo>
                  <a:lnTo>
                    <a:pt x="9502" y="5007"/>
                  </a:lnTo>
                  <a:cubicBezTo>
                    <a:pt x="9502" y="5007"/>
                    <a:pt x="7233" y="5813"/>
                    <a:pt x="4671" y="6369"/>
                  </a:cubicBezTo>
                  <a:cubicBezTo>
                    <a:pt x="4649" y="6373"/>
                    <a:pt x="4628" y="6376"/>
                    <a:pt x="4607" y="6376"/>
                  </a:cubicBezTo>
                  <a:cubicBezTo>
                    <a:pt x="3498" y="6376"/>
                    <a:pt x="3456" y="1"/>
                    <a:pt x="3456" y="1"/>
                  </a:cubicBezTo>
                  <a:close/>
                </a:path>
              </a:pathLst>
            </a:custGeom>
            <a:solidFill>
              <a:srgbClr val="151F2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7" name="Google Shape;557;p32">
              <a:extLst>
                <a:ext uri="{FF2B5EF4-FFF2-40B4-BE49-F238E27FC236}">
                  <a16:creationId xmlns:a16="http://schemas.microsoft.com/office/drawing/2014/main" id="{BBD38E46-331D-72E4-0FA2-8BC12A05822F}"/>
                </a:ext>
              </a:extLst>
            </p:cNvPr>
            <p:cNvSpPr/>
            <p:nvPr/>
          </p:nvSpPr>
          <p:spPr>
            <a:xfrm>
              <a:off x="359640" y="2885040"/>
              <a:ext cx="449280" cy="419040"/>
            </a:xfrm>
            <a:custGeom>
              <a:avLst/>
              <a:gdLst>
                <a:gd name="textAreaLeft" fmla="*/ 0 w 449280"/>
                <a:gd name="textAreaRight" fmla="*/ 449640 w 449280"/>
                <a:gd name="textAreaTop" fmla="*/ 0 h 419040"/>
                <a:gd name="textAreaBottom" fmla="*/ 419400 h 419040"/>
              </a:gdLst>
              <a:ahLst/>
              <a:cxnLst/>
              <a:rect l="textAreaLeft" t="textAreaTop" r="textAreaRight" b="textAreaBottom"/>
              <a:pathLst>
                <a:path w="8375" h="7813">
                  <a:moveTo>
                    <a:pt x="772" y="0"/>
                  </a:moveTo>
                  <a:cubicBezTo>
                    <a:pt x="647" y="0"/>
                    <a:pt x="532" y="23"/>
                    <a:pt x="440" y="54"/>
                  </a:cubicBezTo>
                  <a:cubicBezTo>
                    <a:pt x="250" y="112"/>
                    <a:pt x="132" y="229"/>
                    <a:pt x="74" y="303"/>
                  </a:cubicBezTo>
                  <a:cubicBezTo>
                    <a:pt x="15" y="361"/>
                    <a:pt x="1" y="420"/>
                    <a:pt x="1" y="420"/>
                  </a:cubicBezTo>
                  <a:cubicBezTo>
                    <a:pt x="1" y="422"/>
                    <a:pt x="1" y="422"/>
                    <a:pt x="2" y="422"/>
                  </a:cubicBezTo>
                  <a:cubicBezTo>
                    <a:pt x="5" y="422"/>
                    <a:pt x="25" y="381"/>
                    <a:pt x="89" y="317"/>
                  </a:cubicBezTo>
                  <a:cubicBezTo>
                    <a:pt x="162" y="244"/>
                    <a:pt x="279" y="156"/>
                    <a:pt x="455" y="98"/>
                  </a:cubicBezTo>
                  <a:cubicBezTo>
                    <a:pt x="550" y="68"/>
                    <a:pt x="656" y="50"/>
                    <a:pt x="767" y="50"/>
                  </a:cubicBezTo>
                  <a:cubicBezTo>
                    <a:pt x="879" y="50"/>
                    <a:pt x="996" y="68"/>
                    <a:pt x="1113" y="112"/>
                  </a:cubicBezTo>
                  <a:cubicBezTo>
                    <a:pt x="1377" y="200"/>
                    <a:pt x="1596" y="420"/>
                    <a:pt x="1757" y="712"/>
                  </a:cubicBezTo>
                  <a:cubicBezTo>
                    <a:pt x="1918" y="1005"/>
                    <a:pt x="1992" y="1371"/>
                    <a:pt x="2006" y="1766"/>
                  </a:cubicBezTo>
                  <a:cubicBezTo>
                    <a:pt x="2036" y="2147"/>
                    <a:pt x="2006" y="2586"/>
                    <a:pt x="2036" y="3025"/>
                  </a:cubicBezTo>
                  <a:cubicBezTo>
                    <a:pt x="2065" y="3918"/>
                    <a:pt x="2153" y="4885"/>
                    <a:pt x="2343" y="5909"/>
                  </a:cubicBezTo>
                  <a:cubicBezTo>
                    <a:pt x="2372" y="6173"/>
                    <a:pt x="2431" y="6422"/>
                    <a:pt x="2489" y="6671"/>
                  </a:cubicBezTo>
                  <a:cubicBezTo>
                    <a:pt x="2563" y="6920"/>
                    <a:pt x="2592" y="7154"/>
                    <a:pt x="2694" y="7403"/>
                  </a:cubicBezTo>
                  <a:cubicBezTo>
                    <a:pt x="2724" y="7520"/>
                    <a:pt x="2797" y="7637"/>
                    <a:pt x="2914" y="7710"/>
                  </a:cubicBezTo>
                  <a:cubicBezTo>
                    <a:pt x="3016" y="7798"/>
                    <a:pt x="3148" y="7813"/>
                    <a:pt x="3280" y="7813"/>
                  </a:cubicBezTo>
                  <a:cubicBezTo>
                    <a:pt x="3397" y="7813"/>
                    <a:pt x="3514" y="7783"/>
                    <a:pt x="3617" y="7769"/>
                  </a:cubicBezTo>
                  <a:cubicBezTo>
                    <a:pt x="3734" y="7739"/>
                    <a:pt x="3836" y="7710"/>
                    <a:pt x="3953" y="7681"/>
                  </a:cubicBezTo>
                  <a:cubicBezTo>
                    <a:pt x="4817" y="7476"/>
                    <a:pt x="5593" y="7286"/>
                    <a:pt x="6252" y="7125"/>
                  </a:cubicBezTo>
                  <a:cubicBezTo>
                    <a:pt x="6911" y="6949"/>
                    <a:pt x="7423" y="6832"/>
                    <a:pt x="7818" y="6744"/>
                  </a:cubicBezTo>
                  <a:cubicBezTo>
                    <a:pt x="7994" y="6700"/>
                    <a:pt x="8126" y="6671"/>
                    <a:pt x="8228" y="6627"/>
                  </a:cubicBezTo>
                  <a:cubicBezTo>
                    <a:pt x="8331" y="6612"/>
                    <a:pt x="8374" y="6597"/>
                    <a:pt x="8374" y="6597"/>
                  </a:cubicBezTo>
                  <a:cubicBezTo>
                    <a:pt x="8374" y="6589"/>
                    <a:pt x="8371" y="6585"/>
                    <a:pt x="8362" y="6585"/>
                  </a:cubicBezTo>
                  <a:cubicBezTo>
                    <a:pt x="8342" y="6585"/>
                    <a:pt x="8296" y="6606"/>
                    <a:pt x="8213" y="6627"/>
                  </a:cubicBezTo>
                  <a:cubicBezTo>
                    <a:pt x="8111" y="6641"/>
                    <a:pt x="7979" y="6685"/>
                    <a:pt x="7789" y="6715"/>
                  </a:cubicBezTo>
                  <a:cubicBezTo>
                    <a:pt x="7423" y="6817"/>
                    <a:pt x="6896" y="6934"/>
                    <a:pt x="6237" y="7081"/>
                  </a:cubicBezTo>
                  <a:cubicBezTo>
                    <a:pt x="5578" y="7256"/>
                    <a:pt x="4788" y="7432"/>
                    <a:pt x="3939" y="7637"/>
                  </a:cubicBezTo>
                  <a:cubicBezTo>
                    <a:pt x="3822" y="7652"/>
                    <a:pt x="3719" y="7695"/>
                    <a:pt x="3602" y="7710"/>
                  </a:cubicBezTo>
                  <a:cubicBezTo>
                    <a:pt x="3500" y="7725"/>
                    <a:pt x="3382" y="7769"/>
                    <a:pt x="3280" y="7769"/>
                  </a:cubicBezTo>
                  <a:cubicBezTo>
                    <a:pt x="3163" y="7769"/>
                    <a:pt x="3060" y="7739"/>
                    <a:pt x="2958" y="7666"/>
                  </a:cubicBezTo>
                  <a:cubicBezTo>
                    <a:pt x="2870" y="7593"/>
                    <a:pt x="2797" y="7505"/>
                    <a:pt x="2768" y="7403"/>
                  </a:cubicBezTo>
                  <a:cubicBezTo>
                    <a:pt x="2665" y="7183"/>
                    <a:pt x="2636" y="6920"/>
                    <a:pt x="2577" y="6685"/>
                  </a:cubicBezTo>
                  <a:cubicBezTo>
                    <a:pt x="2519" y="6422"/>
                    <a:pt x="2489" y="6188"/>
                    <a:pt x="2431" y="5939"/>
                  </a:cubicBezTo>
                  <a:cubicBezTo>
                    <a:pt x="2255" y="4899"/>
                    <a:pt x="2153" y="3933"/>
                    <a:pt x="2123" y="3040"/>
                  </a:cubicBezTo>
                  <a:cubicBezTo>
                    <a:pt x="2109" y="2601"/>
                    <a:pt x="2109" y="2176"/>
                    <a:pt x="2079" y="1781"/>
                  </a:cubicBezTo>
                  <a:cubicBezTo>
                    <a:pt x="2065" y="1371"/>
                    <a:pt x="1977" y="991"/>
                    <a:pt x="1816" y="698"/>
                  </a:cubicBezTo>
                  <a:cubicBezTo>
                    <a:pt x="1640" y="405"/>
                    <a:pt x="1391" y="171"/>
                    <a:pt x="1128" y="68"/>
                  </a:cubicBezTo>
                  <a:cubicBezTo>
                    <a:pt x="1009" y="19"/>
                    <a:pt x="887" y="0"/>
                    <a:pt x="772"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8" name="Google Shape;558;p32">
              <a:extLst>
                <a:ext uri="{FF2B5EF4-FFF2-40B4-BE49-F238E27FC236}">
                  <a16:creationId xmlns:a16="http://schemas.microsoft.com/office/drawing/2014/main" id="{15E1B5FE-A0DE-5609-1A94-BEC00524EA28}"/>
                </a:ext>
              </a:extLst>
            </p:cNvPr>
            <p:cNvSpPr/>
            <p:nvPr/>
          </p:nvSpPr>
          <p:spPr>
            <a:xfrm>
              <a:off x="504360" y="3303720"/>
              <a:ext cx="24840" cy="42120"/>
            </a:xfrm>
            <a:custGeom>
              <a:avLst/>
              <a:gdLst>
                <a:gd name="textAreaLeft" fmla="*/ 0 w 24840"/>
                <a:gd name="textAreaRight" fmla="*/ 25200 w 24840"/>
                <a:gd name="textAreaTop" fmla="*/ 0 h 42120"/>
                <a:gd name="textAreaBottom" fmla="*/ 42480 h 42120"/>
              </a:gdLst>
              <a:ahLst/>
              <a:cxnLst/>
              <a:rect l="textAreaLeft" t="textAreaTop" r="textAreaRight" b="textAreaBottom"/>
              <a:pathLst>
                <a:path w="469" h="793">
                  <a:moveTo>
                    <a:pt x="451" y="1"/>
                  </a:moveTo>
                  <a:cubicBezTo>
                    <a:pt x="426" y="1"/>
                    <a:pt x="287" y="144"/>
                    <a:pt x="161" y="353"/>
                  </a:cubicBezTo>
                  <a:cubicBezTo>
                    <a:pt x="30" y="573"/>
                    <a:pt x="0" y="792"/>
                    <a:pt x="15" y="792"/>
                  </a:cubicBezTo>
                  <a:cubicBezTo>
                    <a:pt x="44" y="792"/>
                    <a:pt x="117" y="602"/>
                    <a:pt x="235" y="412"/>
                  </a:cubicBezTo>
                  <a:cubicBezTo>
                    <a:pt x="366" y="192"/>
                    <a:pt x="469" y="17"/>
                    <a:pt x="454" y="2"/>
                  </a:cubicBezTo>
                  <a:cubicBezTo>
                    <a:pt x="453" y="1"/>
                    <a:pt x="453" y="1"/>
                    <a:pt x="451"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9" name="Google Shape;559;p32">
              <a:extLst>
                <a:ext uri="{FF2B5EF4-FFF2-40B4-BE49-F238E27FC236}">
                  <a16:creationId xmlns:a16="http://schemas.microsoft.com/office/drawing/2014/main" id="{378A7FBD-9F0B-32E9-ADB6-388EE3C7585E}"/>
                </a:ext>
              </a:extLst>
            </p:cNvPr>
            <p:cNvSpPr/>
            <p:nvPr/>
          </p:nvSpPr>
          <p:spPr>
            <a:xfrm>
              <a:off x="521640" y="3309840"/>
              <a:ext cx="17640" cy="49320"/>
            </a:xfrm>
            <a:custGeom>
              <a:avLst/>
              <a:gdLst>
                <a:gd name="textAreaLeft" fmla="*/ 0 w 17640"/>
                <a:gd name="textAreaRight" fmla="*/ 18000 w 17640"/>
                <a:gd name="textAreaTop" fmla="*/ 0 h 49320"/>
                <a:gd name="textAreaBottom" fmla="*/ 49680 h 49320"/>
              </a:gdLst>
              <a:ahLst/>
              <a:cxnLst/>
              <a:rect l="textAreaLeft" t="textAreaTop" r="textAreaRight" b="textAreaBottom"/>
              <a:pathLst>
                <a:path w="338" h="926">
                  <a:moveTo>
                    <a:pt x="303" y="0"/>
                  </a:moveTo>
                  <a:cubicBezTo>
                    <a:pt x="274" y="0"/>
                    <a:pt x="142" y="183"/>
                    <a:pt x="74" y="442"/>
                  </a:cubicBezTo>
                  <a:cubicBezTo>
                    <a:pt x="0" y="706"/>
                    <a:pt x="59" y="925"/>
                    <a:pt x="74" y="925"/>
                  </a:cubicBezTo>
                  <a:cubicBezTo>
                    <a:pt x="118" y="925"/>
                    <a:pt x="118" y="706"/>
                    <a:pt x="161" y="457"/>
                  </a:cubicBezTo>
                  <a:cubicBezTo>
                    <a:pt x="220" y="193"/>
                    <a:pt x="337" y="18"/>
                    <a:pt x="308" y="3"/>
                  </a:cubicBezTo>
                  <a:cubicBezTo>
                    <a:pt x="307" y="1"/>
                    <a:pt x="305" y="0"/>
                    <a:pt x="303"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24840" bIns="24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0" name="Google Shape;560;p32">
              <a:extLst>
                <a:ext uri="{FF2B5EF4-FFF2-40B4-BE49-F238E27FC236}">
                  <a16:creationId xmlns:a16="http://schemas.microsoft.com/office/drawing/2014/main" id="{F6AA8554-82A2-947E-AC76-34B546529018}"/>
                </a:ext>
              </a:extLst>
            </p:cNvPr>
            <p:cNvSpPr/>
            <p:nvPr/>
          </p:nvSpPr>
          <p:spPr>
            <a:xfrm>
              <a:off x="748080" y="3255120"/>
              <a:ext cx="74520" cy="141840"/>
            </a:xfrm>
            <a:custGeom>
              <a:avLst/>
              <a:gdLst>
                <a:gd name="textAreaLeft" fmla="*/ 0 w 74520"/>
                <a:gd name="textAreaRight" fmla="*/ 74880 w 74520"/>
                <a:gd name="textAreaTop" fmla="*/ 0 h 141840"/>
                <a:gd name="textAreaBottom" fmla="*/ 142200 h 141840"/>
              </a:gdLst>
              <a:ahLst/>
              <a:cxnLst/>
              <a:rect l="textAreaLeft" t="textAreaTop" r="textAreaRight" b="textAreaBottom"/>
              <a:pathLst>
                <a:path w="1392" h="2651">
                  <a:moveTo>
                    <a:pt x="1" y="0"/>
                  </a:moveTo>
                  <a:cubicBezTo>
                    <a:pt x="1" y="0"/>
                    <a:pt x="45" y="147"/>
                    <a:pt x="162" y="396"/>
                  </a:cubicBezTo>
                  <a:cubicBezTo>
                    <a:pt x="264" y="630"/>
                    <a:pt x="440" y="981"/>
                    <a:pt x="615" y="1347"/>
                  </a:cubicBezTo>
                  <a:cubicBezTo>
                    <a:pt x="820" y="1713"/>
                    <a:pt x="981" y="2050"/>
                    <a:pt x="1128" y="2284"/>
                  </a:cubicBezTo>
                  <a:cubicBezTo>
                    <a:pt x="1260" y="2518"/>
                    <a:pt x="1347" y="2650"/>
                    <a:pt x="1362" y="2650"/>
                  </a:cubicBezTo>
                  <a:cubicBezTo>
                    <a:pt x="1391" y="2635"/>
                    <a:pt x="1318" y="2489"/>
                    <a:pt x="1157" y="2240"/>
                  </a:cubicBezTo>
                  <a:cubicBezTo>
                    <a:pt x="1040" y="1977"/>
                    <a:pt x="879" y="1655"/>
                    <a:pt x="689" y="1318"/>
                  </a:cubicBezTo>
                  <a:cubicBezTo>
                    <a:pt x="513" y="966"/>
                    <a:pt x="367" y="659"/>
                    <a:pt x="220" y="381"/>
                  </a:cubicBezTo>
                  <a:cubicBezTo>
                    <a:pt x="88" y="147"/>
                    <a:pt x="15" y="0"/>
                    <a:pt x="1"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70920" bIns="70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1" name="Google Shape;561;p32">
              <a:extLst>
                <a:ext uri="{FF2B5EF4-FFF2-40B4-BE49-F238E27FC236}">
                  <a16:creationId xmlns:a16="http://schemas.microsoft.com/office/drawing/2014/main" id="{12EB4AE5-2A26-05FF-4EED-223C3947550E}"/>
                </a:ext>
              </a:extLst>
            </p:cNvPr>
            <p:cNvSpPr/>
            <p:nvPr/>
          </p:nvSpPr>
          <p:spPr>
            <a:xfrm>
              <a:off x="783360" y="3259800"/>
              <a:ext cx="21600" cy="21600"/>
            </a:xfrm>
            <a:custGeom>
              <a:avLst/>
              <a:gdLst>
                <a:gd name="textAreaLeft" fmla="*/ 0 w 21600"/>
                <a:gd name="textAreaRight" fmla="*/ 21960 w 21600"/>
                <a:gd name="textAreaTop" fmla="*/ 0 h 21600"/>
                <a:gd name="textAreaBottom" fmla="*/ 21960 h 21600"/>
              </a:gdLst>
              <a:ahLst/>
              <a:cxnLst/>
              <a:rect l="textAreaLeft" t="textAreaTop" r="textAreaRight" b="textAreaBottom"/>
              <a:pathLst>
                <a:path w="411" h="408">
                  <a:moveTo>
                    <a:pt x="210" y="0"/>
                  </a:moveTo>
                  <a:cubicBezTo>
                    <a:pt x="166" y="0"/>
                    <a:pt x="147" y="26"/>
                    <a:pt x="147" y="26"/>
                  </a:cubicBezTo>
                  <a:cubicBezTo>
                    <a:pt x="147" y="56"/>
                    <a:pt x="191" y="26"/>
                    <a:pt x="249" y="70"/>
                  </a:cubicBezTo>
                  <a:cubicBezTo>
                    <a:pt x="264" y="100"/>
                    <a:pt x="308" y="144"/>
                    <a:pt x="308" y="173"/>
                  </a:cubicBezTo>
                  <a:cubicBezTo>
                    <a:pt x="308" y="217"/>
                    <a:pt x="293" y="275"/>
                    <a:pt x="235" y="290"/>
                  </a:cubicBezTo>
                  <a:cubicBezTo>
                    <a:pt x="210" y="302"/>
                    <a:pt x="185" y="307"/>
                    <a:pt x="164" y="307"/>
                  </a:cubicBezTo>
                  <a:cubicBezTo>
                    <a:pt x="134" y="307"/>
                    <a:pt x="111" y="298"/>
                    <a:pt x="103" y="290"/>
                  </a:cubicBezTo>
                  <a:cubicBezTo>
                    <a:pt x="74" y="246"/>
                    <a:pt x="74" y="217"/>
                    <a:pt x="74" y="173"/>
                  </a:cubicBezTo>
                  <a:cubicBezTo>
                    <a:pt x="74" y="100"/>
                    <a:pt x="117" y="85"/>
                    <a:pt x="117" y="70"/>
                  </a:cubicBezTo>
                  <a:cubicBezTo>
                    <a:pt x="117" y="70"/>
                    <a:pt x="117" y="64"/>
                    <a:pt x="109" y="64"/>
                  </a:cubicBezTo>
                  <a:cubicBezTo>
                    <a:pt x="104" y="64"/>
                    <a:pt x="98" y="65"/>
                    <a:pt x="88" y="70"/>
                  </a:cubicBezTo>
                  <a:cubicBezTo>
                    <a:pt x="74" y="85"/>
                    <a:pt x="30" y="100"/>
                    <a:pt x="15" y="158"/>
                  </a:cubicBezTo>
                  <a:cubicBezTo>
                    <a:pt x="0" y="217"/>
                    <a:pt x="0" y="290"/>
                    <a:pt x="44" y="348"/>
                  </a:cubicBezTo>
                  <a:cubicBezTo>
                    <a:pt x="77" y="390"/>
                    <a:pt x="129" y="408"/>
                    <a:pt x="181" y="408"/>
                  </a:cubicBezTo>
                  <a:cubicBezTo>
                    <a:pt x="221" y="408"/>
                    <a:pt x="261" y="397"/>
                    <a:pt x="293" y="378"/>
                  </a:cubicBezTo>
                  <a:cubicBezTo>
                    <a:pt x="352" y="348"/>
                    <a:pt x="410" y="246"/>
                    <a:pt x="396" y="173"/>
                  </a:cubicBezTo>
                  <a:cubicBezTo>
                    <a:pt x="381" y="100"/>
                    <a:pt x="322" y="56"/>
                    <a:pt x="293" y="26"/>
                  </a:cubicBezTo>
                  <a:cubicBezTo>
                    <a:pt x="259" y="7"/>
                    <a:pt x="231" y="0"/>
                    <a:pt x="210" y="0"/>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2" name="Google Shape;562;p32">
              <a:extLst>
                <a:ext uri="{FF2B5EF4-FFF2-40B4-BE49-F238E27FC236}">
                  <a16:creationId xmlns:a16="http://schemas.microsoft.com/office/drawing/2014/main" id="{975E78A6-5410-F895-2ADC-EFD484378EEC}"/>
                </a:ext>
              </a:extLst>
            </p:cNvPr>
            <p:cNvSpPr/>
            <p:nvPr/>
          </p:nvSpPr>
          <p:spPr>
            <a:xfrm>
              <a:off x="340920" y="3285000"/>
              <a:ext cx="533520" cy="200520"/>
            </a:xfrm>
            <a:custGeom>
              <a:avLst/>
              <a:gdLst>
                <a:gd name="textAreaLeft" fmla="*/ 0 w 533520"/>
                <a:gd name="textAreaRight" fmla="*/ 533880 w 533520"/>
                <a:gd name="textAreaTop" fmla="*/ 0 h 200520"/>
                <a:gd name="textAreaBottom" fmla="*/ 200880 h 200520"/>
              </a:gdLst>
              <a:ahLst/>
              <a:cxnLst/>
              <a:rect l="textAreaLeft" t="textAreaTop" r="textAreaRight" b="textAreaBottom"/>
              <a:pathLst>
                <a:path w="9941" h="3741">
                  <a:moveTo>
                    <a:pt x="0" y="1"/>
                  </a:moveTo>
                  <a:cubicBezTo>
                    <a:pt x="0" y="1"/>
                    <a:pt x="0" y="59"/>
                    <a:pt x="15" y="132"/>
                  </a:cubicBezTo>
                  <a:cubicBezTo>
                    <a:pt x="44" y="220"/>
                    <a:pt x="74" y="337"/>
                    <a:pt x="117" y="484"/>
                  </a:cubicBezTo>
                  <a:cubicBezTo>
                    <a:pt x="205" y="776"/>
                    <a:pt x="308" y="1216"/>
                    <a:pt x="527" y="1728"/>
                  </a:cubicBezTo>
                  <a:cubicBezTo>
                    <a:pt x="747" y="2240"/>
                    <a:pt x="1113" y="2841"/>
                    <a:pt x="1728" y="3280"/>
                  </a:cubicBezTo>
                  <a:cubicBezTo>
                    <a:pt x="2035" y="3499"/>
                    <a:pt x="2401" y="3660"/>
                    <a:pt x="2796" y="3719"/>
                  </a:cubicBezTo>
                  <a:cubicBezTo>
                    <a:pt x="2899" y="3734"/>
                    <a:pt x="3002" y="3740"/>
                    <a:pt x="3106" y="3740"/>
                  </a:cubicBezTo>
                  <a:cubicBezTo>
                    <a:pt x="3418" y="3740"/>
                    <a:pt x="3733" y="3682"/>
                    <a:pt x="4041" y="3617"/>
                  </a:cubicBezTo>
                  <a:cubicBezTo>
                    <a:pt x="5666" y="3148"/>
                    <a:pt x="7159" y="2709"/>
                    <a:pt x="8213" y="2401"/>
                  </a:cubicBezTo>
                  <a:cubicBezTo>
                    <a:pt x="8755" y="2240"/>
                    <a:pt x="9165" y="2109"/>
                    <a:pt x="9487" y="2021"/>
                  </a:cubicBezTo>
                  <a:cubicBezTo>
                    <a:pt x="9633" y="1962"/>
                    <a:pt x="9736" y="1933"/>
                    <a:pt x="9823" y="1904"/>
                  </a:cubicBezTo>
                  <a:cubicBezTo>
                    <a:pt x="9897" y="1889"/>
                    <a:pt x="9941" y="1874"/>
                    <a:pt x="9941" y="1874"/>
                  </a:cubicBezTo>
                  <a:lnTo>
                    <a:pt x="9941" y="1874"/>
                  </a:lnTo>
                  <a:cubicBezTo>
                    <a:pt x="9941" y="1874"/>
                    <a:pt x="9882" y="1889"/>
                    <a:pt x="9794" y="1889"/>
                  </a:cubicBezTo>
                  <a:cubicBezTo>
                    <a:pt x="9706" y="1904"/>
                    <a:pt x="9589" y="1948"/>
                    <a:pt x="9443" y="1977"/>
                  </a:cubicBezTo>
                  <a:cubicBezTo>
                    <a:pt x="9135" y="2065"/>
                    <a:pt x="8711" y="2182"/>
                    <a:pt x="8184" y="2328"/>
                  </a:cubicBezTo>
                  <a:cubicBezTo>
                    <a:pt x="7100" y="2621"/>
                    <a:pt x="5637" y="3046"/>
                    <a:pt x="4012" y="3499"/>
                  </a:cubicBezTo>
                  <a:cubicBezTo>
                    <a:pt x="3714" y="3574"/>
                    <a:pt x="3416" y="3625"/>
                    <a:pt x="3124" y="3625"/>
                  </a:cubicBezTo>
                  <a:cubicBezTo>
                    <a:pt x="3014" y="3625"/>
                    <a:pt x="2905" y="3618"/>
                    <a:pt x="2796" y="3602"/>
                  </a:cubicBezTo>
                  <a:cubicBezTo>
                    <a:pt x="2401" y="3558"/>
                    <a:pt x="2050" y="3382"/>
                    <a:pt x="1757" y="3192"/>
                  </a:cubicBezTo>
                  <a:cubicBezTo>
                    <a:pt x="1171" y="2767"/>
                    <a:pt x="806" y="2182"/>
                    <a:pt x="586" y="1684"/>
                  </a:cubicBezTo>
                  <a:cubicBezTo>
                    <a:pt x="366" y="1186"/>
                    <a:pt x="235" y="747"/>
                    <a:pt x="147" y="454"/>
                  </a:cubicBezTo>
                  <a:cubicBezTo>
                    <a:pt x="88" y="308"/>
                    <a:pt x="59" y="206"/>
                    <a:pt x="44" y="118"/>
                  </a:cubicBezTo>
                  <a:cubicBezTo>
                    <a:pt x="15" y="45"/>
                    <a:pt x="0" y="1"/>
                    <a:pt x="0" y="1"/>
                  </a:cubicBezTo>
                  <a:close/>
                </a:path>
              </a:pathLst>
            </a:custGeom>
            <a:solidFill>
              <a:srgbClr val="FFFFFF">
                <a:alpha val="18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93" name="PlaceHolder 2">
            <a:extLst>
              <a:ext uri="{FF2B5EF4-FFF2-40B4-BE49-F238E27FC236}">
                <a16:creationId xmlns:a16="http://schemas.microsoft.com/office/drawing/2014/main" id="{0AA812AF-AF2D-986F-097F-707220F6D493}"/>
              </a:ext>
            </a:extLst>
          </p:cNvPr>
          <p:cNvSpPr>
            <a:spLocks noGrp="1"/>
          </p:cNvSpPr>
          <p:nvPr>
            <p:ph type="title"/>
          </p:nvPr>
        </p:nvSpPr>
        <p:spPr>
          <a:xfrm>
            <a:off x="4462985" y="867604"/>
            <a:ext cx="4085269" cy="3475795"/>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1200" b="1" u="none" strike="noStrike" dirty="0">
                <a:solidFill>
                  <a:schemeClr val="dk1"/>
                </a:solidFill>
                <a:effectLst/>
                <a:uFillTx/>
                <a:latin typeface="Karla" pitchFamily="2" charset="0"/>
              </a:rPr>
              <a:t>Objective:</a:t>
            </a:r>
            <a:br>
              <a:rPr lang="en-US" sz="1200" b="1" u="none" strike="noStrike" dirty="0">
                <a:solidFill>
                  <a:schemeClr val="dk1"/>
                </a:solidFill>
                <a:effectLst/>
                <a:uFillTx/>
                <a:latin typeface="Karla" pitchFamily="2" charset="0"/>
              </a:rPr>
            </a:br>
            <a:r>
              <a:rPr lang="en-US" sz="1200" b="1" u="none" strike="noStrike" dirty="0">
                <a:solidFill>
                  <a:schemeClr val="dk1"/>
                </a:solidFill>
                <a:effectLst/>
                <a:uFillTx/>
                <a:latin typeface="Karla" pitchFamily="2" charset="0"/>
              </a:rPr>
              <a:t> </a:t>
            </a:r>
            <a:r>
              <a:rPr lang="en-US" sz="1200" b="0" u="none" strike="noStrike" dirty="0">
                <a:solidFill>
                  <a:schemeClr val="dk1"/>
                </a:solidFill>
                <a:effectLst/>
                <a:uFillTx/>
                <a:latin typeface="Karla" pitchFamily="2" charset="0"/>
              </a:rPr>
              <a:t>Grow subscription base through actionable, data-driven insights</a:t>
            </a:r>
            <a:br>
              <a:rPr lang="en-US" sz="1200" b="0" u="none" strike="noStrike" dirty="0">
                <a:solidFill>
                  <a:schemeClr val="dk1"/>
                </a:solidFill>
                <a:effectLst/>
                <a:uFillTx/>
                <a:latin typeface="Karla" pitchFamily="2" charset="0"/>
              </a:rPr>
            </a:br>
            <a:br>
              <a:rPr lang="en-US" sz="1200" b="0" u="none" strike="noStrike" dirty="0">
                <a:solidFill>
                  <a:schemeClr val="dk1"/>
                </a:solidFill>
                <a:effectLst/>
                <a:uFillTx/>
                <a:latin typeface="Karla" pitchFamily="2" charset="0"/>
              </a:rPr>
            </a:br>
            <a:r>
              <a:rPr lang="en-US" sz="1200" b="1" u="none" strike="noStrike" dirty="0">
                <a:solidFill>
                  <a:schemeClr val="dk1"/>
                </a:solidFill>
                <a:effectLst/>
                <a:uFillTx/>
                <a:latin typeface="Karla" pitchFamily="2" charset="0"/>
              </a:rPr>
              <a:t>Data:</a:t>
            </a:r>
            <a:br>
              <a:rPr lang="en-US" sz="1200" b="0" u="none" strike="noStrike" dirty="0">
                <a:solidFill>
                  <a:schemeClr val="dk1"/>
                </a:solidFill>
                <a:effectLst/>
                <a:uFillTx/>
                <a:latin typeface="Karla" pitchFamily="2" charset="0"/>
              </a:rPr>
            </a:br>
            <a:r>
              <a:rPr lang="en-US" sz="1200" b="0" u="none" strike="noStrike" dirty="0">
                <a:solidFill>
                  <a:schemeClr val="dk1"/>
                </a:solidFill>
                <a:effectLst/>
                <a:uFillTx/>
                <a:latin typeface="Karla" pitchFamily="2" charset="0"/>
              </a:rPr>
              <a:t>• User Profiles (demographics)</a:t>
            </a:r>
            <a:br>
              <a:rPr lang="en-US" sz="1200" b="0" u="none" strike="noStrike" dirty="0">
                <a:solidFill>
                  <a:schemeClr val="dk1"/>
                </a:solidFill>
                <a:effectLst/>
                <a:uFillTx/>
                <a:latin typeface="Karla" pitchFamily="2" charset="0"/>
              </a:rPr>
            </a:br>
            <a:r>
              <a:rPr lang="en-US" sz="1200" b="0" u="none" strike="noStrike" dirty="0">
                <a:solidFill>
                  <a:schemeClr val="dk1"/>
                </a:solidFill>
                <a:effectLst/>
                <a:uFillTx/>
                <a:latin typeface="Karla" pitchFamily="2" charset="0"/>
              </a:rPr>
              <a:t>• Viewership Transactions (SA time)</a:t>
            </a:r>
            <a:br>
              <a:rPr lang="en-US" sz="1200" b="0" u="none" strike="noStrike" dirty="0">
                <a:solidFill>
                  <a:schemeClr val="dk1"/>
                </a:solidFill>
                <a:effectLst/>
                <a:uFillTx/>
                <a:latin typeface="Karla" pitchFamily="2" charset="0"/>
              </a:rPr>
            </a:br>
            <a:br>
              <a:rPr lang="en-US" sz="1200" b="0" u="none" strike="noStrike" dirty="0">
                <a:solidFill>
                  <a:schemeClr val="dk1"/>
                </a:solidFill>
                <a:effectLst/>
                <a:uFillTx/>
                <a:latin typeface="Karla" pitchFamily="2" charset="0"/>
              </a:rPr>
            </a:br>
            <a:r>
              <a:rPr lang="en-US" sz="1200" b="1" u="none" strike="noStrike" dirty="0">
                <a:solidFill>
                  <a:schemeClr val="dk1"/>
                </a:solidFill>
                <a:effectLst/>
                <a:uFillTx/>
                <a:latin typeface="Karla" pitchFamily="2" charset="0"/>
              </a:rPr>
              <a:t>Agenda:</a:t>
            </a:r>
            <a:br>
              <a:rPr lang="en-US" sz="1200" b="0" u="none" strike="noStrike" dirty="0">
                <a:solidFill>
                  <a:schemeClr val="dk1"/>
                </a:solidFill>
                <a:effectLst/>
                <a:uFillTx/>
                <a:latin typeface="Karla" pitchFamily="2" charset="0"/>
              </a:rPr>
            </a:br>
            <a:r>
              <a:rPr lang="en-US" sz="1200" b="0" u="none" strike="noStrike" dirty="0">
                <a:solidFill>
                  <a:schemeClr val="dk1"/>
                </a:solidFill>
                <a:effectLst/>
                <a:uFillTx/>
                <a:latin typeface="Karla" pitchFamily="2" charset="0"/>
              </a:rPr>
              <a:t>User &amp; usage trends</a:t>
            </a:r>
            <a:br>
              <a:rPr lang="en-US" sz="1200" b="0" u="none" strike="noStrike" dirty="0">
                <a:solidFill>
                  <a:schemeClr val="dk1"/>
                </a:solidFill>
                <a:effectLst/>
                <a:uFillTx/>
                <a:latin typeface="Karla" pitchFamily="2" charset="0"/>
              </a:rPr>
            </a:br>
            <a:r>
              <a:rPr lang="en-US" sz="1200" b="0" u="none" strike="noStrike" dirty="0">
                <a:solidFill>
                  <a:schemeClr val="dk1"/>
                </a:solidFill>
                <a:effectLst/>
                <a:uFillTx/>
                <a:latin typeface="Karla" pitchFamily="2" charset="0"/>
              </a:rPr>
              <a:t>Consumption drivers</a:t>
            </a:r>
            <a:br>
              <a:rPr lang="en-US" sz="1200" b="0" u="none" strike="noStrike" dirty="0">
                <a:solidFill>
                  <a:schemeClr val="dk1"/>
                </a:solidFill>
                <a:effectLst/>
                <a:uFillTx/>
                <a:latin typeface="Karla" pitchFamily="2" charset="0"/>
              </a:rPr>
            </a:br>
            <a:br>
              <a:rPr lang="en-US" sz="1200" b="0" u="none" strike="noStrike" dirty="0">
                <a:solidFill>
                  <a:schemeClr val="dk1"/>
                </a:solidFill>
                <a:effectLst/>
                <a:uFillTx/>
                <a:latin typeface="Karla" pitchFamily="2" charset="0"/>
              </a:rPr>
            </a:br>
            <a:r>
              <a:rPr lang="en-US" sz="1200" b="1" u="none" strike="noStrike" dirty="0">
                <a:solidFill>
                  <a:schemeClr val="dk1"/>
                </a:solidFill>
                <a:effectLst/>
                <a:uFillTx/>
                <a:latin typeface="Karla" pitchFamily="2" charset="0"/>
              </a:rPr>
              <a:t>Recommendations</a:t>
            </a:r>
            <a:r>
              <a:rPr lang="en-US" sz="1200" b="0" u="none" strike="noStrike" dirty="0">
                <a:solidFill>
                  <a:schemeClr val="dk1"/>
                </a:solidFill>
                <a:effectLst/>
                <a:uFillTx/>
                <a:latin typeface="Karla" pitchFamily="2" charset="0"/>
              </a:rPr>
              <a:t>: </a:t>
            </a:r>
            <a:br>
              <a:rPr lang="en-US" sz="1200" b="0" u="none" strike="noStrike" dirty="0">
                <a:solidFill>
                  <a:schemeClr val="dk1"/>
                </a:solidFill>
                <a:effectLst/>
                <a:uFillTx/>
                <a:latin typeface="Karla" pitchFamily="2" charset="0"/>
              </a:rPr>
            </a:br>
            <a:r>
              <a:rPr lang="en-US" sz="1200" b="0" u="none" strike="noStrike" dirty="0">
                <a:solidFill>
                  <a:schemeClr val="dk1"/>
                </a:solidFill>
                <a:effectLst/>
                <a:uFillTx/>
                <a:latin typeface="Karla" pitchFamily="2" charset="0"/>
              </a:rPr>
              <a:t>content strategy + growth initiatives</a:t>
            </a:r>
            <a:br>
              <a:rPr lang="en-US" sz="1200" b="0" u="none" strike="noStrike" dirty="0">
                <a:solidFill>
                  <a:schemeClr val="dk1"/>
                </a:solidFill>
                <a:effectLst/>
                <a:uFillTx/>
                <a:latin typeface="Karla" pitchFamily="2" charset="0"/>
              </a:rPr>
            </a:br>
            <a:br>
              <a:rPr lang="en-US" sz="1200" b="0" u="none" strike="noStrike" dirty="0">
                <a:solidFill>
                  <a:schemeClr val="dk1"/>
                </a:solidFill>
                <a:effectLst/>
                <a:uFillTx/>
                <a:latin typeface="Karla" pitchFamily="2" charset="0"/>
              </a:rPr>
            </a:br>
            <a:r>
              <a:rPr lang="en-US" sz="1200" b="1" u="none" strike="noStrike" dirty="0">
                <a:solidFill>
                  <a:schemeClr val="dk1"/>
                </a:solidFill>
                <a:effectLst/>
                <a:uFillTx/>
                <a:latin typeface="Karla" pitchFamily="2" charset="0"/>
              </a:rPr>
              <a:t>Key Message: </a:t>
            </a:r>
            <a:r>
              <a:rPr lang="en-US" sz="1200" b="0" u="none" strike="noStrike" dirty="0">
                <a:solidFill>
                  <a:schemeClr val="dk1"/>
                </a:solidFill>
                <a:effectLst/>
                <a:uFillTx/>
                <a:latin typeface="Karla" pitchFamily="2" charset="0"/>
              </a:rPr>
              <a:t>Strong core audience — clear opportunities to increase consumption and acquisition this quarter</a:t>
            </a:r>
            <a:endParaRPr lang="fr-FR" sz="1200" b="0" u="none" strike="noStrike" dirty="0">
              <a:solidFill>
                <a:schemeClr val="dk1"/>
              </a:solidFill>
              <a:effectLst/>
              <a:uFillTx/>
              <a:latin typeface="Karla" pitchFamily="2" charset="0"/>
            </a:endParaRPr>
          </a:p>
        </p:txBody>
      </p:sp>
      <p:sp>
        <p:nvSpPr>
          <p:cNvPr id="3" name="Title 2">
            <a:extLst>
              <a:ext uri="{FF2B5EF4-FFF2-40B4-BE49-F238E27FC236}">
                <a16:creationId xmlns:a16="http://schemas.microsoft.com/office/drawing/2014/main" id="{9A0E0076-2C3D-FBD0-29E6-4DC95D485C93}"/>
              </a:ext>
            </a:extLst>
          </p:cNvPr>
          <p:cNvSpPr>
            <a:spLocks noGrp="1"/>
          </p:cNvSpPr>
          <p:nvPr>
            <p:ph type="title"/>
          </p:nvPr>
        </p:nvSpPr>
        <p:spPr>
          <a:xfrm>
            <a:off x="3427494" y="177545"/>
            <a:ext cx="3376080" cy="563793"/>
          </a:xfrm>
        </p:spPr>
        <p:txBody>
          <a:bodyPr/>
          <a:lstStyle/>
          <a:p>
            <a:r>
              <a:rPr lang="en-ZA" sz="2400" dirty="0">
                <a:latin typeface="Archivo Black"/>
              </a:rPr>
              <a:t>Presentation overview </a:t>
            </a:r>
          </a:p>
        </p:txBody>
      </p:sp>
    </p:spTree>
    <p:extLst>
      <p:ext uri="{BB962C8B-B14F-4D97-AF65-F5344CB8AC3E}">
        <p14:creationId xmlns:p14="http://schemas.microsoft.com/office/powerpoint/2010/main" val="1795259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Rectangle 577"/>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579" name="Rectangle 578"/>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dirty="0">
                <a:solidFill>
                  <a:schemeClr val="dk1"/>
                </a:solidFill>
                <a:effectLst/>
                <a:uFillTx/>
                <a:latin typeface="Archivo Black"/>
              </a:rPr>
              <a:t>Understanding our User Base</a:t>
            </a:r>
            <a:endParaRPr lang="en-US" sz="4000" b="0" u="none" strike="noStrike" dirty="0">
              <a:solidFill>
                <a:srgbClr val="000000"/>
              </a:solidFill>
              <a:effectLst/>
              <a:uFillTx/>
              <a:latin typeface="OpenSymbol"/>
            </a:endParaRPr>
          </a:p>
        </p:txBody>
      </p:sp>
      <p:pic>
        <p:nvPicPr>
          <p:cNvPr id="580" name="image69d2242596990" descr="image69d2242596996"/>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 name="PlaceHolder 1"/>
          <p:cNvSpPr>
            <a:spLocks noGrp="1"/>
          </p:cNvSpPr>
          <p:nvPr>
            <p:ph type="title"/>
          </p:nvPr>
        </p:nvSpPr>
        <p:spPr>
          <a:xfrm>
            <a:off x="723959" y="447840"/>
            <a:ext cx="5655409"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1" u="none" strike="noStrike" dirty="0">
                <a:solidFill>
                  <a:schemeClr val="dk1"/>
                </a:solidFill>
                <a:effectLst/>
                <a:uFillTx/>
                <a:latin typeface="Archivo Black"/>
                <a:ea typeface="Archivo Black"/>
              </a:rPr>
              <a:t>User demographics &amp; segments</a:t>
            </a:r>
            <a:endParaRPr lang="fr-FR" sz="3000" b="0" u="none" strike="noStrike" dirty="0">
              <a:solidFill>
                <a:schemeClr val="dk1"/>
              </a:solidFill>
              <a:effectLst/>
              <a:uFillTx/>
              <a:latin typeface="Arial"/>
            </a:endParaRPr>
          </a:p>
        </p:txBody>
      </p:sp>
      <p:sp>
        <p:nvSpPr>
          <p:cNvPr id="620" name="PlaceHolder 2"/>
          <p:cNvSpPr>
            <a:spLocks noGrp="1"/>
          </p:cNvSpPr>
          <p:nvPr>
            <p:ph/>
          </p:nvPr>
        </p:nvSpPr>
        <p:spPr>
          <a:xfrm>
            <a:off x="622683" y="1301043"/>
            <a:ext cx="4047840" cy="2185082"/>
          </a:xfrm>
          <a:prstGeom prst="rect">
            <a:avLst/>
          </a:prstGeom>
          <a:noFill/>
          <a:ln w="0">
            <a:noFill/>
          </a:ln>
        </p:spPr>
        <p:txBody>
          <a:bodyPr lIns="91440" tIns="91440" rIns="91440" bIns="91440" anchor="t">
            <a:normAutofit fontScale="47500" lnSpcReduction="20000"/>
          </a:bodyPr>
          <a:lstStyle/>
          <a:p>
            <a:pPr indent="0">
              <a:lnSpc>
                <a:spcPct val="150000"/>
              </a:lnSpc>
              <a:buNone/>
              <a:tabLst>
                <a:tab pos="0" algn="l"/>
              </a:tabLst>
            </a:pPr>
            <a:r>
              <a:rPr lang="en-US" dirty="0"/>
              <a:t>Our core audience is predominantly male and lives in Gauteng. This presents a significant opportunity to expand our user base by creating targeted acquisition campaigns for women and for subscribers in under-penetrated provinces like the Free State and Northern Cape</a:t>
            </a:r>
            <a:endParaRPr lang="fr-FR" sz="1600" b="0" u="none" strike="noStrike" dirty="0">
              <a:solidFill>
                <a:srgbClr val="000000"/>
              </a:solidFill>
              <a:effectLst/>
              <a:uFillTx/>
              <a:latin typeface="Arial"/>
            </a:endParaRPr>
          </a:p>
          <a:p>
            <a:pPr indent="0">
              <a:lnSpc>
                <a:spcPct val="150000"/>
              </a:lnSpc>
              <a:buNone/>
              <a:tabLst>
                <a:tab pos="0" algn="l"/>
              </a:tabLst>
            </a:pPr>
            <a:endParaRPr lang="fr-FR" sz="1600" b="0" u="none" strike="noStrike" dirty="0">
              <a:solidFill>
                <a:srgbClr val="000000"/>
              </a:solidFill>
              <a:effectLst/>
              <a:uFillTx/>
              <a:latin typeface="Arial"/>
            </a:endParaRPr>
          </a:p>
        </p:txBody>
      </p:sp>
      <p:grpSp>
        <p:nvGrpSpPr>
          <p:cNvPr id="662" name="Google Shape;1363;p49"/>
          <p:cNvGrpSpPr/>
          <p:nvPr/>
        </p:nvGrpSpPr>
        <p:grpSpPr>
          <a:xfrm>
            <a:off x="0" y="916560"/>
            <a:ext cx="622800" cy="618840"/>
            <a:chOff x="0" y="916560"/>
            <a:chExt cx="622800" cy="618840"/>
          </a:xfrm>
        </p:grpSpPr>
        <p:sp>
          <p:nvSpPr>
            <p:cNvPr id="663" name="Google Shape;1364;p49"/>
            <p:cNvSpPr/>
            <p:nvPr/>
          </p:nvSpPr>
          <p:spPr>
            <a:xfrm rot="2517600">
              <a:off x="79560" y="1018080"/>
              <a:ext cx="463680" cy="415440"/>
            </a:xfrm>
            <a:prstGeom prst="wedgeEllipseCallout">
              <a:avLst>
                <a:gd name="adj1" fmla="val -20833"/>
                <a:gd name="adj2" fmla="val 625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4" name="Google Shape;1365;p49"/>
            <p:cNvSpPr/>
            <p:nvPr/>
          </p:nvSpPr>
          <p:spPr>
            <a:xfrm rot="1928400">
              <a:off x="248400" y="1114200"/>
              <a:ext cx="166680" cy="223200"/>
            </a:xfrm>
            <a:custGeom>
              <a:avLst/>
              <a:gdLst>
                <a:gd name="textAreaLeft" fmla="*/ 0 w 166680"/>
                <a:gd name="textAreaRight" fmla="*/ 167040 w 166680"/>
                <a:gd name="textAreaTop" fmla="*/ 0 h 223200"/>
                <a:gd name="textAreaBottom" fmla="*/ 223560 h 223200"/>
              </a:gdLst>
              <a:ahLst/>
              <a:cxnLst/>
              <a:rect l="textAreaLeft" t="textAreaTop" r="textAreaRight" b="textAreaBottom"/>
              <a:pathLst>
                <a:path w="1172" h="1569">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aphicFrame>
        <p:nvGraphicFramePr>
          <p:cNvPr id="4" name="Chart 3">
            <a:extLst>
              <a:ext uri="{FF2B5EF4-FFF2-40B4-BE49-F238E27FC236}">
                <a16:creationId xmlns:a16="http://schemas.microsoft.com/office/drawing/2014/main" id="{BD683E68-BA05-ED6F-CB63-1CEEDD73CDAC}"/>
              </a:ext>
            </a:extLst>
          </p:cNvPr>
          <p:cNvGraphicFramePr>
            <a:graphicFrameLocks/>
          </p:cNvGraphicFramePr>
          <p:nvPr>
            <p:extLst>
              <p:ext uri="{D42A27DB-BD31-4B8C-83A1-F6EECF244321}">
                <p14:modId xmlns:p14="http://schemas.microsoft.com/office/powerpoint/2010/main" val="1358461372"/>
              </p:ext>
            </p:extLst>
          </p:nvPr>
        </p:nvGraphicFramePr>
        <p:xfrm>
          <a:off x="4185748" y="1484969"/>
          <a:ext cx="5803900" cy="3562350"/>
        </p:xfrm>
        <a:graphic>
          <a:graphicData uri="http://schemas.openxmlformats.org/drawingml/2006/chart">
            <c:chart xmlns:c="http://schemas.openxmlformats.org/drawingml/2006/chart" xmlns:r="http://schemas.openxmlformats.org/officeDocument/2006/relationships" r:id="rId2"/>
          </a:graphicData>
        </a:graphic>
      </p:graphicFrame>
      <p:pic>
        <p:nvPicPr>
          <p:cNvPr id="3" name="Picture 2">
            <a:extLst>
              <a:ext uri="{FF2B5EF4-FFF2-40B4-BE49-F238E27FC236}">
                <a16:creationId xmlns:a16="http://schemas.microsoft.com/office/drawing/2014/main" id="{E7FBE97F-7A8C-7A91-8ACD-18E418B21394}"/>
              </a:ext>
            </a:extLst>
          </p:cNvPr>
          <p:cNvPicPr>
            <a:picLocks noChangeAspect="1"/>
          </p:cNvPicPr>
          <p:nvPr/>
        </p:nvPicPr>
        <p:blipFill>
          <a:blip r:embed="rId3"/>
          <a:srcRect l="2033" t="5881" r="31202" b="6605"/>
          <a:stretch>
            <a:fillRect/>
          </a:stretch>
        </p:blipFill>
        <p:spPr>
          <a:xfrm>
            <a:off x="474360" y="3608227"/>
            <a:ext cx="3711388" cy="123641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 name="Rectangle 664"/>
          <p:cNvSpPr/>
          <p:nvPr/>
        </p:nvSpPr>
        <p:spPr>
          <a:xfrm>
            <a:off x="720000" y="444960"/>
            <a:ext cx="4466160" cy="572400"/>
          </a:xfrm>
          <a:prstGeom prst="rect">
            <a:avLst/>
          </a:prstGeom>
          <a:noFill/>
          <a:ln w="0">
            <a:noFill/>
          </a:ln>
        </p:spPr>
        <p:style>
          <a:lnRef idx="0">
            <a:scrgbClr r="0" g="0" b="0"/>
          </a:lnRef>
          <a:fillRef idx="0">
            <a:scrgbClr r="0" g="0" b="0"/>
          </a:fillRef>
          <a:effectRef idx="0">
            <a:scrgbClr r="0" g="0" b="0"/>
          </a:effectRef>
          <a:fontRef idx="minor"/>
        </p:style>
        <p:txBody>
          <a:bodyPr lIns="91440" tIns="91440" rIns="91440" bIns="91440" anchor="t">
            <a:normAutofit/>
          </a:bodyPr>
          <a:lstStyle/>
          <a:p>
            <a:pPr>
              <a:lnSpc>
                <a:spcPct val="90000"/>
              </a:lnSpc>
              <a:spcBef>
                <a:spcPct val="0"/>
              </a:spcBef>
              <a:spcAft>
                <a:spcPts val="600"/>
              </a:spcAft>
              <a:tabLst>
                <a:tab pos="0" algn="l"/>
              </a:tabLst>
            </a:pPr>
            <a:endParaRPr lang="fr-FR" sz="2300" kern="1200" dirty="0">
              <a:solidFill>
                <a:schemeClr val="dk1"/>
              </a:solidFill>
              <a:latin typeface="Arial"/>
              <a:ea typeface="+mj-ea"/>
              <a:cs typeface="+mj-cs"/>
            </a:endParaRPr>
          </a:p>
        </p:txBody>
      </p:sp>
      <p:sp>
        <p:nvSpPr>
          <p:cNvPr id="8" name="Title 7">
            <a:extLst>
              <a:ext uri="{FF2B5EF4-FFF2-40B4-BE49-F238E27FC236}">
                <a16:creationId xmlns:a16="http://schemas.microsoft.com/office/drawing/2014/main" id="{4AE2A148-13E7-5A58-42B0-DC4B9D2D7971}"/>
              </a:ext>
            </a:extLst>
          </p:cNvPr>
          <p:cNvSpPr>
            <a:spLocks noGrp="1"/>
          </p:cNvSpPr>
          <p:nvPr>
            <p:ph type="title"/>
          </p:nvPr>
        </p:nvSpPr>
        <p:spPr/>
        <p:txBody>
          <a:bodyPr/>
          <a:lstStyle/>
          <a:p>
            <a:r>
              <a:rPr lang="en-ZA" sz="3600" b="1" dirty="0">
                <a:latin typeface="Archivo Black"/>
              </a:rPr>
              <a:t>Viewership Analytics </a:t>
            </a:r>
          </a:p>
        </p:txBody>
      </p:sp>
      <p:pic>
        <p:nvPicPr>
          <p:cNvPr id="11" name="Picture 10">
            <a:extLst>
              <a:ext uri="{FF2B5EF4-FFF2-40B4-BE49-F238E27FC236}">
                <a16:creationId xmlns:a16="http://schemas.microsoft.com/office/drawing/2014/main" id="{3CEE1565-24AA-3BB5-52C1-4586A7A9E19C}"/>
              </a:ext>
            </a:extLst>
          </p:cNvPr>
          <p:cNvPicPr>
            <a:picLocks noChangeAspect="1"/>
          </p:cNvPicPr>
          <p:nvPr/>
        </p:nvPicPr>
        <p:blipFill>
          <a:blip r:embed="rId2"/>
          <a:stretch>
            <a:fillRect/>
          </a:stretch>
        </p:blipFill>
        <p:spPr>
          <a:xfrm>
            <a:off x="191446" y="1217386"/>
            <a:ext cx="4380554" cy="1554390"/>
          </a:xfrm>
          <a:prstGeom prst="rect">
            <a:avLst/>
          </a:prstGeom>
        </p:spPr>
      </p:pic>
      <p:pic>
        <p:nvPicPr>
          <p:cNvPr id="13" name="Picture 12">
            <a:extLst>
              <a:ext uri="{FF2B5EF4-FFF2-40B4-BE49-F238E27FC236}">
                <a16:creationId xmlns:a16="http://schemas.microsoft.com/office/drawing/2014/main" id="{45819212-BB69-6867-6018-1B00B8ED384A}"/>
              </a:ext>
            </a:extLst>
          </p:cNvPr>
          <p:cNvPicPr>
            <a:picLocks noChangeAspect="1"/>
          </p:cNvPicPr>
          <p:nvPr/>
        </p:nvPicPr>
        <p:blipFill>
          <a:blip r:embed="rId3"/>
          <a:stretch>
            <a:fillRect/>
          </a:stretch>
        </p:blipFill>
        <p:spPr>
          <a:xfrm>
            <a:off x="4572000" y="1217385"/>
            <a:ext cx="4474029" cy="1554389"/>
          </a:xfrm>
          <a:prstGeom prst="rect">
            <a:avLst/>
          </a:prstGeom>
        </p:spPr>
      </p:pic>
      <p:pic>
        <p:nvPicPr>
          <p:cNvPr id="15" name="Picture 14">
            <a:extLst>
              <a:ext uri="{FF2B5EF4-FFF2-40B4-BE49-F238E27FC236}">
                <a16:creationId xmlns:a16="http://schemas.microsoft.com/office/drawing/2014/main" id="{54D61196-CF61-EE77-AE5C-C1E1F735DEBB}"/>
              </a:ext>
            </a:extLst>
          </p:cNvPr>
          <p:cNvPicPr>
            <a:picLocks noChangeAspect="1"/>
          </p:cNvPicPr>
          <p:nvPr/>
        </p:nvPicPr>
        <p:blipFill>
          <a:blip r:embed="rId4"/>
          <a:stretch>
            <a:fillRect/>
          </a:stretch>
        </p:blipFill>
        <p:spPr>
          <a:xfrm>
            <a:off x="191447" y="2971799"/>
            <a:ext cx="4380554" cy="1467993"/>
          </a:xfrm>
          <a:prstGeom prst="rect">
            <a:avLst/>
          </a:prstGeom>
        </p:spPr>
      </p:pic>
      <p:pic>
        <p:nvPicPr>
          <p:cNvPr id="17" name="Picture 16">
            <a:extLst>
              <a:ext uri="{FF2B5EF4-FFF2-40B4-BE49-F238E27FC236}">
                <a16:creationId xmlns:a16="http://schemas.microsoft.com/office/drawing/2014/main" id="{45D31B0E-9724-BD91-8A28-1CF3E1C70D3D}"/>
              </a:ext>
            </a:extLst>
          </p:cNvPr>
          <p:cNvPicPr>
            <a:picLocks noChangeAspect="1"/>
          </p:cNvPicPr>
          <p:nvPr/>
        </p:nvPicPr>
        <p:blipFill>
          <a:blip r:embed="rId5"/>
          <a:stretch>
            <a:fillRect/>
          </a:stretch>
        </p:blipFill>
        <p:spPr>
          <a:xfrm>
            <a:off x="4571999" y="2971797"/>
            <a:ext cx="4474030" cy="14679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C8D710-B10A-3358-0543-18AD5EAD601E}"/>
              </a:ext>
            </a:extLst>
          </p:cNvPr>
          <p:cNvPicPr>
            <a:picLocks noChangeAspect="1"/>
          </p:cNvPicPr>
          <p:nvPr/>
        </p:nvPicPr>
        <p:blipFill>
          <a:blip r:embed="rId2"/>
          <a:stretch>
            <a:fillRect/>
          </a:stretch>
        </p:blipFill>
        <p:spPr>
          <a:xfrm>
            <a:off x="0" y="4012"/>
            <a:ext cx="9144000" cy="5135476"/>
          </a:xfrm>
          <a:prstGeom prst="rect">
            <a:avLst/>
          </a:prstGeom>
        </p:spPr>
      </p:pic>
    </p:spTree>
    <p:extLst>
      <p:ext uri="{BB962C8B-B14F-4D97-AF65-F5344CB8AC3E}">
        <p14:creationId xmlns:p14="http://schemas.microsoft.com/office/powerpoint/2010/main" val="3154764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C8BAC2-8485-098A-71C7-4C60378F3884}"/>
              </a:ext>
            </a:extLst>
          </p:cNvPr>
          <p:cNvPicPr>
            <a:picLocks noChangeAspect="1"/>
          </p:cNvPicPr>
          <p:nvPr/>
        </p:nvPicPr>
        <p:blipFill>
          <a:blip r:embed="rId2"/>
          <a:stretch>
            <a:fillRect/>
          </a:stretch>
        </p:blipFill>
        <p:spPr>
          <a:xfrm>
            <a:off x="0" y="0"/>
            <a:ext cx="9250136" cy="5161496"/>
          </a:xfrm>
          <a:prstGeom prst="rect">
            <a:avLst/>
          </a:prstGeom>
        </p:spPr>
      </p:pic>
    </p:spTree>
    <p:extLst>
      <p:ext uri="{BB962C8B-B14F-4D97-AF65-F5344CB8AC3E}">
        <p14:creationId xmlns:p14="http://schemas.microsoft.com/office/powerpoint/2010/main" val="2830532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 name="Rectangle 669"/>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02</a:t>
            </a:r>
            <a:endParaRPr lang="en-US" sz="5000" b="0" u="none" strike="noStrike">
              <a:solidFill>
                <a:srgbClr val="000000"/>
              </a:solidFill>
              <a:effectLst/>
              <a:uFillTx/>
              <a:latin typeface="OpenSymbol"/>
            </a:endParaRPr>
          </a:p>
        </p:txBody>
      </p:sp>
      <p:sp>
        <p:nvSpPr>
          <p:cNvPr id="671" name="Rectangle 670"/>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Archivo Black"/>
              </a:rPr>
              <a:t>Growth Initiatives</a:t>
            </a:r>
            <a:endParaRPr lang="en-US" sz="4000" b="0" u="none" strike="noStrike">
              <a:solidFill>
                <a:srgbClr val="000000"/>
              </a:solidFill>
              <a:effectLst/>
              <a:uFillTx/>
              <a:latin typeface="OpenSymbol"/>
            </a:endParaRPr>
          </a:p>
        </p:txBody>
      </p:sp>
      <p:pic>
        <p:nvPicPr>
          <p:cNvPr id="672" name="image69d22425ae88e" descr="image69d22425ae893"/>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 name="PlaceHolder 1"/>
          <p:cNvSpPr>
            <a:spLocks noGrp="1"/>
          </p:cNvSpPr>
          <p:nvPr>
            <p:ph type="title"/>
          </p:nvPr>
        </p:nvSpPr>
        <p:spPr>
          <a:xfrm>
            <a:off x="630936" y="274320"/>
            <a:ext cx="7886700" cy="994410"/>
          </a:xfrm>
        </p:spPr>
        <p:txBody>
          <a:bodyPr lIns="91440" tIns="91440" rIns="91440" bIns="91440" anchor="ctr">
            <a:normAutofit/>
          </a:bodyPr>
          <a:lstStyle/>
          <a:p>
            <a:pPr indent="0">
              <a:buNone/>
              <a:tabLst>
                <a:tab pos="0" algn="l"/>
              </a:tabLst>
            </a:pPr>
            <a:r>
              <a:rPr lang="en-US" sz="3000" b="1" u="none" strike="noStrike">
                <a:solidFill>
                  <a:schemeClr val="dk1"/>
                </a:solidFill>
                <a:effectLst/>
                <a:uFillTx/>
              </a:rPr>
              <a:t>The "Tactical Tuesday" Campaign</a:t>
            </a:r>
            <a:endParaRPr lang="fr-FR" sz="3000" b="0" u="none" strike="noStrike">
              <a:solidFill>
                <a:schemeClr val="dk1"/>
              </a:solidFill>
              <a:effectLst/>
              <a:uFillTx/>
            </a:endParaRPr>
          </a:p>
        </p:txBody>
      </p:sp>
      <p:graphicFrame>
        <p:nvGraphicFramePr>
          <p:cNvPr id="714" name="PlaceHolder 2">
            <a:extLst>
              <a:ext uri="{FF2B5EF4-FFF2-40B4-BE49-F238E27FC236}">
                <a16:creationId xmlns:a16="http://schemas.microsoft.com/office/drawing/2014/main" id="{4E1AF65A-B7C5-DD83-D87C-E994B98CF7EA}"/>
              </a:ext>
            </a:extLst>
          </p:cNvPr>
          <p:cNvGraphicFramePr/>
          <p:nvPr>
            <p:extLst>
              <p:ext uri="{D42A27DB-BD31-4B8C-83A1-F6EECF244321}">
                <p14:modId xmlns:p14="http://schemas.microsoft.com/office/powerpoint/2010/main" val="1578909622"/>
              </p:ext>
            </p:extLst>
          </p:nvPr>
        </p:nvGraphicFramePr>
        <p:xfrm>
          <a:off x="630936" y="1459230"/>
          <a:ext cx="78867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 name="Rectangle 756"/>
          <p:cNvSpPr/>
          <p:nvPr/>
        </p:nvSpPr>
        <p:spPr>
          <a:xfrm>
            <a:off x="630936" y="274320"/>
            <a:ext cx="7886700" cy="994410"/>
          </a:xfrm>
          <a:prstGeom prst="rect">
            <a:avLst/>
          </a:prstGeom>
          <a:noFill/>
          <a:ln w="0">
            <a:noFill/>
          </a:ln>
        </p:spPr>
        <p:style>
          <a:lnRef idx="0">
            <a:scrgbClr r="0" g="0" b="0"/>
          </a:lnRef>
          <a:fillRef idx="0">
            <a:scrgbClr r="0" g="0" b="0"/>
          </a:fillRef>
          <a:effectRef idx="0">
            <a:scrgbClr r="0" g="0" b="0"/>
          </a:effectRef>
          <a:fontRef idx="minor"/>
        </p:style>
        <p:txBody>
          <a:bodyPr lIns="91440" tIns="91440" rIns="91440" bIns="91440" anchor="ctr">
            <a:normAutofit/>
          </a:bodyPr>
          <a:lstStyle/>
          <a:p>
            <a:pPr>
              <a:spcBef>
                <a:spcPct val="0"/>
              </a:spcBef>
              <a:spcAft>
                <a:spcPts val="600"/>
              </a:spcAft>
              <a:tabLst>
                <a:tab pos="0" algn="l"/>
              </a:tabLst>
            </a:pPr>
            <a:r>
              <a:rPr lang="en-US" sz="2000" b="1" u="none" strike="noStrike" kern="1200">
                <a:solidFill>
                  <a:schemeClr val="dk1"/>
                </a:solidFill>
                <a:effectLst/>
                <a:uFillTx/>
              </a:rPr>
              <a:t>Targeted Acquisition &amp; Content for Female Subscribers</a:t>
            </a:r>
            <a:endParaRPr lang="en-US" sz="2000" b="0" u="none" strike="noStrike" kern="1200">
              <a:solidFill>
                <a:schemeClr val="dk1"/>
              </a:solidFill>
              <a:effectLst/>
              <a:uFillTx/>
            </a:endParaRPr>
          </a:p>
        </p:txBody>
      </p:sp>
      <p:sp>
        <p:nvSpPr>
          <p:cNvPr id="758" name="Rectangle 757"/>
          <p:cNvSpPr/>
          <p:nvPr/>
        </p:nvSpPr>
        <p:spPr>
          <a:xfrm>
            <a:off x="790605" y="1268730"/>
            <a:ext cx="7967633" cy="278892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marL="285750" indent="-285750" defTabSz="914400">
              <a:lnSpc>
                <a:spcPct val="150000"/>
              </a:lnSpc>
              <a:spcAft>
                <a:spcPts val="600"/>
              </a:spcAft>
              <a:buFont typeface="Arial" panose="020B0604020202020204" pitchFamily="34" charset="0"/>
              <a:buChar char="•"/>
              <a:tabLst>
                <a:tab pos="0" algn="l"/>
              </a:tabLst>
            </a:pPr>
            <a:r>
              <a:rPr lang="en-US" b="0" u="none" strike="noStrike" dirty="0">
                <a:solidFill>
                  <a:schemeClr val="dk1"/>
                </a:solidFill>
                <a:effectLst/>
                <a:uFillTx/>
                <a:latin typeface="Karla"/>
              </a:rPr>
              <a:t>Marketing: Run targeted social media campaigns on platforms like Instagram and Facebook with creative featuring female-friendly content (e.g., reality TV, lifestyle shows, drama series).</a:t>
            </a:r>
          </a:p>
          <a:p>
            <a:pPr marL="285750" indent="-285750" defTabSz="914400">
              <a:lnSpc>
                <a:spcPct val="150000"/>
              </a:lnSpc>
              <a:spcAft>
                <a:spcPts val="600"/>
              </a:spcAft>
              <a:buFont typeface="Arial" panose="020B0604020202020204" pitchFamily="34" charset="0"/>
              <a:buChar char="•"/>
              <a:tabLst>
                <a:tab pos="0" algn="l"/>
              </a:tabLst>
            </a:pPr>
            <a:r>
              <a:rPr lang="en-US" b="0" u="none" strike="noStrike" dirty="0">
                <a:solidFill>
                  <a:schemeClr val="dk1"/>
                </a:solidFill>
                <a:effectLst/>
                <a:uFillTx/>
                <a:latin typeface="Karla"/>
              </a:rPr>
              <a:t>Content Curation: Create a dedicated "Women of Bright TV" content rail on the homepage, highlighting popular shows among existing female users (e.g., Africa Magic, Trace TV).</a:t>
            </a:r>
          </a:p>
          <a:p>
            <a:pPr marL="285750" indent="-285750" defTabSz="914400">
              <a:lnSpc>
                <a:spcPct val="150000"/>
              </a:lnSpc>
              <a:spcAft>
                <a:spcPts val="600"/>
              </a:spcAft>
              <a:buFont typeface="Arial" panose="020B0604020202020204" pitchFamily="34" charset="0"/>
              <a:buChar char="•"/>
              <a:tabLst>
                <a:tab pos="0" algn="l"/>
              </a:tabLst>
            </a:pPr>
            <a:r>
              <a:rPr lang="en-US" b="0" u="none" strike="noStrike" dirty="0">
                <a:solidFill>
                  <a:schemeClr val="dk1"/>
                </a:solidFill>
                <a:effectLst/>
                <a:uFillTx/>
                <a:latin typeface="Karla"/>
              </a:rPr>
              <a:t>Partnerships: Partner with female-focused brands for co-marketing and exclusive subscriber offers.</a:t>
            </a:r>
            <a:endParaRPr lang="en-US" b="0" u="none" strike="noStrike" dirty="0">
              <a:solidFill>
                <a:srgbClr val="000000"/>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3D351-78D9-F017-1A68-480B1A78450A}"/>
              </a:ext>
            </a:extLst>
          </p:cNvPr>
          <p:cNvSpPr>
            <a:spLocks noGrp="1"/>
          </p:cNvSpPr>
          <p:nvPr>
            <p:ph type="title"/>
          </p:nvPr>
        </p:nvSpPr>
        <p:spPr/>
        <p:txBody>
          <a:bodyPr/>
          <a:lstStyle/>
          <a:p>
            <a:r>
              <a:rPr lang="en-US" sz="3200" b="1" dirty="0">
                <a:latin typeface="Archivo Black"/>
              </a:rPr>
              <a:t>Use Top Content to Lift Off-Peak Hours</a:t>
            </a:r>
            <a:endParaRPr lang="en-ZA" sz="3200" b="1" dirty="0">
              <a:latin typeface="Archivo Black"/>
            </a:endParaRPr>
          </a:p>
        </p:txBody>
      </p:sp>
      <p:sp>
        <p:nvSpPr>
          <p:cNvPr id="3" name="TextBox 2">
            <a:extLst>
              <a:ext uri="{FF2B5EF4-FFF2-40B4-BE49-F238E27FC236}">
                <a16:creationId xmlns:a16="http://schemas.microsoft.com/office/drawing/2014/main" id="{DC2F08AE-1A13-F23A-ED75-FC809C681DB2}"/>
              </a:ext>
            </a:extLst>
          </p:cNvPr>
          <p:cNvSpPr txBox="1"/>
          <p:nvPr/>
        </p:nvSpPr>
        <p:spPr>
          <a:xfrm>
            <a:off x="793898" y="1261730"/>
            <a:ext cx="7378995" cy="3970318"/>
          </a:xfrm>
          <a:prstGeom prst="rect">
            <a:avLst/>
          </a:prstGeom>
          <a:noFill/>
        </p:spPr>
        <p:txBody>
          <a:bodyPr wrap="square" rtlCol="0">
            <a:spAutoFit/>
          </a:bodyPr>
          <a:lstStyle/>
          <a:p>
            <a:r>
              <a:rPr lang="en-US" dirty="0">
                <a:latin typeface="Karla" pitchFamily="2" charset="0"/>
              </a:rPr>
              <a:t>Leverage our most popular sports content to drive consumption during the late morning and early afternoon lulls (10:00 - 15:00).</a:t>
            </a:r>
          </a:p>
          <a:p>
            <a:endParaRPr lang="en-US" dirty="0">
              <a:latin typeface="Karla" pitchFamily="2" charset="0"/>
            </a:endParaRPr>
          </a:p>
          <a:p>
            <a:pPr marL="285750" indent="-285750">
              <a:buFont typeface="Arial" panose="020B0604020202020204" pitchFamily="34" charset="0"/>
              <a:buChar char="•"/>
            </a:pPr>
            <a:r>
              <a:rPr lang="en-US" dirty="0">
                <a:latin typeface="Karla" pitchFamily="2" charset="0"/>
              </a:rPr>
              <a:t>Replays &amp; Highlights: Schedule major match replays and highlight shows during the 10:00-15:00 time slot on weekdays.</a:t>
            </a:r>
          </a:p>
          <a:p>
            <a:endParaRPr lang="en-US" dirty="0">
              <a:latin typeface="Karla" pitchFamily="2" charset="0"/>
            </a:endParaRPr>
          </a:p>
          <a:p>
            <a:pPr marL="285750" indent="-285750">
              <a:buFont typeface="Arial" panose="020B0604020202020204" pitchFamily="34" charset="0"/>
              <a:buChar char="•"/>
            </a:pPr>
            <a:r>
              <a:rPr lang="en-US" dirty="0">
                <a:latin typeface="Karla" pitchFamily="2" charset="0"/>
              </a:rPr>
              <a:t>"Lunchtime Legends" Series: Create a daily, 30-minute talk show hosted by a sports personality, airing at 13:00.</a:t>
            </a:r>
          </a:p>
          <a:p>
            <a:endParaRPr lang="en-US" dirty="0">
              <a:latin typeface="Karla" pitchFamily="2" charset="0"/>
            </a:endParaRPr>
          </a:p>
          <a:p>
            <a:pPr marL="285750" indent="-285750">
              <a:buFont typeface="Arial" panose="020B0604020202020204" pitchFamily="34" charset="0"/>
              <a:buChar char="•"/>
            </a:pPr>
            <a:r>
              <a:rPr lang="en-US" dirty="0">
                <a:latin typeface="Karla" pitchFamily="2" charset="0"/>
              </a:rPr>
              <a:t>On-Demand Library: Promote the depth of the on-demand sports archive (e.g., "Watch the full Cricket World Cup final now!") in off-peak push notifications.</a:t>
            </a:r>
          </a:p>
          <a:p>
            <a:endParaRPr lang="en-US" dirty="0"/>
          </a:p>
          <a:p>
            <a:endParaRPr lang="en-ZA" dirty="0"/>
          </a:p>
        </p:txBody>
      </p:sp>
    </p:spTree>
    <p:extLst>
      <p:ext uri="{BB962C8B-B14F-4D97-AF65-F5344CB8AC3E}">
        <p14:creationId xmlns:p14="http://schemas.microsoft.com/office/powerpoint/2010/main" val="1256026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Rectangle 758"/>
          <p:cNvSpPr/>
          <p:nvPr/>
        </p:nvSpPr>
        <p:spPr>
          <a:xfrm>
            <a:off x="630936" y="274320"/>
            <a:ext cx="7886700" cy="994410"/>
          </a:xfrm>
          <a:prstGeom prst="rect">
            <a:avLst/>
          </a:prstGeom>
          <a:noFill/>
          <a:ln w="0">
            <a:noFill/>
          </a:ln>
        </p:spPr>
        <p:style>
          <a:lnRef idx="0">
            <a:scrgbClr r="0" g="0" b="0"/>
          </a:lnRef>
          <a:fillRef idx="0">
            <a:scrgbClr r="0" g="0" b="0"/>
          </a:fillRef>
          <a:effectRef idx="0">
            <a:scrgbClr r="0" g="0" b="0"/>
          </a:effectRef>
          <a:fontRef idx="minor"/>
        </p:style>
        <p:txBody>
          <a:bodyPr lIns="91440" tIns="91440" rIns="91440" bIns="91440" anchor="ctr">
            <a:normAutofit/>
          </a:bodyPr>
          <a:lstStyle/>
          <a:p>
            <a:pPr>
              <a:spcBef>
                <a:spcPct val="0"/>
              </a:spcBef>
              <a:spcAft>
                <a:spcPts val="600"/>
              </a:spcAft>
              <a:tabLst>
                <a:tab pos="0" algn="l"/>
              </a:tabLst>
            </a:pPr>
            <a:r>
              <a:rPr lang="en-US" sz="2000" b="1" u="none" strike="noStrike" kern="1200">
                <a:solidFill>
                  <a:schemeClr val="dk1"/>
                </a:solidFill>
                <a:effectLst/>
                <a:uFillTx/>
              </a:rPr>
              <a:t>Acquisition &amp; partnership strategies</a:t>
            </a:r>
            <a:endParaRPr lang="en-US" sz="2000" b="0" u="none" strike="noStrike" kern="1200">
              <a:solidFill>
                <a:schemeClr val="dk1"/>
              </a:solidFill>
              <a:effectLst/>
              <a:uFillTx/>
            </a:endParaRPr>
          </a:p>
        </p:txBody>
      </p:sp>
      <p:sp>
        <p:nvSpPr>
          <p:cNvPr id="760" name="Rectangle 759"/>
          <p:cNvSpPr/>
          <p:nvPr/>
        </p:nvSpPr>
        <p:spPr>
          <a:xfrm>
            <a:off x="630936" y="1459230"/>
            <a:ext cx="3752850" cy="3264408"/>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spcAft>
                <a:spcPts val="600"/>
              </a:spcAft>
              <a:tabLst>
                <a:tab pos="0" algn="l"/>
              </a:tabLst>
            </a:pPr>
            <a:r>
              <a:rPr lang="en-US" sz="1400" b="0" u="none" strike="noStrike" kern="1200">
                <a:solidFill>
                  <a:schemeClr val="dk1"/>
                </a:solidFill>
                <a:effectLst/>
                <a:uFillTx/>
              </a:rPr>
              <a:t>Pursue co-productions, distribution partnerships, and bundled offers with telcos and platforms to expand reach.</a:t>
            </a:r>
          </a:p>
          <a:p>
            <a:pPr>
              <a:spcAft>
                <a:spcPts val="600"/>
              </a:spcAft>
              <a:tabLst>
                <a:tab pos="0" algn="l"/>
              </a:tabLst>
            </a:pPr>
            <a:endParaRPr lang="en-US" sz="1400" b="0" u="none" strike="noStrike" kern="1200">
              <a:solidFill>
                <a:schemeClr val="dk1"/>
              </a:solidFill>
              <a:effectLst/>
              <a:uFillTx/>
            </a:endParaRPr>
          </a:p>
          <a:p>
            <a:pPr>
              <a:spcAft>
                <a:spcPts val="600"/>
              </a:spcAft>
              <a:tabLst>
                <a:tab pos="0" algn="l"/>
              </a:tabLst>
            </a:pPr>
            <a:r>
              <a:rPr lang="en-US" sz="1400" b="0" u="none" strike="noStrike" kern="1200">
                <a:solidFill>
                  <a:schemeClr val="dk1"/>
                </a:solidFill>
                <a:effectLst/>
                <a:uFillTx/>
              </a:rPr>
              <a:t>Leverage targeted paid/social campaigns and referral incentives focused on high-LTV segments to scale efficiently.</a:t>
            </a:r>
          </a:p>
        </p:txBody>
      </p:sp>
      <p:pic>
        <p:nvPicPr>
          <p:cNvPr id="761" name="image69d22425ba3eb" descr="image69d22425ba3f0"/>
          <p:cNvPicPr/>
          <p:nvPr/>
        </p:nvPicPr>
        <p:blipFill>
          <a:blip r:embed="rId2"/>
          <a:srcRect r="3" b="22586"/>
          <a:stretch>
            <a:fillRect/>
          </a:stretch>
        </p:blipFill>
        <p:spPr>
          <a:xfrm>
            <a:off x="4764786" y="1459230"/>
            <a:ext cx="3752850" cy="3264408"/>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2" name="Google Shape;1282;p49"/>
          <p:cNvGrpSpPr/>
          <p:nvPr/>
        </p:nvGrpSpPr>
        <p:grpSpPr>
          <a:xfrm>
            <a:off x="4939920" y="382680"/>
            <a:ext cx="1858680" cy="4420440"/>
            <a:chOff x="4939920" y="382680"/>
            <a:chExt cx="1858680" cy="4420440"/>
          </a:xfrm>
        </p:grpSpPr>
        <p:sp>
          <p:nvSpPr>
            <p:cNvPr id="763" name="Google Shape;1283;p49"/>
            <p:cNvSpPr/>
            <p:nvPr/>
          </p:nvSpPr>
          <p:spPr>
            <a:xfrm rot="19494600">
              <a:off x="5496840" y="504720"/>
              <a:ext cx="592560" cy="530280"/>
            </a:xfrm>
            <a:prstGeom prst="wedgeEllipseCallout">
              <a:avLst>
                <a:gd name="adj1" fmla="val -20833"/>
                <a:gd name="adj2" fmla="val 625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4" name="Google Shape;1284;p49"/>
            <p:cNvSpPr/>
            <p:nvPr/>
          </p:nvSpPr>
          <p:spPr>
            <a:xfrm flipH="1">
              <a:off x="5122800" y="1558800"/>
              <a:ext cx="912600" cy="826920"/>
            </a:xfrm>
            <a:custGeom>
              <a:avLst/>
              <a:gdLst>
                <a:gd name="textAreaLeft" fmla="*/ -360 w 912600"/>
                <a:gd name="textAreaRight" fmla="*/ 912600 w 912600"/>
                <a:gd name="textAreaTop" fmla="*/ 0 h 826920"/>
                <a:gd name="textAreaBottom" fmla="*/ 827280 h 826920"/>
              </a:gdLst>
              <a:ahLst/>
              <a:cxnLst/>
              <a:rect l="textAreaLeft" t="textAreaTop" r="textAreaRight" b="textAreaBottom"/>
              <a:pathLst>
                <a:path w="12854" h="1165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5" name="Google Shape;1285;p49"/>
            <p:cNvSpPr/>
            <p:nvPr/>
          </p:nvSpPr>
          <p:spPr>
            <a:xfrm flipH="1">
              <a:off x="5697360" y="2536200"/>
              <a:ext cx="1031040" cy="2180880"/>
            </a:xfrm>
            <a:custGeom>
              <a:avLst/>
              <a:gdLst>
                <a:gd name="textAreaLeft" fmla="*/ 360 w 1031040"/>
                <a:gd name="textAreaRight" fmla="*/ 1031760 w 1031040"/>
                <a:gd name="textAreaTop" fmla="*/ 0 h 2180880"/>
                <a:gd name="textAreaBottom" fmla="*/ 2181240 h 2180880"/>
              </a:gdLst>
              <a:ahLst/>
              <a:cxnLst/>
              <a:rect l="textAreaLeft" t="textAreaTop" r="textAreaRight" b="textAreaBottom"/>
              <a:pathLst>
                <a:path w="14523" h="30714">
                  <a:moveTo>
                    <a:pt x="14523" y="0"/>
                  </a:moveTo>
                  <a:lnTo>
                    <a:pt x="9838" y="878"/>
                  </a:lnTo>
                  <a:cubicBezTo>
                    <a:pt x="7232" y="12912"/>
                    <a:pt x="1" y="28254"/>
                    <a:pt x="1" y="28254"/>
                  </a:cubicBezTo>
                  <a:lnTo>
                    <a:pt x="4012" y="30714"/>
                  </a:lnTo>
                  <a:cubicBezTo>
                    <a:pt x="13308" y="12341"/>
                    <a:pt x="14523" y="0"/>
                    <a:pt x="1452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6" name="Google Shape;1286;p49"/>
            <p:cNvSpPr/>
            <p:nvPr/>
          </p:nvSpPr>
          <p:spPr>
            <a:xfrm flipH="1">
              <a:off x="5665320" y="1058400"/>
              <a:ext cx="770040" cy="831960"/>
            </a:xfrm>
            <a:custGeom>
              <a:avLst/>
              <a:gdLst>
                <a:gd name="textAreaLeft" fmla="*/ -360 w 770040"/>
                <a:gd name="textAreaRight" fmla="*/ 770040 w 770040"/>
                <a:gd name="textAreaTop" fmla="*/ 0 h 831960"/>
                <a:gd name="textAreaBottom" fmla="*/ 832320 h 831960"/>
              </a:gdLst>
              <a:ahLst/>
              <a:cxnLst/>
              <a:rect l="textAreaLeft" t="textAreaTop" r="textAreaRight" b="textAreaBottom"/>
              <a:pathLst>
                <a:path w="10849" h="11720">
                  <a:moveTo>
                    <a:pt x="2775" y="1"/>
                  </a:moveTo>
                  <a:cubicBezTo>
                    <a:pt x="2313" y="1"/>
                    <a:pt x="1872" y="147"/>
                    <a:pt x="1479" y="591"/>
                  </a:cubicBezTo>
                  <a:cubicBezTo>
                    <a:pt x="1478" y="591"/>
                    <a:pt x="1478" y="590"/>
                    <a:pt x="1477" y="590"/>
                  </a:cubicBezTo>
                  <a:cubicBezTo>
                    <a:pt x="1432" y="590"/>
                    <a:pt x="821" y="867"/>
                    <a:pt x="849" y="1338"/>
                  </a:cubicBezTo>
                  <a:cubicBezTo>
                    <a:pt x="893" y="2948"/>
                    <a:pt x="1171" y="4046"/>
                    <a:pt x="498" y="5510"/>
                  </a:cubicBezTo>
                  <a:cubicBezTo>
                    <a:pt x="278" y="6008"/>
                    <a:pt x="0" y="6535"/>
                    <a:pt x="88" y="7062"/>
                  </a:cubicBezTo>
                  <a:cubicBezTo>
                    <a:pt x="191" y="7545"/>
                    <a:pt x="586" y="7925"/>
                    <a:pt x="1025" y="8145"/>
                  </a:cubicBezTo>
                  <a:cubicBezTo>
                    <a:pt x="1464" y="8365"/>
                    <a:pt x="1962" y="8482"/>
                    <a:pt x="2430" y="8628"/>
                  </a:cubicBezTo>
                  <a:cubicBezTo>
                    <a:pt x="2913" y="8774"/>
                    <a:pt x="3382" y="8994"/>
                    <a:pt x="3675" y="9375"/>
                  </a:cubicBezTo>
                  <a:cubicBezTo>
                    <a:pt x="4026" y="9814"/>
                    <a:pt x="4099" y="10399"/>
                    <a:pt x="4465" y="10824"/>
                  </a:cubicBezTo>
                  <a:cubicBezTo>
                    <a:pt x="4846" y="11278"/>
                    <a:pt x="5475" y="11439"/>
                    <a:pt x="6076" y="11527"/>
                  </a:cubicBezTo>
                  <a:cubicBezTo>
                    <a:pt x="6841" y="11659"/>
                    <a:pt x="7594" y="11719"/>
                    <a:pt x="8367" y="11719"/>
                  </a:cubicBezTo>
                  <a:cubicBezTo>
                    <a:pt x="8452" y="11719"/>
                    <a:pt x="8537" y="11718"/>
                    <a:pt x="8623" y="11717"/>
                  </a:cubicBezTo>
                  <a:cubicBezTo>
                    <a:pt x="9135" y="11702"/>
                    <a:pt x="9677" y="11644"/>
                    <a:pt x="10101" y="11351"/>
                  </a:cubicBezTo>
                  <a:cubicBezTo>
                    <a:pt x="10746" y="10868"/>
                    <a:pt x="10848" y="9828"/>
                    <a:pt x="10321" y="9243"/>
                  </a:cubicBezTo>
                  <a:cubicBezTo>
                    <a:pt x="9940" y="8818"/>
                    <a:pt x="9355" y="8672"/>
                    <a:pt x="8842" y="8408"/>
                  </a:cubicBezTo>
                  <a:cubicBezTo>
                    <a:pt x="7964" y="7940"/>
                    <a:pt x="7320" y="7091"/>
                    <a:pt x="7144" y="6110"/>
                  </a:cubicBezTo>
                  <a:cubicBezTo>
                    <a:pt x="6998" y="5276"/>
                    <a:pt x="7174" y="4397"/>
                    <a:pt x="7247" y="3533"/>
                  </a:cubicBezTo>
                  <a:cubicBezTo>
                    <a:pt x="7305" y="2670"/>
                    <a:pt x="7188" y="1718"/>
                    <a:pt x="6573" y="1133"/>
                  </a:cubicBezTo>
                  <a:cubicBezTo>
                    <a:pt x="6163" y="752"/>
                    <a:pt x="5607" y="591"/>
                    <a:pt x="5051" y="503"/>
                  </a:cubicBezTo>
                  <a:cubicBezTo>
                    <a:pt x="4311" y="377"/>
                    <a:pt x="3516" y="1"/>
                    <a:pt x="2775"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7" name="Google Shape;1287;p49"/>
            <p:cNvSpPr/>
            <p:nvPr/>
          </p:nvSpPr>
          <p:spPr>
            <a:xfrm flipH="1">
              <a:off x="5697360" y="2536200"/>
              <a:ext cx="1031040" cy="2180880"/>
            </a:xfrm>
            <a:custGeom>
              <a:avLst/>
              <a:gdLst>
                <a:gd name="textAreaLeft" fmla="*/ 360 w 1031040"/>
                <a:gd name="textAreaRight" fmla="*/ 1031760 w 1031040"/>
                <a:gd name="textAreaTop" fmla="*/ 0 h 2180880"/>
                <a:gd name="textAreaBottom" fmla="*/ 2181240 h 2180880"/>
              </a:gdLst>
              <a:ahLst/>
              <a:cxnLst/>
              <a:rect l="textAreaLeft" t="textAreaTop" r="textAreaRight" b="textAreaBottom"/>
              <a:pathLst>
                <a:path w="14523" h="30714">
                  <a:moveTo>
                    <a:pt x="14523" y="0"/>
                  </a:moveTo>
                  <a:lnTo>
                    <a:pt x="9838" y="878"/>
                  </a:lnTo>
                  <a:cubicBezTo>
                    <a:pt x="7232" y="12912"/>
                    <a:pt x="1" y="28254"/>
                    <a:pt x="1" y="28254"/>
                  </a:cubicBezTo>
                  <a:lnTo>
                    <a:pt x="4012" y="30714"/>
                  </a:lnTo>
                  <a:cubicBezTo>
                    <a:pt x="13308" y="12341"/>
                    <a:pt x="14523" y="0"/>
                    <a:pt x="14523"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8" name="Google Shape;1288;p49"/>
            <p:cNvSpPr/>
            <p:nvPr/>
          </p:nvSpPr>
          <p:spPr>
            <a:xfrm flipH="1">
              <a:off x="6390000" y="4531320"/>
              <a:ext cx="338760" cy="271800"/>
            </a:xfrm>
            <a:custGeom>
              <a:avLst/>
              <a:gdLst>
                <a:gd name="textAreaLeft" fmla="*/ -360 w 338760"/>
                <a:gd name="textAreaRight" fmla="*/ 338760 w 338760"/>
                <a:gd name="textAreaTop" fmla="*/ 0 h 271800"/>
                <a:gd name="textAreaBottom" fmla="*/ 272160 h 271800"/>
              </a:gdLst>
              <a:ahLst/>
              <a:cxnLst/>
              <a:rect l="textAreaLeft" t="textAreaTop" r="textAreaRight" b="textAreaBottom"/>
              <a:pathLst>
                <a:path w="4774" h="3832">
                  <a:moveTo>
                    <a:pt x="1" y="0"/>
                  </a:moveTo>
                  <a:lnTo>
                    <a:pt x="16" y="161"/>
                  </a:lnTo>
                  <a:cubicBezTo>
                    <a:pt x="16" y="161"/>
                    <a:pt x="4167" y="3832"/>
                    <a:pt x="4618" y="3832"/>
                  </a:cubicBezTo>
                  <a:cubicBezTo>
                    <a:pt x="4639" y="3832"/>
                    <a:pt x="4652" y="3824"/>
                    <a:pt x="4656" y="3807"/>
                  </a:cubicBezTo>
                  <a:cubicBezTo>
                    <a:pt x="4773" y="3426"/>
                    <a:pt x="3997" y="2621"/>
                    <a:pt x="3997" y="2621"/>
                  </a:cubicBezTo>
                  <a:lnTo>
                    <a:pt x="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9" name="Google Shape;1289;p49"/>
            <p:cNvSpPr/>
            <p:nvPr/>
          </p:nvSpPr>
          <p:spPr>
            <a:xfrm flipH="1">
              <a:off x="6531480" y="3030480"/>
              <a:ext cx="266760" cy="302760"/>
            </a:xfrm>
            <a:custGeom>
              <a:avLst/>
              <a:gdLst>
                <a:gd name="textAreaLeft" fmla="*/ -360 w 266760"/>
                <a:gd name="textAreaRight" fmla="*/ 266760 w 266760"/>
                <a:gd name="textAreaTop" fmla="*/ 0 h 302760"/>
                <a:gd name="textAreaBottom" fmla="*/ 303120 h 302760"/>
              </a:gdLst>
              <a:ahLst/>
              <a:cxnLst/>
              <a:rect l="textAreaLeft" t="textAreaTop" r="textAreaRight" b="textAreaBottom"/>
              <a:pathLst>
                <a:path w="3763" h="4269">
                  <a:moveTo>
                    <a:pt x="1007" y="0"/>
                  </a:moveTo>
                  <a:cubicBezTo>
                    <a:pt x="912" y="0"/>
                    <a:pt x="842" y="30"/>
                    <a:pt x="805" y="97"/>
                  </a:cubicBezTo>
                  <a:cubicBezTo>
                    <a:pt x="805" y="97"/>
                    <a:pt x="0" y="2264"/>
                    <a:pt x="73" y="2528"/>
                  </a:cubicBezTo>
                  <a:cubicBezTo>
                    <a:pt x="83" y="2566"/>
                    <a:pt x="105" y="2583"/>
                    <a:pt x="134" y="2583"/>
                  </a:cubicBezTo>
                  <a:cubicBezTo>
                    <a:pt x="316" y="2583"/>
                    <a:pt x="805" y="1942"/>
                    <a:pt x="805" y="1942"/>
                  </a:cubicBezTo>
                  <a:lnTo>
                    <a:pt x="805" y="1942"/>
                  </a:lnTo>
                  <a:cubicBezTo>
                    <a:pt x="805" y="1942"/>
                    <a:pt x="264" y="2879"/>
                    <a:pt x="337" y="3128"/>
                  </a:cubicBezTo>
                  <a:cubicBezTo>
                    <a:pt x="344" y="3155"/>
                    <a:pt x="362" y="3167"/>
                    <a:pt x="387" y="3167"/>
                  </a:cubicBezTo>
                  <a:cubicBezTo>
                    <a:pt x="609" y="3167"/>
                    <a:pt x="1434" y="2235"/>
                    <a:pt x="1435" y="2235"/>
                  </a:cubicBezTo>
                  <a:lnTo>
                    <a:pt x="1435" y="2235"/>
                  </a:lnTo>
                  <a:cubicBezTo>
                    <a:pt x="1434" y="2235"/>
                    <a:pt x="483" y="3435"/>
                    <a:pt x="732" y="3640"/>
                  </a:cubicBezTo>
                  <a:cubicBezTo>
                    <a:pt x="752" y="3656"/>
                    <a:pt x="777" y="3663"/>
                    <a:pt x="805" y="3663"/>
                  </a:cubicBezTo>
                  <a:cubicBezTo>
                    <a:pt x="1159" y="3663"/>
                    <a:pt x="2123" y="2586"/>
                    <a:pt x="2123" y="2586"/>
                  </a:cubicBezTo>
                  <a:lnTo>
                    <a:pt x="2123" y="2586"/>
                  </a:lnTo>
                  <a:cubicBezTo>
                    <a:pt x="2123" y="2586"/>
                    <a:pt x="1069" y="3977"/>
                    <a:pt x="1303" y="4240"/>
                  </a:cubicBezTo>
                  <a:cubicBezTo>
                    <a:pt x="1319" y="4260"/>
                    <a:pt x="1341" y="4269"/>
                    <a:pt x="1368" y="4269"/>
                  </a:cubicBezTo>
                  <a:cubicBezTo>
                    <a:pt x="1728" y="4269"/>
                    <a:pt x="2957" y="2659"/>
                    <a:pt x="2957" y="2659"/>
                  </a:cubicBezTo>
                  <a:cubicBezTo>
                    <a:pt x="2984" y="3291"/>
                    <a:pt x="3357" y="3664"/>
                    <a:pt x="3542" y="3664"/>
                  </a:cubicBezTo>
                  <a:cubicBezTo>
                    <a:pt x="3559" y="3664"/>
                    <a:pt x="3574" y="3661"/>
                    <a:pt x="3587" y="3655"/>
                  </a:cubicBezTo>
                  <a:cubicBezTo>
                    <a:pt x="3762" y="3582"/>
                    <a:pt x="3557" y="1459"/>
                    <a:pt x="3557" y="1459"/>
                  </a:cubicBezTo>
                  <a:cubicBezTo>
                    <a:pt x="3557" y="1459"/>
                    <a:pt x="1673" y="0"/>
                    <a:pt x="1007" y="0"/>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0" name="Google Shape;1290;p49"/>
            <p:cNvSpPr/>
            <p:nvPr/>
          </p:nvSpPr>
          <p:spPr>
            <a:xfrm flipH="1">
              <a:off x="5302080" y="2508120"/>
              <a:ext cx="1096560" cy="2262240"/>
            </a:xfrm>
            <a:custGeom>
              <a:avLst/>
              <a:gdLst>
                <a:gd name="textAreaLeft" fmla="*/ 360 w 1096560"/>
                <a:gd name="textAreaRight" fmla="*/ 1097280 w 1096560"/>
                <a:gd name="textAreaTop" fmla="*/ 0 h 2262240"/>
                <a:gd name="textAreaBottom" fmla="*/ 2262600 h 2262240"/>
              </a:gdLst>
              <a:ahLst/>
              <a:cxnLst/>
              <a:rect l="textAreaLeft" t="textAreaTop" r="textAreaRight" b="textAreaBottom"/>
              <a:pathLst>
                <a:path w="15445" h="31857">
                  <a:moveTo>
                    <a:pt x="6251" y="1"/>
                  </a:moveTo>
                  <a:lnTo>
                    <a:pt x="0" y="2124"/>
                  </a:lnTo>
                  <a:cubicBezTo>
                    <a:pt x="0" y="2124"/>
                    <a:pt x="3470" y="18154"/>
                    <a:pt x="11844" y="31856"/>
                  </a:cubicBezTo>
                  <a:lnTo>
                    <a:pt x="15445" y="29895"/>
                  </a:lnTo>
                  <a:cubicBezTo>
                    <a:pt x="15445" y="29895"/>
                    <a:pt x="5929" y="9956"/>
                    <a:pt x="625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1" name="Google Shape;1291;p49"/>
            <p:cNvSpPr/>
            <p:nvPr/>
          </p:nvSpPr>
          <p:spPr>
            <a:xfrm flipH="1">
              <a:off x="6140520" y="2320920"/>
              <a:ext cx="165960" cy="180000"/>
            </a:xfrm>
            <a:custGeom>
              <a:avLst/>
              <a:gdLst>
                <a:gd name="textAreaLeft" fmla="*/ -360 w 165960"/>
                <a:gd name="textAreaRight" fmla="*/ 165960 w 165960"/>
                <a:gd name="textAreaTop" fmla="*/ 0 h 180000"/>
                <a:gd name="textAreaBottom" fmla="*/ 180360 h 180000"/>
              </a:gdLst>
              <a:ahLst/>
              <a:cxnLst/>
              <a:rect l="textAreaLeft" t="textAreaTop" r="textAreaRight" b="textAreaBottom"/>
              <a:pathLst>
                <a:path w="2343" h="2539">
                  <a:moveTo>
                    <a:pt x="162" y="1"/>
                  </a:moveTo>
                  <a:cubicBezTo>
                    <a:pt x="162" y="1"/>
                    <a:pt x="279" y="15"/>
                    <a:pt x="469" y="30"/>
                  </a:cubicBezTo>
                  <a:cubicBezTo>
                    <a:pt x="689" y="59"/>
                    <a:pt x="981" y="74"/>
                    <a:pt x="1333" y="103"/>
                  </a:cubicBezTo>
                  <a:cubicBezTo>
                    <a:pt x="1523" y="132"/>
                    <a:pt x="1713" y="147"/>
                    <a:pt x="1933" y="162"/>
                  </a:cubicBezTo>
                  <a:cubicBezTo>
                    <a:pt x="2050" y="176"/>
                    <a:pt x="2153" y="176"/>
                    <a:pt x="2211" y="250"/>
                  </a:cubicBezTo>
                  <a:cubicBezTo>
                    <a:pt x="2270" y="323"/>
                    <a:pt x="2270" y="440"/>
                    <a:pt x="2270" y="572"/>
                  </a:cubicBezTo>
                  <a:cubicBezTo>
                    <a:pt x="2270" y="806"/>
                    <a:pt x="2270" y="1055"/>
                    <a:pt x="2211" y="1318"/>
                  </a:cubicBezTo>
                  <a:cubicBezTo>
                    <a:pt x="2153" y="1567"/>
                    <a:pt x="2050" y="1831"/>
                    <a:pt x="1860" y="2006"/>
                  </a:cubicBezTo>
                  <a:cubicBezTo>
                    <a:pt x="1684" y="2197"/>
                    <a:pt x="1421" y="2328"/>
                    <a:pt x="1186" y="2372"/>
                  </a:cubicBezTo>
                  <a:cubicBezTo>
                    <a:pt x="1062" y="2402"/>
                    <a:pt x="934" y="2420"/>
                    <a:pt x="811" y="2420"/>
                  </a:cubicBezTo>
                  <a:cubicBezTo>
                    <a:pt x="689" y="2420"/>
                    <a:pt x="571" y="2402"/>
                    <a:pt x="469" y="2358"/>
                  </a:cubicBezTo>
                  <a:cubicBezTo>
                    <a:pt x="279" y="2255"/>
                    <a:pt x="176" y="2036"/>
                    <a:pt x="147" y="1831"/>
                  </a:cubicBezTo>
                  <a:cubicBezTo>
                    <a:pt x="103" y="1626"/>
                    <a:pt x="132" y="1421"/>
                    <a:pt x="132" y="1245"/>
                  </a:cubicBezTo>
                  <a:cubicBezTo>
                    <a:pt x="147" y="879"/>
                    <a:pt x="205" y="586"/>
                    <a:pt x="235" y="381"/>
                  </a:cubicBezTo>
                  <a:cubicBezTo>
                    <a:pt x="293" y="176"/>
                    <a:pt x="308" y="74"/>
                    <a:pt x="308" y="74"/>
                  </a:cubicBezTo>
                  <a:lnTo>
                    <a:pt x="308" y="74"/>
                  </a:lnTo>
                  <a:cubicBezTo>
                    <a:pt x="308" y="74"/>
                    <a:pt x="293" y="89"/>
                    <a:pt x="249" y="176"/>
                  </a:cubicBezTo>
                  <a:cubicBezTo>
                    <a:pt x="235" y="220"/>
                    <a:pt x="220" y="308"/>
                    <a:pt x="176" y="396"/>
                  </a:cubicBezTo>
                  <a:cubicBezTo>
                    <a:pt x="118" y="601"/>
                    <a:pt x="74" y="894"/>
                    <a:pt x="30" y="1260"/>
                  </a:cubicBezTo>
                  <a:cubicBezTo>
                    <a:pt x="15" y="1450"/>
                    <a:pt x="1" y="1640"/>
                    <a:pt x="30" y="1860"/>
                  </a:cubicBezTo>
                  <a:cubicBezTo>
                    <a:pt x="44" y="1977"/>
                    <a:pt x="88" y="2080"/>
                    <a:pt x="147" y="2197"/>
                  </a:cubicBezTo>
                  <a:cubicBezTo>
                    <a:pt x="220" y="2284"/>
                    <a:pt x="308" y="2402"/>
                    <a:pt x="410" y="2446"/>
                  </a:cubicBezTo>
                  <a:cubicBezTo>
                    <a:pt x="540" y="2514"/>
                    <a:pt x="673" y="2539"/>
                    <a:pt x="808" y="2539"/>
                  </a:cubicBezTo>
                  <a:cubicBezTo>
                    <a:pt x="933" y="2539"/>
                    <a:pt x="1060" y="2518"/>
                    <a:pt x="1186" y="2489"/>
                  </a:cubicBezTo>
                  <a:cubicBezTo>
                    <a:pt x="1435" y="2416"/>
                    <a:pt x="1713" y="2284"/>
                    <a:pt x="1918" y="2080"/>
                  </a:cubicBezTo>
                  <a:cubicBezTo>
                    <a:pt x="2123" y="1860"/>
                    <a:pt x="2226" y="1596"/>
                    <a:pt x="2284" y="1333"/>
                  </a:cubicBezTo>
                  <a:cubicBezTo>
                    <a:pt x="2343" y="1055"/>
                    <a:pt x="2343" y="806"/>
                    <a:pt x="2343" y="572"/>
                  </a:cubicBezTo>
                  <a:cubicBezTo>
                    <a:pt x="2343" y="455"/>
                    <a:pt x="2343" y="308"/>
                    <a:pt x="2270" y="206"/>
                  </a:cubicBezTo>
                  <a:cubicBezTo>
                    <a:pt x="2226" y="132"/>
                    <a:pt x="2153" y="103"/>
                    <a:pt x="2109" y="89"/>
                  </a:cubicBezTo>
                  <a:cubicBezTo>
                    <a:pt x="2050" y="74"/>
                    <a:pt x="1991" y="74"/>
                    <a:pt x="1933" y="74"/>
                  </a:cubicBezTo>
                  <a:cubicBezTo>
                    <a:pt x="1713" y="59"/>
                    <a:pt x="1523" y="59"/>
                    <a:pt x="1333" y="30"/>
                  </a:cubicBezTo>
                  <a:cubicBezTo>
                    <a:pt x="981" y="15"/>
                    <a:pt x="689" y="15"/>
                    <a:pt x="469" y="1"/>
                  </a:cubicBezTo>
                  <a:close/>
                </a:path>
              </a:pathLst>
            </a:custGeom>
            <a:solidFill>
              <a:srgbClr val="007373"/>
            </a:solidFill>
            <a:ln w="0">
              <a:noFill/>
            </a:ln>
          </p:spPr>
          <p:style>
            <a:lnRef idx="0">
              <a:scrgbClr r="0" g="0" b="0"/>
            </a:lnRef>
            <a:fillRef idx="0">
              <a:scrgbClr r="0" g="0" b="0"/>
            </a:fillRef>
            <a:effectRef idx="0">
              <a:scrgbClr r="0" g="0" b="0"/>
            </a:effectRef>
            <a:fontRef idx="minor"/>
          </p:style>
          <p:txBody>
            <a:bodyPr tIns="90000" bIns="90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2" name="Google Shape;1292;p49"/>
            <p:cNvSpPr/>
            <p:nvPr/>
          </p:nvSpPr>
          <p:spPr>
            <a:xfrm flipH="1">
              <a:off x="5166360" y="4623480"/>
              <a:ext cx="390600" cy="146880"/>
            </a:xfrm>
            <a:custGeom>
              <a:avLst/>
              <a:gdLst>
                <a:gd name="textAreaLeft" fmla="*/ -360 w 390600"/>
                <a:gd name="textAreaRight" fmla="*/ 390600 w 390600"/>
                <a:gd name="textAreaTop" fmla="*/ 0 h 146880"/>
                <a:gd name="textAreaBottom" fmla="*/ 147240 h 146880"/>
              </a:gdLst>
              <a:ahLst/>
              <a:cxnLst/>
              <a:rect l="textAreaLeft" t="textAreaTop" r="textAreaRight" b="textAreaBottom"/>
              <a:pathLst>
                <a:path w="5506" h="2073">
                  <a:moveTo>
                    <a:pt x="4908" y="0"/>
                  </a:moveTo>
                  <a:cubicBezTo>
                    <a:pt x="4370" y="0"/>
                    <a:pt x="3602" y="111"/>
                    <a:pt x="3602" y="111"/>
                  </a:cubicBezTo>
                  <a:lnTo>
                    <a:pt x="1" y="2072"/>
                  </a:lnTo>
                  <a:cubicBezTo>
                    <a:pt x="1" y="2072"/>
                    <a:pt x="5505" y="374"/>
                    <a:pt x="5417" y="111"/>
                  </a:cubicBezTo>
                  <a:cubicBezTo>
                    <a:pt x="5388" y="28"/>
                    <a:pt x="5176" y="0"/>
                    <a:pt x="490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3440" bIns="73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3" name="Google Shape;1293;p49"/>
            <p:cNvSpPr/>
            <p:nvPr/>
          </p:nvSpPr>
          <p:spPr>
            <a:xfrm flipH="1">
              <a:off x="5122800" y="1558800"/>
              <a:ext cx="912600" cy="826920"/>
            </a:xfrm>
            <a:custGeom>
              <a:avLst/>
              <a:gdLst>
                <a:gd name="textAreaLeft" fmla="*/ -360 w 912600"/>
                <a:gd name="textAreaRight" fmla="*/ 912600 w 912600"/>
                <a:gd name="textAreaTop" fmla="*/ 0 h 826920"/>
                <a:gd name="textAreaBottom" fmla="*/ 827280 h 826920"/>
              </a:gdLst>
              <a:ahLst/>
              <a:cxnLst/>
              <a:rect l="textAreaLeft" t="textAreaTop" r="textAreaRight" b="textAreaBottom"/>
              <a:pathLst>
                <a:path w="12854" h="1165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4" name="Google Shape;1294;p49"/>
            <p:cNvSpPr/>
            <p:nvPr/>
          </p:nvSpPr>
          <p:spPr>
            <a:xfrm flipH="1">
              <a:off x="5646240" y="1543680"/>
              <a:ext cx="831600" cy="1160280"/>
            </a:xfrm>
            <a:custGeom>
              <a:avLst/>
              <a:gdLst>
                <a:gd name="textAreaLeft" fmla="*/ 360 w 831600"/>
                <a:gd name="textAreaRight" fmla="*/ 832320 w 831600"/>
                <a:gd name="textAreaTop" fmla="*/ 0 h 1160280"/>
                <a:gd name="textAreaBottom" fmla="*/ 1160640 h 1160280"/>
              </a:gdLst>
              <a:ahLst/>
              <a:cxnLst/>
              <a:rect l="textAreaLeft" t="textAreaTop" r="textAreaRight" b="textAreaBottom"/>
              <a:pathLst>
                <a:path w="11713" h="16342">
                  <a:moveTo>
                    <a:pt x="6680" y="0"/>
                  </a:moveTo>
                  <a:cubicBezTo>
                    <a:pt x="5073" y="0"/>
                    <a:pt x="3107" y="146"/>
                    <a:pt x="2050" y="725"/>
                  </a:cubicBezTo>
                  <a:cubicBezTo>
                    <a:pt x="2050" y="725"/>
                    <a:pt x="308" y="1501"/>
                    <a:pt x="1" y="2526"/>
                  </a:cubicBezTo>
                  <a:lnTo>
                    <a:pt x="1143" y="10607"/>
                  </a:lnTo>
                  <a:lnTo>
                    <a:pt x="850" y="15702"/>
                  </a:lnTo>
                  <a:cubicBezTo>
                    <a:pt x="850" y="15702"/>
                    <a:pt x="2405" y="16341"/>
                    <a:pt x="4371" y="16341"/>
                  </a:cubicBezTo>
                  <a:cubicBezTo>
                    <a:pt x="5608" y="16341"/>
                    <a:pt x="7009" y="16088"/>
                    <a:pt x="8287" y="15262"/>
                  </a:cubicBezTo>
                  <a:cubicBezTo>
                    <a:pt x="8287" y="15262"/>
                    <a:pt x="9946" y="15816"/>
                    <a:pt x="11017" y="15816"/>
                  </a:cubicBezTo>
                  <a:cubicBezTo>
                    <a:pt x="11307" y="15816"/>
                    <a:pt x="11553" y="15775"/>
                    <a:pt x="11712" y="15672"/>
                  </a:cubicBezTo>
                  <a:lnTo>
                    <a:pt x="10600" y="9319"/>
                  </a:lnTo>
                  <a:cubicBezTo>
                    <a:pt x="10283" y="7334"/>
                    <a:pt x="10023" y="191"/>
                    <a:pt x="9417" y="191"/>
                  </a:cubicBezTo>
                  <a:cubicBezTo>
                    <a:pt x="9407" y="191"/>
                    <a:pt x="9396" y="194"/>
                    <a:pt x="9385" y="198"/>
                  </a:cubicBezTo>
                  <a:cubicBezTo>
                    <a:pt x="9372" y="206"/>
                    <a:pt x="9359" y="209"/>
                    <a:pt x="9346" y="209"/>
                  </a:cubicBezTo>
                  <a:cubicBezTo>
                    <a:pt x="9285" y="209"/>
                    <a:pt x="9223" y="137"/>
                    <a:pt x="9150" y="125"/>
                  </a:cubicBezTo>
                  <a:cubicBezTo>
                    <a:pt x="8875" y="81"/>
                    <a:pt x="7877" y="0"/>
                    <a:pt x="66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5" name="Google Shape;1295;p49"/>
            <p:cNvSpPr/>
            <p:nvPr/>
          </p:nvSpPr>
          <p:spPr>
            <a:xfrm flipH="1">
              <a:off x="5950080" y="1542240"/>
              <a:ext cx="270000" cy="536040"/>
            </a:xfrm>
            <a:custGeom>
              <a:avLst/>
              <a:gdLst>
                <a:gd name="textAreaLeft" fmla="*/ 360 w 270000"/>
                <a:gd name="textAreaRight" fmla="*/ 270720 w 270000"/>
                <a:gd name="textAreaTop" fmla="*/ 0 h 536040"/>
                <a:gd name="textAreaBottom" fmla="*/ 536400 h 536040"/>
              </a:gdLst>
              <a:ahLst/>
              <a:cxnLst/>
              <a:rect l="textAreaLeft" t="textAreaTop" r="textAreaRight" b="textAreaBottom"/>
              <a:pathLst>
                <a:path w="3807" h="7554">
                  <a:moveTo>
                    <a:pt x="2867" y="0"/>
                  </a:moveTo>
                  <a:cubicBezTo>
                    <a:pt x="1934" y="0"/>
                    <a:pt x="564" y="41"/>
                    <a:pt x="0" y="263"/>
                  </a:cubicBezTo>
                  <a:lnTo>
                    <a:pt x="3806" y="7554"/>
                  </a:lnTo>
                  <a:lnTo>
                    <a:pt x="3806" y="14"/>
                  </a:lnTo>
                  <a:cubicBezTo>
                    <a:pt x="3806" y="14"/>
                    <a:pt x="3411" y="0"/>
                    <a:pt x="286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6" name="Google Shape;1296;p49"/>
            <p:cNvSpPr/>
            <p:nvPr/>
          </p:nvSpPr>
          <p:spPr>
            <a:xfrm flipH="1">
              <a:off x="5920920" y="1097280"/>
              <a:ext cx="431280" cy="548280"/>
            </a:xfrm>
            <a:custGeom>
              <a:avLst/>
              <a:gdLst>
                <a:gd name="textAreaLeft" fmla="*/ 360 w 431280"/>
                <a:gd name="textAreaRight" fmla="*/ 432000 w 431280"/>
                <a:gd name="textAreaTop" fmla="*/ 0 h 548280"/>
                <a:gd name="textAreaBottom" fmla="*/ 548640 h 548280"/>
              </a:gdLst>
              <a:ahLst/>
              <a:cxnLst/>
              <a:rect l="textAreaLeft" t="textAreaTop" r="textAreaRight" b="textAreaBottom"/>
              <a:pathLst>
                <a:path w="6076" h="7727">
                  <a:moveTo>
                    <a:pt x="2782" y="0"/>
                  </a:moveTo>
                  <a:lnTo>
                    <a:pt x="1200" y="44"/>
                  </a:lnTo>
                  <a:cubicBezTo>
                    <a:pt x="1200" y="44"/>
                    <a:pt x="293" y="59"/>
                    <a:pt x="293" y="498"/>
                  </a:cubicBezTo>
                  <a:cubicBezTo>
                    <a:pt x="293" y="498"/>
                    <a:pt x="0" y="5885"/>
                    <a:pt x="1713" y="5958"/>
                  </a:cubicBezTo>
                  <a:lnTo>
                    <a:pt x="2738" y="5958"/>
                  </a:lnTo>
                  <a:lnTo>
                    <a:pt x="2738" y="6720"/>
                  </a:lnTo>
                  <a:cubicBezTo>
                    <a:pt x="2738" y="6983"/>
                    <a:pt x="2855" y="7217"/>
                    <a:pt x="3074" y="7349"/>
                  </a:cubicBezTo>
                  <a:cubicBezTo>
                    <a:pt x="3364" y="7521"/>
                    <a:pt x="3783" y="7727"/>
                    <a:pt x="4206" y="7727"/>
                  </a:cubicBezTo>
                  <a:cubicBezTo>
                    <a:pt x="4466" y="7727"/>
                    <a:pt x="4728" y="7649"/>
                    <a:pt x="4963" y="7437"/>
                  </a:cubicBezTo>
                  <a:cubicBezTo>
                    <a:pt x="5256" y="7188"/>
                    <a:pt x="5387" y="6778"/>
                    <a:pt x="5343" y="6397"/>
                  </a:cubicBezTo>
                  <a:lnTo>
                    <a:pt x="5124" y="3513"/>
                  </a:lnTo>
                  <a:cubicBezTo>
                    <a:pt x="5124" y="3513"/>
                    <a:pt x="6075" y="3323"/>
                    <a:pt x="5900" y="2328"/>
                  </a:cubicBezTo>
                  <a:cubicBezTo>
                    <a:pt x="5801" y="1797"/>
                    <a:pt x="5528" y="1643"/>
                    <a:pt x="5245" y="1643"/>
                  </a:cubicBezTo>
                  <a:cubicBezTo>
                    <a:pt x="4857" y="1643"/>
                    <a:pt x="4450" y="1932"/>
                    <a:pt x="4450" y="1932"/>
                  </a:cubicBezTo>
                  <a:lnTo>
                    <a:pt x="4450" y="1610"/>
                  </a:lnTo>
                  <a:cubicBezTo>
                    <a:pt x="4450" y="717"/>
                    <a:pt x="3718" y="0"/>
                    <a:pt x="2840" y="0"/>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7" name="Google Shape;1297;p49"/>
            <p:cNvSpPr/>
            <p:nvPr/>
          </p:nvSpPr>
          <p:spPr>
            <a:xfrm flipH="1">
              <a:off x="6239880" y="1278000"/>
              <a:ext cx="23760" cy="114120"/>
            </a:xfrm>
            <a:custGeom>
              <a:avLst/>
              <a:gdLst>
                <a:gd name="textAreaLeft" fmla="*/ 360 w 23760"/>
                <a:gd name="textAreaRight" fmla="*/ 24480 w 23760"/>
                <a:gd name="textAreaTop" fmla="*/ 0 h 114120"/>
                <a:gd name="textAreaBottom" fmla="*/ 114480 h 114120"/>
              </a:gdLst>
              <a:ahLst/>
              <a:cxnLst/>
              <a:rect l="textAreaLeft" t="textAreaTop" r="textAreaRight" b="textAreaBottom"/>
              <a:pathLst>
                <a:path w="338" h="1611">
                  <a:moveTo>
                    <a:pt x="74" y="0"/>
                  </a:moveTo>
                  <a:cubicBezTo>
                    <a:pt x="59" y="0"/>
                    <a:pt x="30" y="396"/>
                    <a:pt x="0" y="879"/>
                  </a:cubicBezTo>
                  <a:lnTo>
                    <a:pt x="0" y="1230"/>
                  </a:lnTo>
                  <a:cubicBezTo>
                    <a:pt x="0" y="1347"/>
                    <a:pt x="30" y="1450"/>
                    <a:pt x="74" y="1523"/>
                  </a:cubicBezTo>
                  <a:cubicBezTo>
                    <a:pt x="132" y="1596"/>
                    <a:pt x="205" y="1611"/>
                    <a:pt x="264" y="1611"/>
                  </a:cubicBezTo>
                  <a:cubicBezTo>
                    <a:pt x="308" y="1596"/>
                    <a:pt x="337" y="1581"/>
                    <a:pt x="337" y="1581"/>
                  </a:cubicBezTo>
                  <a:cubicBezTo>
                    <a:pt x="330" y="1574"/>
                    <a:pt x="319" y="1574"/>
                    <a:pt x="306" y="1574"/>
                  </a:cubicBezTo>
                  <a:cubicBezTo>
                    <a:pt x="293" y="1574"/>
                    <a:pt x="279" y="1574"/>
                    <a:pt x="264" y="1567"/>
                  </a:cubicBezTo>
                  <a:cubicBezTo>
                    <a:pt x="220" y="1567"/>
                    <a:pt x="176" y="1523"/>
                    <a:pt x="132" y="1464"/>
                  </a:cubicBezTo>
                  <a:cubicBezTo>
                    <a:pt x="74" y="1362"/>
                    <a:pt x="117" y="1113"/>
                    <a:pt x="117" y="879"/>
                  </a:cubicBezTo>
                  <a:cubicBezTo>
                    <a:pt x="117" y="396"/>
                    <a:pt x="117" y="0"/>
                    <a:pt x="7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8" name="Google Shape;1298;p49"/>
            <p:cNvSpPr/>
            <p:nvPr/>
          </p:nvSpPr>
          <p:spPr>
            <a:xfrm flipH="1">
              <a:off x="6171840" y="1281240"/>
              <a:ext cx="9000" cy="27720"/>
            </a:xfrm>
            <a:custGeom>
              <a:avLst/>
              <a:gdLst>
                <a:gd name="textAreaLeft" fmla="*/ -360 w 9000"/>
                <a:gd name="textAreaRight" fmla="*/ 9000 w 9000"/>
                <a:gd name="textAreaTop" fmla="*/ 0 h 27720"/>
                <a:gd name="textAreaBottom" fmla="*/ 28080 h 27720"/>
              </a:gdLst>
              <a:ahLst/>
              <a:cxnLst/>
              <a:rect l="textAreaLeft" t="textAreaTop" r="textAreaRight" b="textAreaBottom"/>
              <a:pathLst>
                <a:path w="133" h="396">
                  <a:moveTo>
                    <a:pt x="74" y="0"/>
                  </a:moveTo>
                  <a:cubicBezTo>
                    <a:pt x="45" y="0"/>
                    <a:pt x="16" y="88"/>
                    <a:pt x="16" y="205"/>
                  </a:cubicBezTo>
                  <a:cubicBezTo>
                    <a:pt x="1" y="308"/>
                    <a:pt x="16" y="395"/>
                    <a:pt x="59" y="395"/>
                  </a:cubicBezTo>
                  <a:cubicBezTo>
                    <a:pt x="74" y="395"/>
                    <a:pt x="118" y="308"/>
                    <a:pt x="118" y="205"/>
                  </a:cubicBezTo>
                  <a:cubicBezTo>
                    <a:pt x="133" y="88"/>
                    <a:pt x="118" y="0"/>
                    <a:pt x="7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9" name="Google Shape;1299;p49"/>
            <p:cNvSpPr/>
            <p:nvPr/>
          </p:nvSpPr>
          <p:spPr>
            <a:xfrm flipH="1">
              <a:off x="6295320" y="1280160"/>
              <a:ext cx="9000" cy="27720"/>
            </a:xfrm>
            <a:custGeom>
              <a:avLst/>
              <a:gdLst>
                <a:gd name="textAreaLeft" fmla="*/ -360 w 9000"/>
                <a:gd name="textAreaRight" fmla="*/ 9000 w 9000"/>
                <a:gd name="textAreaTop" fmla="*/ 0 h 27720"/>
                <a:gd name="textAreaBottom" fmla="*/ 28080 h 27720"/>
              </a:gdLst>
              <a:ahLst/>
              <a:cxnLst/>
              <a:rect l="textAreaLeft" t="textAreaTop" r="textAreaRight" b="textAreaBottom"/>
              <a:pathLst>
                <a:path w="133" h="396">
                  <a:moveTo>
                    <a:pt x="74" y="1"/>
                  </a:moveTo>
                  <a:cubicBezTo>
                    <a:pt x="45" y="1"/>
                    <a:pt x="30" y="74"/>
                    <a:pt x="30" y="191"/>
                  </a:cubicBezTo>
                  <a:cubicBezTo>
                    <a:pt x="1" y="308"/>
                    <a:pt x="30" y="396"/>
                    <a:pt x="59" y="396"/>
                  </a:cubicBezTo>
                  <a:cubicBezTo>
                    <a:pt x="74" y="396"/>
                    <a:pt x="118" y="308"/>
                    <a:pt x="118" y="191"/>
                  </a:cubicBezTo>
                  <a:cubicBezTo>
                    <a:pt x="133" y="88"/>
                    <a:pt x="118" y="1"/>
                    <a:pt x="7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0" name="Google Shape;1300;p49"/>
            <p:cNvSpPr/>
            <p:nvPr/>
          </p:nvSpPr>
          <p:spPr>
            <a:xfrm flipH="1">
              <a:off x="6093720" y="1478880"/>
              <a:ext cx="67320" cy="119160"/>
            </a:xfrm>
            <a:custGeom>
              <a:avLst/>
              <a:gdLst>
                <a:gd name="textAreaLeft" fmla="*/ -360 w 67320"/>
                <a:gd name="textAreaRight" fmla="*/ 67320 w 67320"/>
                <a:gd name="textAreaTop" fmla="*/ 0 h 119160"/>
                <a:gd name="textAreaBottom" fmla="*/ 119520 h 119160"/>
              </a:gdLst>
              <a:ahLst/>
              <a:cxnLst/>
              <a:rect l="textAreaLeft" t="textAreaTop" r="textAreaRight" b="textAreaBottom"/>
              <a:pathLst>
                <a:path w="952" h="1685">
                  <a:moveTo>
                    <a:pt x="937" y="1"/>
                  </a:moveTo>
                  <a:lnTo>
                    <a:pt x="937" y="1"/>
                  </a:lnTo>
                  <a:cubicBezTo>
                    <a:pt x="717" y="293"/>
                    <a:pt x="395" y="498"/>
                    <a:pt x="59" y="586"/>
                  </a:cubicBezTo>
                  <a:lnTo>
                    <a:pt x="29" y="586"/>
                  </a:lnTo>
                  <a:cubicBezTo>
                    <a:pt x="15" y="923"/>
                    <a:pt x="0" y="1143"/>
                    <a:pt x="59" y="1465"/>
                  </a:cubicBezTo>
                  <a:cubicBezTo>
                    <a:pt x="59" y="1479"/>
                    <a:pt x="103" y="1655"/>
                    <a:pt x="103" y="1684"/>
                  </a:cubicBezTo>
                  <a:cubicBezTo>
                    <a:pt x="103" y="1684"/>
                    <a:pt x="249" y="1626"/>
                    <a:pt x="351" y="1567"/>
                  </a:cubicBezTo>
                  <a:cubicBezTo>
                    <a:pt x="600" y="1421"/>
                    <a:pt x="791" y="1172"/>
                    <a:pt x="864" y="879"/>
                  </a:cubicBezTo>
                  <a:cubicBezTo>
                    <a:pt x="952" y="601"/>
                    <a:pt x="952" y="293"/>
                    <a:pt x="937"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59760" bIns="59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1" name="Google Shape;1301;p49"/>
            <p:cNvSpPr/>
            <p:nvPr/>
          </p:nvSpPr>
          <p:spPr>
            <a:xfrm flipH="1">
              <a:off x="5967720" y="1250280"/>
              <a:ext cx="56880" cy="75240"/>
            </a:xfrm>
            <a:custGeom>
              <a:avLst/>
              <a:gdLst>
                <a:gd name="textAreaLeft" fmla="*/ 360 w 56880"/>
                <a:gd name="textAreaRight" fmla="*/ 57600 w 56880"/>
                <a:gd name="textAreaTop" fmla="*/ 0 h 75240"/>
                <a:gd name="textAreaBottom" fmla="*/ 75600 h 75240"/>
              </a:gdLst>
              <a:ahLst/>
              <a:cxnLst/>
              <a:rect l="textAreaLeft" t="textAreaTop" r="textAreaRight" b="textAreaBottom"/>
              <a:pathLst>
                <a:path w="806" h="1063">
                  <a:moveTo>
                    <a:pt x="718" y="0"/>
                  </a:moveTo>
                  <a:cubicBezTo>
                    <a:pt x="718" y="0"/>
                    <a:pt x="630" y="0"/>
                    <a:pt x="498" y="59"/>
                  </a:cubicBezTo>
                  <a:cubicBezTo>
                    <a:pt x="366" y="102"/>
                    <a:pt x="205" y="234"/>
                    <a:pt x="103" y="454"/>
                  </a:cubicBezTo>
                  <a:lnTo>
                    <a:pt x="0" y="615"/>
                  </a:lnTo>
                  <a:lnTo>
                    <a:pt x="0" y="615"/>
                  </a:lnTo>
                  <a:lnTo>
                    <a:pt x="176" y="512"/>
                  </a:lnTo>
                  <a:cubicBezTo>
                    <a:pt x="185" y="507"/>
                    <a:pt x="194" y="502"/>
                    <a:pt x="203" y="496"/>
                  </a:cubicBezTo>
                  <a:lnTo>
                    <a:pt x="203" y="496"/>
                  </a:lnTo>
                  <a:lnTo>
                    <a:pt x="205" y="498"/>
                  </a:lnTo>
                  <a:cubicBezTo>
                    <a:pt x="206" y="497"/>
                    <a:pt x="206" y="495"/>
                    <a:pt x="207" y="494"/>
                  </a:cubicBezTo>
                  <a:lnTo>
                    <a:pt x="207" y="494"/>
                  </a:lnTo>
                  <a:cubicBezTo>
                    <a:pt x="270" y="456"/>
                    <a:pt x="333" y="420"/>
                    <a:pt x="396" y="395"/>
                  </a:cubicBezTo>
                  <a:cubicBezTo>
                    <a:pt x="413" y="391"/>
                    <a:pt x="431" y="389"/>
                    <a:pt x="448" y="389"/>
                  </a:cubicBezTo>
                  <a:cubicBezTo>
                    <a:pt x="542" y="389"/>
                    <a:pt x="620" y="455"/>
                    <a:pt x="645" y="542"/>
                  </a:cubicBezTo>
                  <a:cubicBezTo>
                    <a:pt x="689" y="644"/>
                    <a:pt x="645" y="747"/>
                    <a:pt x="615" y="820"/>
                  </a:cubicBezTo>
                  <a:cubicBezTo>
                    <a:pt x="513" y="981"/>
                    <a:pt x="410" y="1039"/>
                    <a:pt x="425" y="1054"/>
                  </a:cubicBezTo>
                  <a:cubicBezTo>
                    <a:pt x="425" y="1060"/>
                    <a:pt x="430" y="1063"/>
                    <a:pt x="438" y="1063"/>
                  </a:cubicBezTo>
                  <a:cubicBezTo>
                    <a:pt x="475" y="1063"/>
                    <a:pt x="584" y="1009"/>
                    <a:pt x="703" y="878"/>
                  </a:cubicBezTo>
                  <a:cubicBezTo>
                    <a:pt x="762" y="805"/>
                    <a:pt x="806" y="659"/>
                    <a:pt x="762" y="527"/>
                  </a:cubicBezTo>
                  <a:cubicBezTo>
                    <a:pt x="732" y="454"/>
                    <a:pt x="703" y="395"/>
                    <a:pt x="630" y="351"/>
                  </a:cubicBezTo>
                  <a:cubicBezTo>
                    <a:pt x="575" y="318"/>
                    <a:pt x="512" y="302"/>
                    <a:pt x="453" y="302"/>
                  </a:cubicBezTo>
                  <a:cubicBezTo>
                    <a:pt x="433" y="302"/>
                    <a:pt x="414" y="304"/>
                    <a:pt x="396" y="307"/>
                  </a:cubicBezTo>
                  <a:cubicBezTo>
                    <a:pt x="358" y="312"/>
                    <a:pt x="324" y="322"/>
                    <a:pt x="294" y="334"/>
                  </a:cubicBezTo>
                  <a:lnTo>
                    <a:pt x="294" y="334"/>
                  </a:lnTo>
                  <a:cubicBezTo>
                    <a:pt x="369" y="230"/>
                    <a:pt x="462" y="152"/>
                    <a:pt x="542" y="102"/>
                  </a:cubicBezTo>
                  <a:cubicBezTo>
                    <a:pt x="645" y="29"/>
                    <a:pt x="718" y="15"/>
                    <a:pt x="71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2" name="Google Shape;1302;p49"/>
            <p:cNvSpPr/>
            <p:nvPr/>
          </p:nvSpPr>
          <p:spPr>
            <a:xfrm flipH="1">
              <a:off x="6185880" y="1384200"/>
              <a:ext cx="64080" cy="51840"/>
            </a:xfrm>
            <a:custGeom>
              <a:avLst/>
              <a:gdLst>
                <a:gd name="textAreaLeft" fmla="*/ 360 w 64080"/>
                <a:gd name="textAreaRight" fmla="*/ 64800 w 64080"/>
                <a:gd name="textAreaTop" fmla="*/ 0 h 51840"/>
                <a:gd name="textAreaBottom" fmla="*/ 52200 h 51840"/>
              </a:gdLst>
              <a:ahLst/>
              <a:cxnLst/>
              <a:rect l="textAreaLeft" t="textAreaTop" r="textAreaRight" b="textAreaBottom"/>
              <a:pathLst>
                <a:path w="909" h="736">
                  <a:moveTo>
                    <a:pt x="879" y="1"/>
                  </a:moveTo>
                  <a:cubicBezTo>
                    <a:pt x="864" y="1"/>
                    <a:pt x="864" y="74"/>
                    <a:pt x="820" y="176"/>
                  </a:cubicBezTo>
                  <a:cubicBezTo>
                    <a:pt x="806" y="293"/>
                    <a:pt x="718" y="410"/>
                    <a:pt x="586" y="528"/>
                  </a:cubicBezTo>
                  <a:cubicBezTo>
                    <a:pt x="455" y="630"/>
                    <a:pt x="293" y="674"/>
                    <a:pt x="176" y="674"/>
                  </a:cubicBezTo>
                  <a:cubicBezTo>
                    <a:pt x="108" y="674"/>
                    <a:pt x="53" y="667"/>
                    <a:pt x="23" y="667"/>
                  </a:cubicBezTo>
                  <a:cubicBezTo>
                    <a:pt x="9" y="667"/>
                    <a:pt x="1" y="669"/>
                    <a:pt x="1" y="674"/>
                  </a:cubicBezTo>
                  <a:cubicBezTo>
                    <a:pt x="1" y="689"/>
                    <a:pt x="59" y="732"/>
                    <a:pt x="176" y="732"/>
                  </a:cubicBezTo>
                  <a:cubicBezTo>
                    <a:pt x="191" y="734"/>
                    <a:pt x="207" y="735"/>
                    <a:pt x="223" y="735"/>
                  </a:cubicBezTo>
                  <a:cubicBezTo>
                    <a:pt x="337" y="735"/>
                    <a:pt x="491" y="690"/>
                    <a:pt x="645" y="601"/>
                  </a:cubicBezTo>
                  <a:cubicBezTo>
                    <a:pt x="806" y="484"/>
                    <a:pt x="879" y="323"/>
                    <a:pt x="894" y="191"/>
                  </a:cubicBezTo>
                  <a:cubicBezTo>
                    <a:pt x="908" y="74"/>
                    <a:pt x="894" y="1"/>
                    <a:pt x="87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3" name="Google Shape;1303;p49"/>
            <p:cNvSpPr/>
            <p:nvPr/>
          </p:nvSpPr>
          <p:spPr>
            <a:xfrm flipH="1">
              <a:off x="6168240" y="1378080"/>
              <a:ext cx="33840" cy="21240"/>
            </a:xfrm>
            <a:custGeom>
              <a:avLst/>
              <a:gdLst>
                <a:gd name="textAreaLeft" fmla="*/ 360 w 33840"/>
                <a:gd name="textAreaRight" fmla="*/ 34560 w 33840"/>
                <a:gd name="textAreaTop" fmla="*/ 0 h 21240"/>
                <a:gd name="textAreaBottom" fmla="*/ 21600 h 21240"/>
              </a:gdLst>
              <a:ahLst/>
              <a:cxnLst/>
              <a:rect l="textAreaLeft" t="textAreaTop" r="textAreaRight" b="textAreaBottom"/>
              <a:pathLst>
                <a:path w="484" h="306">
                  <a:moveTo>
                    <a:pt x="146" y="0"/>
                  </a:moveTo>
                  <a:cubicBezTo>
                    <a:pt x="125" y="0"/>
                    <a:pt x="105" y="4"/>
                    <a:pt x="88" y="12"/>
                  </a:cubicBezTo>
                  <a:cubicBezTo>
                    <a:pt x="15" y="27"/>
                    <a:pt x="0" y="42"/>
                    <a:pt x="0" y="56"/>
                  </a:cubicBezTo>
                  <a:cubicBezTo>
                    <a:pt x="0" y="86"/>
                    <a:pt x="132" y="56"/>
                    <a:pt x="264" y="115"/>
                  </a:cubicBezTo>
                  <a:cubicBezTo>
                    <a:pt x="381" y="188"/>
                    <a:pt x="425" y="305"/>
                    <a:pt x="454" y="305"/>
                  </a:cubicBezTo>
                  <a:cubicBezTo>
                    <a:pt x="483" y="305"/>
                    <a:pt x="483" y="261"/>
                    <a:pt x="454" y="203"/>
                  </a:cubicBezTo>
                  <a:cubicBezTo>
                    <a:pt x="439" y="159"/>
                    <a:pt x="381" y="86"/>
                    <a:pt x="308" y="42"/>
                  </a:cubicBezTo>
                  <a:cubicBezTo>
                    <a:pt x="256" y="21"/>
                    <a:pt x="197" y="0"/>
                    <a:pt x="14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4" name="Google Shape;1304;p49"/>
            <p:cNvSpPr/>
            <p:nvPr/>
          </p:nvSpPr>
          <p:spPr>
            <a:xfrm flipH="1">
              <a:off x="5636880" y="2610720"/>
              <a:ext cx="780480" cy="83880"/>
            </a:xfrm>
            <a:custGeom>
              <a:avLst/>
              <a:gdLst>
                <a:gd name="textAreaLeft" fmla="*/ 360 w 780480"/>
                <a:gd name="textAreaRight" fmla="*/ 781200 w 780480"/>
                <a:gd name="textAreaTop" fmla="*/ 0 h 83880"/>
                <a:gd name="textAreaBottom" fmla="*/ 84240 h 83880"/>
              </a:gdLst>
              <a:ahLst/>
              <a:cxnLst/>
              <a:rect l="textAreaLeft" t="textAreaTop" r="textAreaRight" b="textAreaBottom"/>
              <a:pathLst>
                <a:path w="10995" h="1188">
                  <a:moveTo>
                    <a:pt x="7423" y="0"/>
                  </a:moveTo>
                  <a:lnTo>
                    <a:pt x="7408" y="30"/>
                  </a:lnTo>
                  <a:cubicBezTo>
                    <a:pt x="6969" y="440"/>
                    <a:pt x="6325" y="732"/>
                    <a:pt x="5637" y="908"/>
                  </a:cubicBezTo>
                  <a:cubicBezTo>
                    <a:pt x="5027" y="1035"/>
                    <a:pt x="4427" y="1098"/>
                    <a:pt x="3864" y="1098"/>
                  </a:cubicBezTo>
                  <a:cubicBezTo>
                    <a:pt x="3710" y="1098"/>
                    <a:pt x="3559" y="1093"/>
                    <a:pt x="3412" y="1084"/>
                  </a:cubicBezTo>
                  <a:cubicBezTo>
                    <a:pt x="2738" y="1055"/>
                    <a:pt x="2138" y="923"/>
                    <a:pt x="1626" y="806"/>
                  </a:cubicBezTo>
                  <a:cubicBezTo>
                    <a:pt x="1113" y="703"/>
                    <a:pt x="703" y="571"/>
                    <a:pt x="440" y="498"/>
                  </a:cubicBezTo>
                  <a:cubicBezTo>
                    <a:pt x="294" y="469"/>
                    <a:pt x="191" y="425"/>
                    <a:pt x="103" y="410"/>
                  </a:cubicBezTo>
                  <a:cubicBezTo>
                    <a:pt x="30" y="396"/>
                    <a:pt x="1" y="396"/>
                    <a:pt x="1" y="396"/>
                  </a:cubicBezTo>
                  <a:lnTo>
                    <a:pt x="1" y="396"/>
                  </a:lnTo>
                  <a:cubicBezTo>
                    <a:pt x="1" y="396"/>
                    <a:pt x="30" y="410"/>
                    <a:pt x="103" y="425"/>
                  </a:cubicBezTo>
                  <a:cubicBezTo>
                    <a:pt x="176" y="469"/>
                    <a:pt x="294" y="498"/>
                    <a:pt x="411" y="542"/>
                  </a:cubicBezTo>
                  <a:cubicBezTo>
                    <a:pt x="689" y="630"/>
                    <a:pt x="1099" y="762"/>
                    <a:pt x="1611" y="879"/>
                  </a:cubicBezTo>
                  <a:cubicBezTo>
                    <a:pt x="2123" y="1011"/>
                    <a:pt x="2724" y="1142"/>
                    <a:pt x="3412" y="1172"/>
                  </a:cubicBezTo>
                  <a:cubicBezTo>
                    <a:pt x="3574" y="1182"/>
                    <a:pt x="3741" y="1187"/>
                    <a:pt x="3911" y="1187"/>
                  </a:cubicBezTo>
                  <a:cubicBezTo>
                    <a:pt x="4461" y="1187"/>
                    <a:pt x="5048" y="1130"/>
                    <a:pt x="5652" y="996"/>
                  </a:cubicBezTo>
                  <a:cubicBezTo>
                    <a:pt x="6320" y="811"/>
                    <a:pt x="6961" y="530"/>
                    <a:pt x="7426" y="111"/>
                  </a:cubicBezTo>
                  <a:lnTo>
                    <a:pt x="7426" y="111"/>
                  </a:lnTo>
                  <a:cubicBezTo>
                    <a:pt x="8318" y="522"/>
                    <a:pt x="9173" y="738"/>
                    <a:pt x="9825" y="738"/>
                  </a:cubicBezTo>
                  <a:cubicBezTo>
                    <a:pt x="9885" y="738"/>
                    <a:pt x="9943" y="736"/>
                    <a:pt x="9999" y="732"/>
                  </a:cubicBezTo>
                  <a:cubicBezTo>
                    <a:pt x="10351" y="718"/>
                    <a:pt x="10585" y="586"/>
                    <a:pt x="10761" y="513"/>
                  </a:cubicBezTo>
                  <a:cubicBezTo>
                    <a:pt x="10849" y="484"/>
                    <a:pt x="10907" y="440"/>
                    <a:pt x="10936" y="425"/>
                  </a:cubicBezTo>
                  <a:cubicBezTo>
                    <a:pt x="10980" y="410"/>
                    <a:pt x="10995" y="396"/>
                    <a:pt x="10995" y="396"/>
                  </a:cubicBezTo>
                  <a:cubicBezTo>
                    <a:pt x="10995" y="390"/>
                    <a:pt x="10992" y="388"/>
                    <a:pt x="10987" y="388"/>
                  </a:cubicBezTo>
                  <a:cubicBezTo>
                    <a:pt x="10961" y="388"/>
                    <a:pt x="10881" y="438"/>
                    <a:pt x="10761" y="498"/>
                  </a:cubicBezTo>
                  <a:cubicBezTo>
                    <a:pt x="10585" y="557"/>
                    <a:pt x="10351" y="659"/>
                    <a:pt x="10029" y="689"/>
                  </a:cubicBezTo>
                  <a:cubicBezTo>
                    <a:pt x="10008" y="689"/>
                    <a:pt x="9987" y="689"/>
                    <a:pt x="9966" y="689"/>
                  </a:cubicBezTo>
                  <a:cubicBezTo>
                    <a:pt x="9312" y="689"/>
                    <a:pt x="8417" y="469"/>
                    <a:pt x="7467" y="30"/>
                  </a:cubicBezTo>
                  <a:lnTo>
                    <a:pt x="7423" y="0"/>
                  </a:ln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5" name="Google Shape;1305;p49"/>
            <p:cNvSpPr/>
            <p:nvPr/>
          </p:nvSpPr>
          <p:spPr>
            <a:xfrm flipH="1">
              <a:off x="5889600" y="2064240"/>
              <a:ext cx="59040" cy="564120"/>
            </a:xfrm>
            <a:custGeom>
              <a:avLst/>
              <a:gdLst>
                <a:gd name="textAreaLeft" fmla="*/ 360 w 59040"/>
                <a:gd name="textAreaRight" fmla="*/ 59760 w 59040"/>
                <a:gd name="textAreaTop" fmla="*/ 0 h 564120"/>
                <a:gd name="textAreaBottom" fmla="*/ 564480 h 564120"/>
              </a:gdLst>
              <a:ahLst/>
              <a:cxnLst/>
              <a:rect l="textAreaLeft" t="textAreaTop" r="textAreaRight" b="textAreaBottom"/>
              <a:pathLst>
                <a:path w="835" h="7950">
                  <a:moveTo>
                    <a:pt x="15" y="1"/>
                  </a:moveTo>
                  <a:cubicBezTo>
                    <a:pt x="0" y="1"/>
                    <a:pt x="15" y="118"/>
                    <a:pt x="29" y="323"/>
                  </a:cubicBezTo>
                  <a:cubicBezTo>
                    <a:pt x="59" y="528"/>
                    <a:pt x="88" y="821"/>
                    <a:pt x="132" y="1157"/>
                  </a:cubicBezTo>
                  <a:cubicBezTo>
                    <a:pt x="205" y="1875"/>
                    <a:pt x="322" y="2855"/>
                    <a:pt x="439" y="3953"/>
                  </a:cubicBezTo>
                  <a:cubicBezTo>
                    <a:pt x="542" y="5051"/>
                    <a:pt x="644" y="6062"/>
                    <a:pt x="717" y="6779"/>
                  </a:cubicBezTo>
                  <a:cubicBezTo>
                    <a:pt x="732" y="7130"/>
                    <a:pt x="761" y="7423"/>
                    <a:pt x="791" y="7643"/>
                  </a:cubicBezTo>
                  <a:cubicBezTo>
                    <a:pt x="805" y="7848"/>
                    <a:pt x="820" y="7950"/>
                    <a:pt x="820" y="7950"/>
                  </a:cubicBezTo>
                  <a:cubicBezTo>
                    <a:pt x="835" y="7950"/>
                    <a:pt x="835" y="7848"/>
                    <a:pt x="835" y="7643"/>
                  </a:cubicBezTo>
                  <a:cubicBezTo>
                    <a:pt x="820" y="7438"/>
                    <a:pt x="805" y="7145"/>
                    <a:pt x="791" y="6779"/>
                  </a:cubicBezTo>
                  <a:cubicBezTo>
                    <a:pt x="747" y="6047"/>
                    <a:pt x="659" y="5051"/>
                    <a:pt x="542" y="3953"/>
                  </a:cubicBezTo>
                  <a:cubicBezTo>
                    <a:pt x="439" y="2855"/>
                    <a:pt x="308" y="1875"/>
                    <a:pt x="205" y="1157"/>
                  </a:cubicBezTo>
                  <a:cubicBezTo>
                    <a:pt x="147" y="821"/>
                    <a:pt x="103" y="528"/>
                    <a:pt x="73" y="323"/>
                  </a:cubicBezTo>
                  <a:cubicBezTo>
                    <a:pt x="59" y="118"/>
                    <a:pt x="15" y="1"/>
                    <a:pt x="1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6" name="Google Shape;1306;p49"/>
            <p:cNvSpPr/>
            <p:nvPr/>
          </p:nvSpPr>
          <p:spPr>
            <a:xfrm flipH="1">
              <a:off x="5865120" y="1543320"/>
              <a:ext cx="83880" cy="431280"/>
            </a:xfrm>
            <a:custGeom>
              <a:avLst/>
              <a:gdLst>
                <a:gd name="textAreaLeft" fmla="*/ -360 w 83880"/>
                <a:gd name="textAreaRight" fmla="*/ 83880 w 83880"/>
                <a:gd name="textAreaTop" fmla="*/ 0 h 431280"/>
                <a:gd name="textAreaBottom" fmla="*/ 431640 h 431280"/>
              </a:gdLst>
              <a:ahLst/>
              <a:cxnLst/>
              <a:rect l="textAreaLeft" t="textAreaTop" r="textAreaRight" b="textAreaBottom"/>
              <a:pathLst>
                <a:path w="1187" h="6076">
                  <a:moveTo>
                    <a:pt x="0" y="0"/>
                  </a:moveTo>
                  <a:lnTo>
                    <a:pt x="0" y="6076"/>
                  </a:lnTo>
                  <a:cubicBezTo>
                    <a:pt x="0" y="6076"/>
                    <a:pt x="1186" y="2518"/>
                    <a:pt x="923" y="1874"/>
                  </a:cubicBezTo>
                  <a:cubicBezTo>
                    <a:pt x="689" y="1245"/>
                    <a:pt x="0" y="0"/>
                    <a:pt x="0"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7" name="Google Shape;1307;p49"/>
            <p:cNvSpPr/>
            <p:nvPr/>
          </p:nvSpPr>
          <p:spPr>
            <a:xfrm flipH="1">
              <a:off x="5996880" y="1560960"/>
              <a:ext cx="272160" cy="431280"/>
            </a:xfrm>
            <a:custGeom>
              <a:avLst/>
              <a:gdLst>
                <a:gd name="textAreaLeft" fmla="*/ 360 w 272160"/>
                <a:gd name="textAreaRight" fmla="*/ 272880 w 272160"/>
                <a:gd name="textAreaTop" fmla="*/ 0 h 431280"/>
                <a:gd name="textAreaBottom" fmla="*/ 431640 h 431280"/>
              </a:gdLst>
              <a:ahLst/>
              <a:cxnLst/>
              <a:rect l="textAreaLeft" t="textAreaTop" r="textAreaRight" b="textAreaBottom"/>
              <a:pathLst>
                <a:path w="3836" h="6076">
                  <a:moveTo>
                    <a:pt x="688" y="0"/>
                  </a:moveTo>
                  <a:cubicBezTo>
                    <a:pt x="542" y="30"/>
                    <a:pt x="0" y="2167"/>
                    <a:pt x="556" y="2811"/>
                  </a:cubicBezTo>
                  <a:cubicBezTo>
                    <a:pt x="1171" y="3528"/>
                    <a:pt x="3836" y="6076"/>
                    <a:pt x="3836" y="6076"/>
                  </a:cubicBezTo>
                  <a:lnTo>
                    <a:pt x="688" y="0"/>
                  </a:ln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8" name="Google Shape;1308;p49"/>
            <p:cNvSpPr/>
            <p:nvPr/>
          </p:nvSpPr>
          <p:spPr>
            <a:xfrm flipH="1">
              <a:off x="6130080" y="2746080"/>
              <a:ext cx="175320" cy="125640"/>
            </a:xfrm>
            <a:custGeom>
              <a:avLst/>
              <a:gdLst>
                <a:gd name="textAreaLeft" fmla="*/ -360 w 175320"/>
                <a:gd name="textAreaRight" fmla="*/ 175320 w 175320"/>
                <a:gd name="textAreaTop" fmla="*/ 0 h 125640"/>
                <a:gd name="textAreaBottom" fmla="*/ 126000 h 125640"/>
              </a:gdLst>
              <a:ahLst/>
              <a:cxnLst/>
              <a:rect l="textAreaLeft" t="textAreaTop" r="textAreaRight" b="textAreaBottom"/>
              <a:pathLst>
                <a:path w="2475" h="1774">
                  <a:moveTo>
                    <a:pt x="2455" y="0"/>
                  </a:moveTo>
                  <a:cubicBezTo>
                    <a:pt x="2404" y="0"/>
                    <a:pt x="2040" y="576"/>
                    <a:pt x="1376" y="1056"/>
                  </a:cubicBezTo>
                  <a:cubicBezTo>
                    <a:pt x="674" y="1569"/>
                    <a:pt x="0" y="1730"/>
                    <a:pt x="15" y="1774"/>
                  </a:cubicBezTo>
                  <a:cubicBezTo>
                    <a:pt x="15" y="1774"/>
                    <a:pt x="205" y="1759"/>
                    <a:pt x="454" y="1657"/>
                  </a:cubicBezTo>
                  <a:cubicBezTo>
                    <a:pt x="732" y="1569"/>
                    <a:pt x="1083" y="1408"/>
                    <a:pt x="1420" y="1144"/>
                  </a:cubicBezTo>
                  <a:cubicBezTo>
                    <a:pt x="1772" y="895"/>
                    <a:pt x="2050" y="602"/>
                    <a:pt x="2211" y="383"/>
                  </a:cubicBezTo>
                  <a:cubicBezTo>
                    <a:pt x="2386" y="163"/>
                    <a:pt x="2474" y="2"/>
                    <a:pt x="2460" y="2"/>
                  </a:cubicBezTo>
                  <a:cubicBezTo>
                    <a:pt x="2459" y="1"/>
                    <a:pt x="2457" y="0"/>
                    <a:pt x="2455"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63000" bIns="63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9" name="Google Shape;1309;p49"/>
            <p:cNvSpPr/>
            <p:nvPr/>
          </p:nvSpPr>
          <p:spPr>
            <a:xfrm flipH="1">
              <a:off x="5465520" y="2832480"/>
              <a:ext cx="754560" cy="1900440"/>
            </a:xfrm>
            <a:custGeom>
              <a:avLst/>
              <a:gdLst>
                <a:gd name="textAreaLeft" fmla="*/ 360 w 754560"/>
                <a:gd name="textAreaRight" fmla="*/ 755280 w 754560"/>
                <a:gd name="textAreaTop" fmla="*/ 0 h 1900440"/>
                <a:gd name="textAreaBottom" fmla="*/ 1900800 h 1900440"/>
              </a:gdLst>
              <a:ahLst/>
              <a:cxnLst/>
              <a:rect l="textAreaLeft" t="textAreaTop" r="textAreaRight" b="textAreaBottom"/>
              <a:pathLst>
                <a:path w="10629" h="26762">
                  <a:moveTo>
                    <a:pt x="0" y="0"/>
                  </a:moveTo>
                  <a:lnTo>
                    <a:pt x="0" y="74"/>
                  </a:lnTo>
                  <a:cubicBezTo>
                    <a:pt x="15" y="132"/>
                    <a:pt x="15" y="205"/>
                    <a:pt x="30" y="293"/>
                  </a:cubicBezTo>
                  <a:cubicBezTo>
                    <a:pt x="73" y="498"/>
                    <a:pt x="103" y="776"/>
                    <a:pt x="161" y="1142"/>
                  </a:cubicBezTo>
                  <a:cubicBezTo>
                    <a:pt x="176" y="1318"/>
                    <a:pt x="220" y="1523"/>
                    <a:pt x="249" y="1742"/>
                  </a:cubicBezTo>
                  <a:cubicBezTo>
                    <a:pt x="293" y="1962"/>
                    <a:pt x="337" y="2196"/>
                    <a:pt x="395" y="2460"/>
                  </a:cubicBezTo>
                  <a:cubicBezTo>
                    <a:pt x="483" y="2958"/>
                    <a:pt x="600" y="3543"/>
                    <a:pt x="761" y="4173"/>
                  </a:cubicBezTo>
                  <a:cubicBezTo>
                    <a:pt x="835" y="4509"/>
                    <a:pt x="908" y="4831"/>
                    <a:pt x="996" y="5183"/>
                  </a:cubicBezTo>
                  <a:cubicBezTo>
                    <a:pt x="1098" y="5534"/>
                    <a:pt x="1186" y="5900"/>
                    <a:pt x="1289" y="6266"/>
                  </a:cubicBezTo>
                  <a:cubicBezTo>
                    <a:pt x="1493" y="7013"/>
                    <a:pt x="1757" y="7803"/>
                    <a:pt x="2006" y="8623"/>
                  </a:cubicBezTo>
                  <a:cubicBezTo>
                    <a:pt x="2562" y="10277"/>
                    <a:pt x="3221" y="12049"/>
                    <a:pt x="3997" y="13893"/>
                  </a:cubicBezTo>
                  <a:cubicBezTo>
                    <a:pt x="4787" y="15723"/>
                    <a:pt x="5607" y="17451"/>
                    <a:pt x="6383" y="19002"/>
                  </a:cubicBezTo>
                  <a:cubicBezTo>
                    <a:pt x="7144" y="20554"/>
                    <a:pt x="7876" y="21930"/>
                    <a:pt x="8520" y="23087"/>
                  </a:cubicBezTo>
                  <a:cubicBezTo>
                    <a:pt x="9150" y="24229"/>
                    <a:pt x="9677" y="25151"/>
                    <a:pt x="10043" y="25795"/>
                  </a:cubicBezTo>
                  <a:cubicBezTo>
                    <a:pt x="10219" y="26103"/>
                    <a:pt x="10365" y="26351"/>
                    <a:pt x="10467" y="26527"/>
                  </a:cubicBezTo>
                  <a:cubicBezTo>
                    <a:pt x="10497" y="26600"/>
                    <a:pt x="10541" y="26644"/>
                    <a:pt x="10570" y="26703"/>
                  </a:cubicBezTo>
                  <a:cubicBezTo>
                    <a:pt x="10585" y="26747"/>
                    <a:pt x="10614" y="26761"/>
                    <a:pt x="10614" y="26761"/>
                  </a:cubicBezTo>
                  <a:cubicBezTo>
                    <a:pt x="10614" y="26761"/>
                    <a:pt x="10585" y="26747"/>
                    <a:pt x="10628" y="26688"/>
                  </a:cubicBezTo>
                  <a:cubicBezTo>
                    <a:pt x="10585" y="26630"/>
                    <a:pt x="10555" y="26556"/>
                    <a:pt x="10511" y="26483"/>
                  </a:cubicBezTo>
                  <a:cubicBezTo>
                    <a:pt x="10424" y="26322"/>
                    <a:pt x="10292" y="26059"/>
                    <a:pt x="10116" y="25751"/>
                  </a:cubicBezTo>
                  <a:cubicBezTo>
                    <a:pt x="9765" y="25107"/>
                    <a:pt x="9252" y="24185"/>
                    <a:pt x="8638" y="23028"/>
                  </a:cubicBezTo>
                  <a:cubicBezTo>
                    <a:pt x="8008" y="21872"/>
                    <a:pt x="7276" y="20496"/>
                    <a:pt x="6515" y="18944"/>
                  </a:cubicBezTo>
                  <a:cubicBezTo>
                    <a:pt x="5739" y="17392"/>
                    <a:pt x="4919" y="15665"/>
                    <a:pt x="4129" y="13835"/>
                  </a:cubicBezTo>
                  <a:cubicBezTo>
                    <a:pt x="3338" y="11990"/>
                    <a:pt x="2665" y="10219"/>
                    <a:pt x="2123" y="8564"/>
                  </a:cubicBezTo>
                  <a:cubicBezTo>
                    <a:pt x="1845" y="7745"/>
                    <a:pt x="1581" y="6983"/>
                    <a:pt x="1391" y="6222"/>
                  </a:cubicBezTo>
                  <a:cubicBezTo>
                    <a:pt x="1289" y="5842"/>
                    <a:pt x="1186" y="5490"/>
                    <a:pt x="1098" y="5153"/>
                  </a:cubicBezTo>
                  <a:cubicBezTo>
                    <a:pt x="996" y="4817"/>
                    <a:pt x="908" y="4465"/>
                    <a:pt x="835" y="4158"/>
                  </a:cubicBezTo>
                  <a:cubicBezTo>
                    <a:pt x="674" y="3543"/>
                    <a:pt x="557" y="2958"/>
                    <a:pt x="454" y="2445"/>
                  </a:cubicBezTo>
                  <a:cubicBezTo>
                    <a:pt x="395" y="2182"/>
                    <a:pt x="337" y="1947"/>
                    <a:pt x="308" y="1728"/>
                  </a:cubicBezTo>
                  <a:cubicBezTo>
                    <a:pt x="264" y="1508"/>
                    <a:pt x="234" y="1303"/>
                    <a:pt x="191" y="1128"/>
                  </a:cubicBezTo>
                  <a:cubicBezTo>
                    <a:pt x="147" y="776"/>
                    <a:pt x="88" y="498"/>
                    <a:pt x="44" y="293"/>
                  </a:cubicBezTo>
                  <a:cubicBezTo>
                    <a:pt x="30" y="205"/>
                    <a:pt x="30" y="132"/>
                    <a:pt x="15" y="74"/>
                  </a:cubicBezTo>
                  <a:cubicBezTo>
                    <a:pt x="0" y="30"/>
                    <a:pt x="0" y="0"/>
                    <a:pt x="0"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0" name="Google Shape;1310;p49"/>
            <p:cNvSpPr/>
            <p:nvPr/>
          </p:nvSpPr>
          <p:spPr>
            <a:xfrm flipH="1">
              <a:off x="6258600" y="1720080"/>
              <a:ext cx="501840" cy="1440720"/>
            </a:xfrm>
            <a:custGeom>
              <a:avLst/>
              <a:gdLst>
                <a:gd name="textAreaLeft" fmla="*/ 360 w 501840"/>
                <a:gd name="textAreaRight" fmla="*/ 502560 w 501840"/>
                <a:gd name="textAreaTop" fmla="*/ 0 h 1440720"/>
                <a:gd name="textAreaBottom" fmla="*/ 1441080 h 1440720"/>
              </a:gdLst>
              <a:ahLst/>
              <a:cxnLst/>
              <a:rect l="textAreaLeft" t="textAreaTop" r="textAreaRight" b="textAreaBottom"/>
              <a:pathLst>
                <a:path w="7072" h="20291">
                  <a:moveTo>
                    <a:pt x="3953" y="0"/>
                  </a:moveTo>
                  <a:cubicBezTo>
                    <a:pt x="3953" y="0"/>
                    <a:pt x="1948" y="5768"/>
                    <a:pt x="1172" y="9150"/>
                  </a:cubicBezTo>
                  <a:cubicBezTo>
                    <a:pt x="264" y="13117"/>
                    <a:pt x="1" y="18519"/>
                    <a:pt x="1" y="18519"/>
                  </a:cubicBezTo>
                  <a:lnTo>
                    <a:pt x="3046" y="20290"/>
                  </a:lnTo>
                  <a:cubicBezTo>
                    <a:pt x="3046" y="20290"/>
                    <a:pt x="4393" y="11638"/>
                    <a:pt x="4715" y="10453"/>
                  </a:cubicBezTo>
                  <a:cubicBezTo>
                    <a:pt x="4978" y="9486"/>
                    <a:pt x="5783" y="6807"/>
                    <a:pt x="6471" y="4538"/>
                  </a:cubicBezTo>
                  <a:cubicBezTo>
                    <a:pt x="7072" y="2591"/>
                    <a:pt x="5930" y="512"/>
                    <a:pt x="39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1" name="Google Shape;1311;p49"/>
            <p:cNvSpPr/>
            <p:nvPr/>
          </p:nvSpPr>
          <p:spPr>
            <a:xfrm flipH="1">
              <a:off x="6305760" y="1713960"/>
              <a:ext cx="182880" cy="705240"/>
            </a:xfrm>
            <a:custGeom>
              <a:avLst/>
              <a:gdLst>
                <a:gd name="textAreaLeft" fmla="*/ 360 w 182880"/>
                <a:gd name="textAreaRight" fmla="*/ 183600 w 182880"/>
                <a:gd name="textAreaTop" fmla="*/ 0 h 705240"/>
                <a:gd name="textAreaBottom" fmla="*/ 705600 h 705240"/>
              </a:gdLst>
              <a:ahLst/>
              <a:cxnLst/>
              <a:rect l="textAreaLeft" t="textAreaTop" r="textAreaRight" b="textAreaBottom"/>
              <a:pathLst>
                <a:path w="2578" h="9937">
                  <a:moveTo>
                    <a:pt x="651" y="0"/>
                  </a:moveTo>
                  <a:cubicBezTo>
                    <a:pt x="574" y="0"/>
                    <a:pt x="503" y="5"/>
                    <a:pt x="440" y="11"/>
                  </a:cubicBezTo>
                  <a:cubicBezTo>
                    <a:pt x="147" y="55"/>
                    <a:pt x="1" y="143"/>
                    <a:pt x="1" y="143"/>
                  </a:cubicBezTo>
                  <a:cubicBezTo>
                    <a:pt x="2" y="144"/>
                    <a:pt x="4" y="145"/>
                    <a:pt x="8" y="145"/>
                  </a:cubicBezTo>
                  <a:cubicBezTo>
                    <a:pt x="43" y="145"/>
                    <a:pt x="188" y="81"/>
                    <a:pt x="455" y="55"/>
                  </a:cubicBezTo>
                  <a:cubicBezTo>
                    <a:pt x="492" y="53"/>
                    <a:pt x="532" y="52"/>
                    <a:pt x="574" y="52"/>
                  </a:cubicBezTo>
                  <a:cubicBezTo>
                    <a:pt x="860" y="52"/>
                    <a:pt x="1245" y="105"/>
                    <a:pt x="1640" y="348"/>
                  </a:cubicBezTo>
                  <a:cubicBezTo>
                    <a:pt x="1860" y="479"/>
                    <a:pt x="2080" y="670"/>
                    <a:pt x="2241" y="933"/>
                  </a:cubicBezTo>
                  <a:cubicBezTo>
                    <a:pt x="2416" y="1182"/>
                    <a:pt x="2504" y="1519"/>
                    <a:pt x="2504" y="1870"/>
                  </a:cubicBezTo>
                  <a:cubicBezTo>
                    <a:pt x="2519" y="2207"/>
                    <a:pt x="2446" y="2558"/>
                    <a:pt x="2372" y="2939"/>
                  </a:cubicBezTo>
                  <a:cubicBezTo>
                    <a:pt x="2299" y="3334"/>
                    <a:pt x="2226" y="3715"/>
                    <a:pt x="2153" y="4110"/>
                  </a:cubicBezTo>
                  <a:cubicBezTo>
                    <a:pt x="1845" y="5706"/>
                    <a:pt x="1567" y="7155"/>
                    <a:pt x="1362" y="8209"/>
                  </a:cubicBezTo>
                  <a:cubicBezTo>
                    <a:pt x="1274" y="8721"/>
                    <a:pt x="1201" y="9146"/>
                    <a:pt x="1143" y="9453"/>
                  </a:cubicBezTo>
                  <a:cubicBezTo>
                    <a:pt x="1133" y="9548"/>
                    <a:pt x="1124" y="9631"/>
                    <a:pt x="1114" y="9701"/>
                  </a:cubicBezTo>
                  <a:lnTo>
                    <a:pt x="1114" y="9701"/>
                  </a:lnTo>
                  <a:cubicBezTo>
                    <a:pt x="1126" y="9630"/>
                    <a:pt x="1142" y="9542"/>
                    <a:pt x="1172" y="9453"/>
                  </a:cubicBezTo>
                  <a:cubicBezTo>
                    <a:pt x="1216" y="9146"/>
                    <a:pt x="1318" y="8721"/>
                    <a:pt x="1421" y="8209"/>
                  </a:cubicBezTo>
                  <a:cubicBezTo>
                    <a:pt x="1626" y="7170"/>
                    <a:pt x="1919" y="5720"/>
                    <a:pt x="2226" y="4125"/>
                  </a:cubicBezTo>
                  <a:cubicBezTo>
                    <a:pt x="2299" y="3729"/>
                    <a:pt x="2372" y="3349"/>
                    <a:pt x="2446" y="2953"/>
                  </a:cubicBezTo>
                  <a:cubicBezTo>
                    <a:pt x="2519" y="2573"/>
                    <a:pt x="2577" y="2207"/>
                    <a:pt x="2577" y="1841"/>
                  </a:cubicBezTo>
                  <a:cubicBezTo>
                    <a:pt x="2577" y="1489"/>
                    <a:pt x="2489" y="1153"/>
                    <a:pt x="2299" y="875"/>
                  </a:cubicBezTo>
                  <a:cubicBezTo>
                    <a:pt x="2123" y="626"/>
                    <a:pt x="1904" y="421"/>
                    <a:pt x="1655" y="274"/>
                  </a:cubicBezTo>
                  <a:cubicBezTo>
                    <a:pt x="1288" y="56"/>
                    <a:pt x="930" y="0"/>
                    <a:pt x="651" y="0"/>
                  </a:cubicBezTo>
                  <a:close/>
                  <a:moveTo>
                    <a:pt x="1114" y="9701"/>
                  </a:moveTo>
                  <a:cubicBezTo>
                    <a:pt x="1108" y="9736"/>
                    <a:pt x="1104" y="9766"/>
                    <a:pt x="1099" y="9790"/>
                  </a:cubicBezTo>
                  <a:cubicBezTo>
                    <a:pt x="1099" y="9795"/>
                    <a:pt x="1099" y="9800"/>
                    <a:pt x="1099" y="9805"/>
                  </a:cubicBezTo>
                  <a:lnTo>
                    <a:pt x="1099" y="9805"/>
                  </a:lnTo>
                  <a:cubicBezTo>
                    <a:pt x="1099" y="9805"/>
                    <a:pt x="1099" y="9805"/>
                    <a:pt x="1099" y="9805"/>
                  </a:cubicBezTo>
                  <a:cubicBezTo>
                    <a:pt x="1104" y="9774"/>
                    <a:pt x="1109" y="9739"/>
                    <a:pt x="1114" y="9701"/>
                  </a:cubicBezTo>
                  <a:close/>
                  <a:moveTo>
                    <a:pt x="1099" y="9805"/>
                  </a:moveTo>
                  <a:lnTo>
                    <a:pt x="1099" y="9805"/>
                  </a:lnTo>
                  <a:cubicBezTo>
                    <a:pt x="1069" y="9893"/>
                    <a:pt x="1069" y="9936"/>
                    <a:pt x="1069" y="9936"/>
                  </a:cubicBezTo>
                  <a:cubicBezTo>
                    <a:pt x="1069" y="9936"/>
                    <a:pt x="1096" y="9897"/>
                    <a:pt x="1099" y="9805"/>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2" name="Google Shape;1312;p49"/>
            <p:cNvSpPr/>
            <p:nvPr/>
          </p:nvSpPr>
          <p:spPr>
            <a:xfrm flipH="1">
              <a:off x="6129720" y="2466000"/>
              <a:ext cx="202320" cy="7200"/>
            </a:xfrm>
            <a:custGeom>
              <a:avLst/>
              <a:gdLst>
                <a:gd name="textAreaLeft" fmla="*/ 360 w 202320"/>
                <a:gd name="textAreaRight" fmla="*/ 203040 w 202320"/>
                <a:gd name="textAreaTop" fmla="*/ 0 h 7200"/>
                <a:gd name="textAreaBottom" fmla="*/ 7560 h 7200"/>
              </a:gdLst>
              <a:ahLst/>
              <a:cxnLst/>
              <a:rect l="textAreaLeft" t="textAreaTop" r="textAreaRight" b="textAreaBottom"/>
              <a:pathLst>
                <a:path w="2855" h="105">
                  <a:moveTo>
                    <a:pt x="2295" y="1"/>
                  </a:moveTo>
                  <a:cubicBezTo>
                    <a:pt x="2055" y="1"/>
                    <a:pt x="1756" y="4"/>
                    <a:pt x="1435" y="10"/>
                  </a:cubicBezTo>
                  <a:cubicBezTo>
                    <a:pt x="644" y="25"/>
                    <a:pt x="0" y="40"/>
                    <a:pt x="0" y="83"/>
                  </a:cubicBezTo>
                  <a:cubicBezTo>
                    <a:pt x="0" y="94"/>
                    <a:pt x="322" y="104"/>
                    <a:pt x="790" y="104"/>
                  </a:cubicBezTo>
                  <a:cubicBezTo>
                    <a:pt x="984" y="104"/>
                    <a:pt x="1203" y="102"/>
                    <a:pt x="1435" y="98"/>
                  </a:cubicBezTo>
                  <a:cubicBezTo>
                    <a:pt x="2211" y="83"/>
                    <a:pt x="2855" y="69"/>
                    <a:pt x="2855" y="25"/>
                  </a:cubicBezTo>
                  <a:cubicBezTo>
                    <a:pt x="2855" y="8"/>
                    <a:pt x="2634" y="1"/>
                    <a:pt x="229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3" name="Google Shape;1313;p49"/>
            <p:cNvSpPr/>
            <p:nvPr/>
          </p:nvSpPr>
          <p:spPr>
            <a:xfrm flipH="1">
              <a:off x="6015240" y="1069920"/>
              <a:ext cx="328320" cy="182160"/>
            </a:xfrm>
            <a:custGeom>
              <a:avLst/>
              <a:gdLst>
                <a:gd name="textAreaLeft" fmla="*/ 360 w 328320"/>
                <a:gd name="textAreaRight" fmla="*/ 329040 w 328320"/>
                <a:gd name="textAreaTop" fmla="*/ 0 h 182160"/>
                <a:gd name="textAreaBottom" fmla="*/ 182520 h 182160"/>
              </a:gdLst>
              <a:ahLst/>
              <a:cxnLst/>
              <a:rect l="textAreaLeft" t="textAreaTop" r="textAreaRight" b="textAreaBottom"/>
              <a:pathLst>
                <a:path w="4627" h="2570">
                  <a:moveTo>
                    <a:pt x="1851" y="0"/>
                  </a:moveTo>
                  <a:cubicBezTo>
                    <a:pt x="1795" y="0"/>
                    <a:pt x="1739" y="2"/>
                    <a:pt x="1684" y="4"/>
                  </a:cubicBezTo>
                  <a:cubicBezTo>
                    <a:pt x="1083" y="48"/>
                    <a:pt x="469" y="268"/>
                    <a:pt x="0" y="634"/>
                  </a:cubicBezTo>
                  <a:lnTo>
                    <a:pt x="59" y="692"/>
                  </a:lnTo>
                  <a:cubicBezTo>
                    <a:pt x="937" y="1717"/>
                    <a:pt x="2181" y="2391"/>
                    <a:pt x="3514" y="2552"/>
                  </a:cubicBezTo>
                  <a:cubicBezTo>
                    <a:pt x="3623" y="2559"/>
                    <a:pt x="3733" y="2570"/>
                    <a:pt x="3838" y="2570"/>
                  </a:cubicBezTo>
                  <a:cubicBezTo>
                    <a:pt x="3942" y="2570"/>
                    <a:pt x="4041" y="2559"/>
                    <a:pt x="4128" y="2522"/>
                  </a:cubicBezTo>
                  <a:cubicBezTo>
                    <a:pt x="4451" y="2391"/>
                    <a:pt x="4626" y="2083"/>
                    <a:pt x="4626" y="1746"/>
                  </a:cubicBezTo>
                  <a:cubicBezTo>
                    <a:pt x="4626" y="1424"/>
                    <a:pt x="4480" y="1102"/>
                    <a:pt x="4260" y="868"/>
                  </a:cubicBezTo>
                  <a:cubicBezTo>
                    <a:pt x="4041" y="634"/>
                    <a:pt x="3748" y="473"/>
                    <a:pt x="3455" y="341"/>
                  </a:cubicBezTo>
                  <a:cubicBezTo>
                    <a:pt x="2963" y="129"/>
                    <a:pt x="2400" y="0"/>
                    <a:pt x="1851"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080" bIns="91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4" name="Google Shape;1314;p49"/>
            <p:cNvSpPr/>
            <p:nvPr/>
          </p:nvSpPr>
          <p:spPr>
            <a:xfrm flipH="1">
              <a:off x="4939560" y="1858320"/>
              <a:ext cx="278280" cy="349920"/>
            </a:xfrm>
            <a:custGeom>
              <a:avLst/>
              <a:gdLst>
                <a:gd name="textAreaLeft" fmla="*/ -360 w 278280"/>
                <a:gd name="textAreaRight" fmla="*/ 278280 w 278280"/>
                <a:gd name="textAreaTop" fmla="*/ 0 h 349920"/>
                <a:gd name="textAreaBottom" fmla="*/ 350280 h 349920"/>
              </a:gdLst>
              <a:ahLst/>
              <a:cxnLst/>
              <a:rect l="textAreaLeft" t="textAreaTop" r="textAreaRight" b="textAreaBottom"/>
              <a:pathLst>
                <a:path w="3924" h="4933">
                  <a:moveTo>
                    <a:pt x="1484" y="1"/>
                  </a:moveTo>
                  <a:cubicBezTo>
                    <a:pt x="1264" y="1"/>
                    <a:pt x="0" y="1861"/>
                    <a:pt x="0" y="1861"/>
                  </a:cubicBezTo>
                  <a:cubicBezTo>
                    <a:pt x="0" y="1861"/>
                    <a:pt x="710" y="4933"/>
                    <a:pt x="1286" y="4933"/>
                  </a:cubicBezTo>
                  <a:cubicBezTo>
                    <a:pt x="1306" y="4933"/>
                    <a:pt x="1327" y="4929"/>
                    <a:pt x="1347" y="4921"/>
                  </a:cubicBezTo>
                  <a:cubicBezTo>
                    <a:pt x="1347" y="4921"/>
                    <a:pt x="3499" y="3647"/>
                    <a:pt x="3631" y="3384"/>
                  </a:cubicBezTo>
                  <a:cubicBezTo>
                    <a:pt x="3665" y="3301"/>
                    <a:pt x="3562" y="3273"/>
                    <a:pt x="3411" y="3273"/>
                  </a:cubicBezTo>
                  <a:cubicBezTo>
                    <a:pt x="3107" y="3273"/>
                    <a:pt x="2606" y="3384"/>
                    <a:pt x="2606" y="3384"/>
                  </a:cubicBezTo>
                  <a:cubicBezTo>
                    <a:pt x="2606" y="3384"/>
                    <a:pt x="3704" y="2959"/>
                    <a:pt x="3821" y="2710"/>
                  </a:cubicBezTo>
                  <a:cubicBezTo>
                    <a:pt x="3865" y="2618"/>
                    <a:pt x="3710" y="2587"/>
                    <a:pt x="3485" y="2587"/>
                  </a:cubicBezTo>
                  <a:cubicBezTo>
                    <a:pt x="3034" y="2587"/>
                    <a:pt x="2298" y="2710"/>
                    <a:pt x="2298" y="2710"/>
                  </a:cubicBezTo>
                  <a:cubicBezTo>
                    <a:pt x="2298" y="2710"/>
                    <a:pt x="3923" y="2344"/>
                    <a:pt x="3850" y="1993"/>
                  </a:cubicBezTo>
                  <a:cubicBezTo>
                    <a:pt x="3822" y="1857"/>
                    <a:pt x="3530" y="1815"/>
                    <a:pt x="3184" y="1815"/>
                  </a:cubicBezTo>
                  <a:cubicBezTo>
                    <a:pt x="2635" y="1815"/>
                    <a:pt x="1947" y="1920"/>
                    <a:pt x="1947" y="1920"/>
                  </a:cubicBezTo>
                  <a:cubicBezTo>
                    <a:pt x="1947" y="1920"/>
                    <a:pt x="3806" y="1481"/>
                    <a:pt x="3792" y="1085"/>
                  </a:cubicBezTo>
                  <a:cubicBezTo>
                    <a:pt x="3792" y="981"/>
                    <a:pt x="3631" y="942"/>
                    <a:pt x="3392" y="942"/>
                  </a:cubicBezTo>
                  <a:cubicBezTo>
                    <a:pt x="2692" y="942"/>
                    <a:pt x="1318" y="1276"/>
                    <a:pt x="1318" y="1276"/>
                  </a:cubicBezTo>
                  <a:cubicBezTo>
                    <a:pt x="1786" y="676"/>
                    <a:pt x="1669" y="61"/>
                    <a:pt x="1493" y="2"/>
                  </a:cubicBezTo>
                  <a:cubicBezTo>
                    <a:pt x="1490" y="1"/>
                    <a:pt x="1487" y="1"/>
                    <a:pt x="1484" y="1"/>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5" name="Google Shape;1315;p49"/>
            <p:cNvSpPr/>
            <p:nvPr/>
          </p:nvSpPr>
          <p:spPr>
            <a:xfrm flipH="1">
              <a:off x="4974840" y="1579680"/>
              <a:ext cx="194040" cy="372960"/>
            </a:xfrm>
            <a:custGeom>
              <a:avLst/>
              <a:gdLst>
                <a:gd name="textAreaLeft" fmla="*/ -360 w 194040"/>
                <a:gd name="textAreaRight" fmla="*/ 194040 w 194040"/>
                <a:gd name="textAreaTop" fmla="*/ 0 h 372960"/>
                <a:gd name="textAreaBottom" fmla="*/ 373320 h 372960"/>
              </a:gdLst>
              <a:ahLst/>
              <a:cxnLst/>
              <a:rect l="textAreaLeft" t="textAreaTop" r="textAreaRight" b="textAreaBottom"/>
              <a:pathLst>
                <a:path w="2738" h="5257">
                  <a:moveTo>
                    <a:pt x="2211" y="1"/>
                  </a:moveTo>
                  <a:lnTo>
                    <a:pt x="2211" y="1"/>
                  </a:lnTo>
                  <a:cubicBezTo>
                    <a:pt x="1493" y="59"/>
                    <a:pt x="922" y="367"/>
                    <a:pt x="674" y="703"/>
                  </a:cubicBezTo>
                  <a:cubicBezTo>
                    <a:pt x="410" y="1026"/>
                    <a:pt x="161" y="1435"/>
                    <a:pt x="293" y="1831"/>
                  </a:cubicBezTo>
                  <a:cubicBezTo>
                    <a:pt x="439" y="2211"/>
                    <a:pt x="908" y="2460"/>
                    <a:pt x="952" y="2855"/>
                  </a:cubicBezTo>
                  <a:cubicBezTo>
                    <a:pt x="981" y="3324"/>
                    <a:pt x="483" y="3587"/>
                    <a:pt x="249" y="3953"/>
                  </a:cubicBezTo>
                  <a:cubicBezTo>
                    <a:pt x="0" y="4363"/>
                    <a:pt x="44" y="4934"/>
                    <a:pt x="381" y="5256"/>
                  </a:cubicBezTo>
                  <a:lnTo>
                    <a:pt x="2738" y="5256"/>
                  </a:lnTo>
                  <a:cubicBezTo>
                    <a:pt x="2533" y="5154"/>
                    <a:pt x="1991" y="4788"/>
                    <a:pt x="1815" y="4598"/>
                  </a:cubicBezTo>
                  <a:cubicBezTo>
                    <a:pt x="1654" y="4422"/>
                    <a:pt x="1567" y="4144"/>
                    <a:pt x="1654" y="3924"/>
                  </a:cubicBezTo>
                  <a:cubicBezTo>
                    <a:pt x="1742" y="3705"/>
                    <a:pt x="1991" y="3558"/>
                    <a:pt x="2167" y="3382"/>
                  </a:cubicBezTo>
                  <a:cubicBezTo>
                    <a:pt x="2621" y="2958"/>
                    <a:pt x="2679" y="2109"/>
                    <a:pt x="2196" y="1728"/>
                  </a:cubicBezTo>
                  <a:cubicBezTo>
                    <a:pt x="2006" y="1553"/>
                    <a:pt x="1757" y="1479"/>
                    <a:pt x="1567" y="1333"/>
                  </a:cubicBezTo>
                  <a:cubicBezTo>
                    <a:pt x="1069" y="952"/>
                    <a:pt x="1508" y="264"/>
                    <a:pt x="221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6" name="Google Shape;1316;p49"/>
            <p:cNvSpPr/>
            <p:nvPr/>
          </p:nvSpPr>
          <p:spPr>
            <a:xfrm flipH="1">
              <a:off x="4962240" y="1942560"/>
              <a:ext cx="199440" cy="232560"/>
            </a:xfrm>
            <a:custGeom>
              <a:avLst/>
              <a:gdLst>
                <a:gd name="textAreaLeft" fmla="*/ 360 w 199440"/>
                <a:gd name="textAreaRight" fmla="*/ 200160 w 199440"/>
                <a:gd name="textAreaTop" fmla="*/ 0 h 232560"/>
                <a:gd name="textAreaBottom" fmla="*/ 232920 h 232560"/>
              </a:gdLst>
              <a:ahLst/>
              <a:cxnLst/>
              <a:rect l="textAreaLeft" t="textAreaTop" r="textAreaRight" b="textAreaBottom"/>
              <a:pathLst>
                <a:path w="2811" h="3281">
                  <a:moveTo>
                    <a:pt x="0" y="1"/>
                  </a:moveTo>
                  <a:lnTo>
                    <a:pt x="498" y="3280"/>
                  </a:lnTo>
                  <a:lnTo>
                    <a:pt x="2343" y="3280"/>
                  </a:lnTo>
                  <a:cubicBezTo>
                    <a:pt x="2225" y="3280"/>
                    <a:pt x="2811" y="1"/>
                    <a:pt x="281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7" name="Google Shape;1317;p49"/>
            <p:cNvSpPr/>
            <p:nvPr/>
          </p:nvSpPr>
          <p:spPr>
            <a:xfrm rot="19596000">
              <a:off x="5669640" y="762120"/>
              <a:ext cx="66600" cy="167760"/>
            </a:xfrm>
            <a:custGeom>
              <a:avLst/>
              <a:gdLst>
                <a:gd name="textAreaLeft" fmla="*/ 0 w 66600"/>
                <a:gd name="textAreaRight" fmla="*/ 66960 w 66600"/>
                <a:gd name="textAreaTop" fmla="*/ 0 h 167760"/>
                <a:gd name="textAreaBottom" fmla="*/ 168120 h 167760"/>
              </a:gdLst>
              <a:ahLst/>
              <a:cxnLst/>
              <a:rect l="textAreaLeft" t="textAreaTop" r="textAreaRight" b="textAreaBottom"/>
              <a:pathLst>
                <a:path w="542" h="1362">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8" name="Google Shape;1318;p49"/>
            <p:cNvSpPr/>
            <p:nvPr/>
          </p:nvSpPr>
          <p:spPr>
            <a:xfrm rot="19596000">
              <a:off x="5727240" y="663840"/>
              <a:ext cx="84600" cy="205560"/>
            </a:xfrm>
            <a:custGeom>
              <a:avLst/>
              <a:gdLst>
                <a:gd name="textAreaLeft" fmla="*/ 0 w 84600"/>
                <a:gd name="textAreaRight" fmla="*/ 84960 w 84600"/>
                <a:gd name="textAreaTop" fmla="*/ 0 h 205560"/>
                <a:gd name="textAreaBottom" fmla="*/ 205920 h 205560"/>
              </a:gdLst>
              <a:ahLst/>
              <a:cxnLst/>
              <a:rect l="textAreaLeft" t="textAreaTop" r="textAreaRight" b="textAreaBottom"/>
              <a:pathLst>
                <a:path w="689" h="1670">
                  <a:moveTo>
                    <a:pt x="0" y="0"/>
                  </a:moveTo>
                  <a:lnTo>
                    <a:pt x="0" y="1611"/>
                  </a:lnTo>
                  <a:lnTo>
                    <a:pt x="688" y="1669"/>
                  </a:lnTo>
                  <a:lnTo>
                    <a:pt x="586"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9" name="Google Shape;1319;p49"/>
            <p:cNvSpPr/>
            <p:nvPr/>
          </p:nvSpPr>
          <p:spPr>
            <a:xfrm rot="19596000">
              <a:off x="5790600" y="533160"/>
              <a:ext cx="111600" cy="270720"/>
            </a:xfrm>
            <a:custGeom>
              <a:avLst/>
              <a:gdLst>
                <a:gd name="textAreaLeft" fmla="*/ 0 w 111600"/>
                <a:gd name="textAreaRight" fmla="*/ 111960 w 111600"/>
                <a:gd name="textAreaTop" fmla="*/ 0 h 270720"/>
                <a:gd name="textAreaBottom" fmla="*/ 271080 h 270720"/>
              </a:gdLst>
              <a:ahLst/>
              <a:cxnLst/>
              <a:rect l="textAreaLeft" t="textAreaTop" r="textAreaRight" b="textAreaBottom"/>
              <a:pathLst>
                <a:path w="909" h="2197">
                  <a:moveTo>
                    <a:pt x="703" y="1"/>
                  </a:moveTo>
                  <a:lnTo>
                    <a:pt x="0" y="103"/>
                  </a:lnTo>
                  <a:lnTo>
                    <a:pt x="117" y="2197"/>
                  </a:lnTo>
                  <a:lnTo>
                    <a:pt x="908" y="2197"/>
                  </a:lnTo>
                  <a:lnTo>
                    <a:pt x="703"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00" name="PlaceHolder 1"/>
          <p:cNvSpPr>
            <a:spLocks noGrp="1"/>
          </p:cNvSpPr>
          <p:nvPr>
            <p:ph type="title"/>
          </p:nvPr>
        </p:nvSpPr>
        <p:spPr>
          <a:xfrm>
            <a:off x="1934636" y="300420"/>
            <a:ext cx="3554640" cy="10465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1" u="none" strike="noStrike" dirty="0">
                <a:solidFill>
                  <a:schemeClr val="dk1"/>
                </a:solidFill>
                <a:effectLst/>
                <a:uFillTx/>
                <a:latin typeface="Archivo Black"/>
                <a:ea typeface="Archivo Black"/>
              </a:rPr>
              <a:t>Conclusions</a:t>
            </a:r>
            <a:endParaRPr lang="fr-FR" sz="3000" b="0" u="none" strike="noStrike" dirty="0">
              <a:solidFill>
                <a:schemeClr val="dk1"/>
              </a:solidFill>
              <a:effectLst/>
              <a:uFillTx/>
              <a:latin typeface="Arial"/>
            </a:endParaRPr>
          </a:p>
        </p:txBody>
      </p:sp>
      <p:sp>
        <p:nvSpPr>
          <p:cNvPr id="801" name="PlaceHolder 2"/>
          <p:cNvSpPr>
            <a:spLocks noGrp="1"/>
          </p:cNvSpPr>
          <p:nvPr>
            <p:ph idx="4294967295"/>
          </p:nvPr>
        </p:nvSpPr>
        <p:spPr>
          <a:xfrm>
            <a:off x="0" y="1314450"/>
            <a:ext cx="4467225" cy="3278188"/>
          </a:xfrm>
          <a:prstGeom prst="rect">
            <a:avLst/>
          </a:prstGeom>
          <a:noFill/>
          <a:ln w="0">
            <a:noFill/>
          </a:ln>
        </p:spPr>
        <p:txBody>
          <a:bodyPr lIns="91440" tIns="91440" rIns="91440" bIns="91440" anchor="t">
            <a:normAutofit lnSpcReduction="9999"/>
          </a:bodyPr>
          <a:lstStyle/>
          <a:p>
            <a:pPr indent="0">
              <a:lnSpc>
                <a:spcPct val="150000"/>
              </a:lnSpc>
              <a:buNone/>
              <a:tabLst>
                <a:tab pos="0" algn="l"/>
              </a:tabLst>
            </a:pPr>
            <a:r>
              <a:rPr lang="en-US" sz="1600" b="0" u="none" strike="noStrike" dirty="0">
                <a:solidFill>
                  <a:schemeClr val="dk1"/>
                </a:solidFill>
                <a:effectLst/>
                <a:uFillTx/>
                <a:latin typeface="Karla"/>
                <a:ea typeface="Karla"/>
              </a:rPr>
              <a:t>Prioritize data-driven scheduling, short-form content on low days, and personalization to raise engagement.</a:t>
            </a:r>
            <a:endParaRPr lang="fr-FR" sz="1600" dirty="0">
              <a:solidFill>
                <a:srgbClr val="000000"/>
              </a:solidFill>
              <a:latin typeface="Arial"/>
              <a:ea typeface="Karla"/>
            </a:endParaRPr>
          </a:p>
          <a:p>
            <a:pPr indent="0">
              <a:lnSpc>
                <a:spcPct val="150000"/>
              </a:lnSpc>
              <a:buNone/>
              <a:tabLst>
                <a:tab pos="0" algn="l"/>
              </a:tabLst>
            </a:pPr>
            <a:endParaRPr lang="fr-FR" sz="1600" b="0" u="none" strike="noStrike" dirty="0">
              <a:solidFill>
                <a:srgbClr val="000000"/>
              </a:solidFill>
              <a:effectLst/>
              <a:uFillTx/>
              <a:latin typeface="Arial"/>
            </a:endParaRPr>
          </a:p>
          <a:p>
            <a:pPr algn="just">
              <a:lnSpc>
                <a:spcPct val="109999"/>
              </a:lnSpc>
              <a:spcBef>
                <a:spcPts val="300"/>
              </a:spcBef>
              <a:buFont typeface="+mj-lt"/>
              <a:buAutoNum type="arabicPeriod"/>
            </a:pPr>
            <a:r>
              <a:rPr lang="en-US" sz="1600" i="0" dirty="0">
                <a:solidFill>
                  <a:srgbClr val="0F1115"/>
                </a:solidFill>
                <a:effectLst/>
                <a:latin typeface="Karla" pitchFamily="2" charset="0"/>
              </a:rPr>
              <a:t>Focus on Tuesday with a dedicated "Tactical Tuesday" campaign.</a:t>
            </a:r>
          </a:p>
          <a:p>
            <a:pPr algn="just">
              <a:lnSpc>
                <a:spcPct val="109999"/>
              </a:lnSpc>
              <a:spcBef>
                <a:spcPts val="450"/>
              </a:spcBef>
              <a:buFont typeface="+mj-lt"/>
              <a:buAutoNum type="arabicPeriod"/>
            </a:pPr>
            <a:r>
              <a:rPr lang="en-US" sz="1600" i="0" dirty="0">
                <a:solidFill>
                  <a:srgbClr val="0F1115"/>
                </a:solidFill>
                <a:effectLst/>
                <a:latin typeface="Karla" pitchFamily="2" charset="0"/>
              </a:rPr>
              <a:t>Prioritize Sports content (SuperSport, Cricket) in all marketing.</a:t>
            </a:r>
          </a:p>
          <a:p>
            <a:pPr algn="just">
              <a:lnSpc>
                <a:spcPct val="109999"/>
              </a:lnSpc>
              <a:spcBef>
                <a:spcPts val="450"/>
              </a:spcBef>
              <a:buFont typeface="+mj-lt"/>
              <a:buAutoNum type="arabicPeriod"/>
            </a:pPr>
            <a:r>
              <a:rPr lang="en-US" sz="1600" i="0" dirty="0">
                <a:solidFill>
                  <a:srgbClr val="0F1115"/>
                </a:solidFill>
                <a:effectLst/>
                <a:latin typeface="Karla" pitchFamily="2" charset="0"/>
              </a:rPr>
              <a:t>Launch targeted initiatives to grow the female subscriber base.</a:t>
            </a:r>
          </a:p>
        </p:txBody>
      </p:sp>
      <p:grpSp>
        <p:nvGrpSpPr>
          <p:cNvPr id="802" name="Google Shape;1322;p49"/>
          <p:cNvGrpSpPr/>
          <p:nvPr/>
        </p:nvGrpSpPr>
        <p:grpSpPr>
          <a:xfrm>
            <a:off x="6328440" y="1100880"/>
            <a:ext cx="1827000" cy="3744720"/>
            <a:chOff x="6328440" y="1100880"/>
            <a:chExt cx="1827000" cy="3744720"/>
          </a:xfrm>
        </p:grpSpPr>
        <p:sp>
          <p:nvSpPr>
            <p:cNvPr id="803" name="Google Shape;1323;p49"/>
            <p:cNvSpPr/>
            <p:nvPr/>
          </p:nvSpPr>
          <p:spPr>
            <a:xfrm flipH="1">
              <a:off x="6934680" y="1118160"/>
              <a:ext cx="835920" cy="758160"/>
            </a:xfrm>
            <a:custGeom>
              <a:avLst/>
              <a:gdLst>
                <a:gd name="textAreaLeft" fmla="*/ 360 w 835920"/>
                <a:gd name="textAreaRight" fmla="*/ 836640 w 835920"/>
                <a:gd name="textAreaTop" fmla="*/ 0 h 758160"/>
                <a:gd name="textAreaBottom" fmla="*/ 758520 h 758160"/>
              </a:gdLst>
              <a:ahLst/>
              <a:cxnLst/>
              <a:rect l="textAreaLeft" t="textAreaTop" r="textAreaRight" b="textAreaBottom"/>
              <a:pathLst>
                <a:path w="11517" h="10447">
                  <a:moveTo>
                    <a:pt x="6630" y="1"/>
                  </a:moveTo>
                  <a:cubicBezTo>
                    <a:pt x="6265" y="1"/>
                    <a:pt x="5860" y="174"/>
                    <a:pt x="5564" y="409"/>
                  </a:cubicBezTo>
                  <a:cubicBezTo>
                    <a:pt x="5081" y="789"/>
                    <a:pt x="4627" y="1316"/>
                    <a:pt x="4012" y="1433"/>
                  </a:cubicBezTo>
                  <a:cubicBezTo>
                    <a:pt x="3937" y="1444"/>
                    <a:pt x="3861" y="1448"/>
                    <a:pt x="3784" y="1448"/>
                  </a:cubicBezTo>
                  <a:cubicBezTo>
                    <a:pt x="3599" y="1448"/>
                    <a:pt x="3409" y="1426"/>
                    <a:pt x="3225" y="1426"/>
                  </a:cubicBezTo>
                  <a:cubicBezTo>
                    <a:pt x="3170" y="1426"/>
                    <a:pt x="3115" y="1428"/>
                    <a:pt x="3061" y="1433"/>
                  </a:cubicBezTo>
                  <a:cubicBezTo>
                    <a:pt x="2372" y="1448"/>
                    <a:pt x="1684" y="1829"/>
                    <a:pt x="1318" y="2414"/>
                  </a:cubicBezTo>
                  <a:cubicBezTo>
                    <a:pt x="952" y="3000"/>
                    <a:pt x="909" y="3790"/>
                    <a:pt x="1201" y="4405"/>
                  </a:cubicBezTo>
                  <a:cubicBezTo>
                    <a:pt x="425" y="4669"/>
                    <a:pt x="1" y="5635"/>
                    <a:pt x="250" y="6396"/>
                  </a:cubicBezTo>
                  <a:cubicBezTo>
                    <a:pt x="484" y="7187"/>
                    <a:pt x="1245" y="7743"/>
                    <a:pt x="2080" y="7831"/>
                  </a:cubicBezTo>
                  <a:cubicBezTo>
                    <a:pt x="2563" y="7889"/>
                    <a:pt x="3104" y="7816"/>
                    <a:pt x="3558" y="8006"/>
                  </a:cubicBezTo>
                  <a:cubicBezTo>
                    <a:pt x="4158" y="8285"/>
                    <a:pt x="4451" y="8943"/>
                    <a:pt x="4890" y="9441"/>
                  </a:cubicBezTo>
                  <a:cubicBezTo>
                    <a:pt x="5461" y="10103"/>
                    <a:pt x="6340" y="10447"/>
                    <a:pt x="7213" y="10447"/>
                  </a:cubicBezTo>
                  <a:cubicBezTo>
                    <a:pt x="7885" y="10447"/>
                    <a:pt x="8555" y="10242"/>
                    <a:pt x="9077" y="9822"/>
                  </a:cubicBezTo>
                  <a:cubicBezTo>
                    <a:pt x="9443" y="9529"/>
                    <a:pt x="9736" y="9148"/>
                    <a:pt x="9839" y="8695"/>
                  </a:cubicBezTo>
                  <a:cubicBezTo>
                    <a:pt x="9926" y="8226"/>
                    <a:pt x="9780" y="7714"/>
                    <a:pt x="9399" y="7465"/>
                  </a:cubicBezTo>
                  <a:lnTo>
                    <a:pt x="9399" y="7465"/>
                  </a:lnTo>
                  <a:cubicBezTo>
                    <a:pt x="9530" y="7504"/>
                    <a:pt x="9663" y="7522"/>
                    <a:pt x="9795" y="7522"/>
                  </a:cubicBezTo>
                  <a:cubicBezTo>
                    <a:pt x="10662" y="7522"/>
                    <a:pt x="11516" y="6743"/>
                    <a:pt x="11478" y="5854"/>
                  </a:cubicBezTo>
                  <a:cubicBezTo>
                    <a:pt x="11464" y="5254"/>
                    <a:pt x="11098" y="4698"/>
                    <a:pt x="10688" y="4244"/>
                  </a:cubicBezTo>
                  <a:cubicBezTo>
                    <a:pt x="10292" y="3790"/>
                    <a:pt x="9839" y="3366"/>
                    <a:pt x="9517" y="2839"/>
                  </a:cubicBezTo>
                  <a:cubicBezTo>
                    <a:pt x="9224" y="2297"/>
                    <a:pt x="9107" y="1609"/>
                    <a:pt x="9429" y="1097"/>
                  </a:cubicBezTo>
                  <a:lnTo>
                    <a:pt x="7277" y="277"/>
                  </a:lnTo>
                  <a:cubicBezTo>
                    <a:pt x="7111" y="81"/>
                    <a:pt x="6879" y="1"/>
                    <a:pt x="663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4" name="Google Shape;1324;p49"/>
            <p:cNvSpPr/>
            <p:nvPr/>
          </p:nvSpPr>
          <p:spPr>
            <a:xfrm flipH="1">
              <a:off x="6328440" y="2563560"/>
              <a:ext cx="270720" cy="191880"/>
            </a:xfrm>
            <a:custGeom>
              <a:avLst/>
              <a:gdLst>
                <a:gd name="textAreaLeft" fmla="*/ 360 w 270720"/>
                <a:gd name="textAreaRight" fmla="*/ 271440 w 270720"/>
                <a:gd name="textAreaTop" fmla="*/ 0 h 191880"/>
                <a:gd name="textAreaBottom" fmla="*/ 192240 h 191880"/>
              </a:gdLst>
              <a:ahLst/>
              <a:cxnLst/>
              <a:rect l="textAreaLeft" t="textAreaTop" r="textAreaRight" b="textAreaBottom"/>
              <a:pathLst>
                <a:path w="3734" h="2648">
                  <a:moveTo>
                    <a:pt x="2666" y="0"/>
                  </a:moveTo>
                  <a:cubicBezTo>
                    <a:pt x="2180" y="0"/>
                    <a:pt x="1465" y="52"/>
                    <a:pt x="1465" y="52"/>
                  </a:cubicBezTo>
                  <a:cubicBezTo>
                    <a:pt x="1465" y="52"/>
                    <a:pt x="1" y="1853"/>
                    <a:pt x="367" y="2058"/>
                  </a:cubicBezTo>
                  <a:cubicBezTo>
                    <a:pt x="367" y="2058"/>
                    <a:pt x="1827" y="2647"/>
                    <a:pt x="2133" y="2647"/>
                  </a:cubicBezTo>
                  <a:cubicBezTo>
                    <a:pt x="2147" y="2647"/>
                    <a:pt x="2158" y="2646"/>
                    <a:pt x="2167" y="2644"/>
                  </a:cubicBezTo>
                  <a:cubicBezTo>
                    <a:pt x="2372" y="2600"/>
                    <a:pt x="1728" y="2087"/>
                    <a:pt x="1728" y="2087"/>
                  </a:cubicBezTo>
                  <a:lnTo>
                    <a:pt x="1728" y="2087"/>
                  </a:lnTo>
                  <a:cubicBezTo>
                    <a:pt x="1728" y="2087"/>
                    <a:pt x="2365" y="2486"/>
                    <a:pt x="2603" y="2486"/>
                  </a:cubicBezTo>
                  <a:cubicBezTo>
                    <a:pt x="2615" y="2486"/>
                    <a:pt x="2626" y="2485"/>
                    <a:pt x="2636" y="2482"/>
                  </a:cubicBezTo>
                  <a:cubicBezTo>
                    <a:pt x="2826" y="2424"/>
                    <a:pt x="1963" y="1634"/>
                    <a:pt x="1962" y="1633"/>
                  </a:cubicBezTo>
                  <a:lnTo>
                    <a:pt x="1962" y="1633"/>
                  </a:lnTo>
                  <a:cubicBezTo>
                    <a:pt x="1963" y="1634"/>
                    <a:pt x="2686" y="2217"/>
                    <a:pt x="2956" y="2217"/>
                  </a:cubicBezTo>
                  <a:cubicBezTo>
                    <a:pt x="2988" y="2217"/>
                    <a:pt x="3014" y="2209"/>
                    <a:pt x="3031" y="2190"/>
                  </a:cubicBezTo>
                  <a:cubicBezTo>
                    <a:pt x="3192" y="1999"/>
                    <a:pt x="2270" y="1121"/>
                    <a:pt x="2270" y="1121"/>
                  </a:cubicBezTo>
                  <a:lnTo>
                    <a:pt x="2270" y="1121"/>
                  </a:lnTo>
                  <a:cubicBezTo>
                    <a:pt x="2270" y="1121"/>
                    <a:pt x="3107" y="1793"/>
                    <a:pt x="3427" y="1793"/>
                  </a:cubicBezTo>
                  <a:cubicBezTo>
                    <a:pt x="3463" y="1793"/>
                    <a:pt x="3493" y="1785"/>
                    <a:pt x="3514" y="1765"/>
                  </a:cubicBezTo>
                  <a:cubicBezTo>
                    <a:pt x="3734" y="1589"/>
                    <a:pt x="2343" y="506"/>
                    <a:pt x="2343" y="506"/>
                  </a:cubicBezTo>
                  <a:cubicBezTo>
                    <a:pt x="2870" y="506"/>
                    <a:pt x="3163" y="169"/>
                    <a:pt x="3104" y="52"/>
                  </a:cubicBezTo>
                  <a:cubicBezTo>
                    <a:pt x="3094" y="13"/>
                    <a:pt x="2909" y="0"/>
                    <a:pt x="2666" y="0"/>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5" name="Google Shape;1325;p49"/>
            <p:cNvSpPr/>
            <p:nvPr/>
          </p:nvSpPr>
          <p:spPr>
            <a:xfrm flipH="1">
              <a:off x="6420960" y="1612440"/>
              <a:ext cx="606600" cy="1114920"/>
            </a:xfrm>
            <a:custGeom>
              <a:avLst/>
              <a:gdLst>
                <a:gd name="textAreaLeft" fmla="*/ -360 w 606600"/>
                <a:gd name="textAreaRight" fmla="*/ 606600 w 606600"/>
                <a:gd name="textAreaTop" fmla="*/ 0 h 1114920"/>
                <a:gd name="textAreaBottom" fmla="*/ 1115280 h 1114920"/>
              </a:gdLst>
              <a:ahLst/>
              <a:cxnLst/>
              <a:rect l="textAreaLeft" t="textAreaTop" r="textAreaRight" b="textAreaBottom"/>
              <a:pathLst>
                <a:path w="8360" h="15357">
                  <a:moveTo>
                    <a:pt x="0" y="0"/>
                  </a:moveTo>
                  <a:lnTo>
                    <a:pt x="88" y="7159"/>
                  </a:lnTo>
                  <a:cubicBezTo>
                    <a:pt x="88" y="7159"/>
                    <a:pt x="103" y="9560"/>
                    <a:pt x="395" y="10189"/>
                  </a:cubicBezTo>
                  <a:cubicBezTo>
                    <a:pt x="688" y="10833"/>
                    <a:pt x="6588" y="15357"/>
                    <a:pt x="6588" y="15357"/>
                  </a:cubicBezTo>
                  <a:lnTo>
                    <a:pt x="8359" y="13102"/>
                  </a:lnTo>
                  <a:cubicBezTo>
                    <a:pt x="8359" y="13102"/>
                    <a:pt x="3470" y="8901"/>
                    <a:pt x="2870" y="8432"/>
                  </a:cubicBezTo>
                  <a:cubicBezTo>
                    <a:pt x="2269" y="7979"/>
                    <a:pt x="0" y="1"/>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6" name="Google Shape;1326;p49"/>
            <p:cNvSpPr/>
            <p:nvPr/>
          </p:nvSpPr>
          <p:spPr>
            <a:xfrm flipH="1">
              <a:off x="6824880" y="2208960"/>
              <a:ext cx="83520" cy="120960"/>
            </a:xfrm>
            <a:custGeom>
              <a:avLst/>
              <a:gdLst>
                <a:gd name="textAreaLeft" fmla="*/ 360 w 83520"/>
                <a:gd name="textAreaRight" fmla="*/ 84240 w 83520"/>
                <a:gd name="textAreaTop" fmla="*/ 0 h 120960"/>
                <a:gd name="textAreaBottom" fmla="*/ 121320 h 120960"/>
              </a:gdLst>
              <a:ahLst/>
              <a:cxnLst/>
              <a:rect l="textAreaLeft" t="textAreaTop" r="textAreaRight" b="textAreaBottom"/>
              <a:pathLst>
                <a:path w="1157" h="1671">
                  <a:moveTo>
                    <a:pt x="1141" y="0"/>
                  </a:moveTo>
                  <a:cubicBezTo>
                    <a:pt x="1115" y="0"/>
                    <a:pt x="814" y="346"/>
                    <a:pt x="498" y="777"/>
                  </a:cubicBezTo>
                  <a:cubicBezTo>
                    <a:pt x="191" y="1245"/>
                    <a:pt x="0" y="1655"/>
                    <a:pt x="30" y="1670"/>
                  </a:cubicBezTo>
                  <a:cubicBezTo>
                    <a:pt x="30" y="1670"/>
                    <a:pt x="30" y="1670"/>
                    <a:pt x="31" y="1670"/>
                  </a:cubicBezTo>
                  <a:cubicBezTo>
                    <a:pt x="53" y="1670"/>
                    <a:pt x="285" y="1295"/>
                    <a:pt x="601" y="850"/>
                  </a:cubicBezTo>
                  <a:cubicBezTo>
                    <a:pt x="908" y="396"/>
                    <a:pt x="1157" y="30"/>
                    <a:pt x="1142" y="1"/>
                  </a:cubicBezTo>
                  <a:cubicBezTo>
                    <a:pt x="1142" y="1"/>
                    <a:pt x="1142" y="0"/>
                    <a:pt x="1141"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60480" bIns="60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7" name="Google Shape;1327;p49"/>
            <p:cNvSpPr/>
            <p:nvPr/>
          </p:nvSpPr>
          <p:spPr>
            <a:xfrm flipH="1">
              <a:off x="6830280" y="2219400"/>
              <a:ext cx="30600" cy="100800"/>
            </a:xfrm>
            <a:custGeom>
              <a:avLst/>
              <a:gdLst>
                <a:gd name="textAreaLeft" fmla="*/ -360 w 30600"/>
                <a:gd name="textAreaRight" fmla="*/ 30600 w 30600"/>
                <a:gd name="textAreaTop" fmla="*/ 0 h 100800"/>
                <a:gd name="textAreaBottom" fmla="*/ 101160 h 100800"/>
              </a:gdLst>
              <a:ahLst/>
              <a:cxnLst/>
              <a:rect l="textAreaLeft" t="textAreaTop" r="textAreaRight" b="textAreaBottom"/>
              <a:pathLst>
                <a:path w="426" h="1392">
                  <a:moveTo>
                    <a:pt x="394" y="1"/>
                  </a:moveTo>
                  <a:cubicBezTo>
                    <a:pt x="360" y="1"/>
                    <a:pt x="218" y="289"/>
                    <a:pt x="118" y="689"/>
                  </a:cubicBezTo>
                  <a:cubicBezTo>
                    <a:pt x="30" y="1070"/>
                    <a:pt x="1" y="1392"/>
                    <a:pt x="30" y="1392"/>
                  </a:cubicBezTo>
                  <a:cubicBezTo>
                    <a:pt x="59" y="1392"/>
                    <a:pt x="132" y="1085"/>
                    <a:pt x="220" y="704"/>
                  </a:cubicBezTo>
                  <a:cubicBezTo>
                    <a:pt x="337" y="323"/>
                    <a:pt x="425" y="30"/>
                    <a:pt x="396" y="1"/>
                  </a:cubicBezTo>
                  <a:cubicBezTo>
                    <a:pt x="395" y="1"/>
                    <a:pt x="394" y="1"/>
                    <a:pt x="394"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50400" bIns="50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8" name="Google Shape;1328;p49"/>
            <p:cNvSpPr/>
            <p:nvPr/>
          </p:nvSpPr>
          <p:spPr>
            <a:xfrm flipH="1">
              <a:off x="6862320" y="1595880"/>
              <a:ext cx="829800" cy="1161000"/>
            </a:xfrm>
            <a:custGeom>
              <a:avLst/>
              <a:gdLst>
                <a:gd name="textAreaLeft" fmla="*/ -360 w 829800"/>
                <a:gd name="textAreaRight" fmla="*/ 829800 w 829800"/>
                <a:gd name="textAreaTop" fmla="*/ 0 h 1161000"/>
                <a:gd name="textAreaBottom" fmla="*/ 1161360 h 1161000"/>
              </a:gdLst>
              <a:ahLst/>
              <a:cxnLst/>
              <a:rect l="textAreaLeft" t="textAreaTop" r="textAreaRight" b="textAreaBottom"/>
              <a:pathLst>
                <a:path w="11434" h="15993">
                  <a:moveTo>
                    <a:pt x="6543" y="1"/>
                  </a:moveTo>
                  <a:cubicBezTo>
                    <a:pt x="4970" y="1"/>
                    <a:pt x="3042" y="152"/>
                    <a:pt x="2006" y="725"/>
                  </a:cubicBezTo>
                  <a:cubicBezTo>
                    <a:pt x="2006" y="725"/>
                    <a:pt x="308" y="1471"/>
                    <a:pt x="1" y="2482"/>
                  </a:cubicBezTo>
                  <a:lnTo>
                    <a:pt x="3324" y="9684"/>
                  </a:lnTo>
                  <a:cubicBezTo>
                    <a:pt x="2255" y="11368"/>
                    <a:pt x="1464" y="13271"/>
                    <a:pt x="820" y="15320"/>
                  </a:cubicBezTo>
                  <a:cubicBezTo>
                    <a:pt x="820" y="15320"/>
                    <a:pt x="4415" y="15993"/>
                    <a:pt x="7553" y="15993"/>
                  </a:cubicBezTo>
                  <a:cubicBezTo>
                    <a:pt x="9136" y="15993"/>
                    <a:pt x="10604" y="15821"/>
                    <a:pt x="11434" y="15306"/>
                  </a:cubicBezTo>
                  <a:lnTo>
                    <a:pt x="9487" y="9245"/>
                  </a:lnTo>
                  <a:cubicBezTo>
                    <a:pt x="10395" y="3316"/>
                    <a:pt x="10614" y="4721"/>
                    <a:pt x="9165" y="212"/>
                  </a:cubicBezTo>
                  <a:cubicBezTo>
                    <a:pt x="9150" y="139"/>
                    <a:pt x="9018" y="154"/>
                    <a:pt x="8945" y="139"/>
                  </a:cubicBezTo>
                  <a:cubicBezTo>
                    <a:pt x="8672" y="83"/>
                    <a:pt x="7704" y="1"/>
                    <a:pt x="654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9" name="Google Shape;1329;p49"/>
            <p:cNvSpPr/>
            <p:nvPr/>
          </p:nvSpPr>
          <p:spPr>
            <a:xfrm flipH="1">
              <a:off x="7165440" y="1594800"/>
              <a:ext cx="269640" cy="536400"/>
            </a:xfrm>
            <a:custGeom>
              <a:avLst/>
              <a:gdLst>
                <a:gd name="textAreaLeft" fmla="*/ -360 w 269640"/>
                <a:gd name="textAreaRight" fmla="*/ 269640 w 269640"/>
                <a:gd name="textAreaTop" fmla="*/ 0 h 536400"/>
                <a:gd name="textAreaBottom" fmla="*/ 536760 h 536400"/>
              </a:gdLst>
              <a:ahLst/>
              <a:cxnLst/>
              <a:rect l="textAreaLeft" t="textAreaTop" r="textAreaRight" b="textAreaBottom"/>
              <a:pathLst>
                <a:path w="3719" h="7389">
                  <a:moveTo>
                    <a:pt x="2527" y="0"/>
                  </a:moveTo>
                  <a:cubicBezTo>
                    <a:pt x="1638" y="0"/>
                    <a:pt x="494" y="43"/>
                    <a:pt x="0" y="244"/>
                  </a:cubicBezTo>
                  <a:lnTo>
                    <a:pt x="3719" y="7388"/>
                  </a:lnTo>
                  <a:lnTo>
                    <a:pt x="3719" y="24"/>
                  </a:lnTo>
                  <a:cubicBezTo>
                    <a:pt x="3719" y="24"/>
                    <a:pt x="3194" y="0"/>
                    <a:pt x="252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0" name="Google Shape;1330;p49"/>
            <p:cNvSpPr/>
            <p:nvPr/>
          </p:nvSpPr>
          <p:spPr>
            <a:xfrm flipH="1">
              <a:off x="6913080" y="2585160"/>
              <a:ext cx="1028880" cy="2174760"/>
            </a:xfrm>
            <a:custGeom>
              <a:avLst/>
              <a:gdLst>
                <a:gd name="textAreaLeft" fmla="*/ 360 w 1028880"/>
                <a:gd name="textAreaRight" fmla="*/ 1029600 w 1028880"/>
                <a:gd name="textAreaTop" fmla="*/ 0 h 2174760"/>
                <a:gd name="textAreaBottom" fmla="*/ 2175120 h 2174760"/>
              </a:gdLst>
              <a:ahLst/>
              <a:cxnLst/>
              <a:rect l="textAreaLeft" t="textAreaTop" r="textAreaRight" b="textAreaBottom"/>
              <a:pathLst>
                <a:path w="14172" h="29953">
                  <a:moveTo>
                    <a:pt x="14172" y="0"/>
                  </a:moveTo>
                  <a:lnTo>
                    <a:pt x="9604" y="864"/>
                  </a:lnTo>
                  <a:cubicBezTo>
                    <a:pt x="7043" y="12590"/>
                    <a:pt x="1" y="27581"/>
                    <a:pt x="1" y="27581"/>
                  </a:cubicBezTo>
                  <a:lnTo>
                    <a:pt x="3895" y="29953"/>
                  </a:lnTo>
                  <a:cubicBezTo>
                    <a:pt x="12971" y="12019"/>
                    <a:pt x="14172" y="0"/>
                    <a:pt x="14172" y="0"/>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1" name="Google Shape;1331;p49"/>
            <p:cNvSpPr/>
            <p:nvPr/>
          </p:nvSpPr>
          <p:spPr>
            <a:xfrm flipH="1">
              <a:off x="6518520" y="2558520"/>
              <a:ext cx="1093680" cy="2254680"/>
            </a:xfrm>
            <a:custGeom>
              <a:avLst/>
              <a:gdLst>
                <a:gd name="textAreaLeft" fmla="*/ 360 w 1093680"/>
                <a:gd name="textAreaRight" fmla="*/ 1094400 w 1093680"/>
                <a:gd name="textAreaTop" fmla="*/ 0 h 2254680"/>
                <a:gd name="textAreaBottom" fmla="*/ 2255040 h 2254680"/>
              </a:gdLst>
              <a:ahLst/>
              <a:cxnLst/>
              <a:rect l="textAreaLeft" t="textAreaTop" r="textAreaRight" b="textAreaBottom"/>
              <a:pathLst>
                <a:path w="15065" h="31051">
                  <a:moveTo>
                    <a:pt x="6076" y="0"/>
                  </a:moveTo>
                  <a:lnTo>
                    <a:pt x="0" y="2050"/>
                  </a:lnTo>
                  <a:cubicBezTo>
                    <a:pt x="0" y="2050"/>
                    <a:pt x="3367" y="17699"/>
                    <a:pt x="11551" y="31051"/>
                  </a:cubicBezTo>
                  <a:lnTo>
                    <a:pt x="15064" y="29147"/>
                  </a:lnTo>
                  <a:cubicBezTo>
                    <a:pt x="15064" y="29147"/>
                    <a:pt x="5783" y="9706"/>
                    <a:pt x="6076" y="0"/>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2" name="Google Shape;1332;p49"/>
            <p:cNvSpPr/>
            <p:nvPr/>
          </p:nvSpPr>
          <p:spPr>
            <a:xfrm flipH="1">
              <a:off x="7006680" y="1138320"/>
              <a:ext cx="431280" cy="545760"/>
            </a:xfrm>
            <a:custGeom>
              <a:avLst/>
              <a:gdLst>
                <a:gd name="textAreaLeft" fmla="*/ 360 w 431280"/>
                <a:gd name="textAreaRight" fmla="*/ 432000 w 431280"/>
                <a:gd name="textAreaTop" fmla="*/ 0 h 545760"/>
                <a:gd name="textAreaBottom" fmla="*/ 546120 h 545760"/>
              </a:gdLst>
              <a:ahLst/>
              <a:cxnLst/>
              <a:rect l="textAreaLeft" t="textAreaTop" r="textAreaRight" b="textAreaBottom"/>
              <a:pathLst>
                <a:path w="5944" h="7519">
                  <a:moveTo>
                    <a:pt x="3086" y="1"/>
                  </a:moveTo>
                  <a:cubicBezTo>
                    <a:pt x="1665" y="1"/>
                    <a:pt x="1596" y="676"/>
                    <a:pt x="1596" y="676"/>
                  </a:cubicBezTo>
                  <a:lnTo>
                    <a:pt x="1596" y="1862"/>
                  </a:lnTo>
                  <a:cubicBezTo>
                    <a:pt x="1596" y="1862"/>
                    <a:pt x="1204" y="1594"/>
                    <a:pt x="827" y="1594"/>
                  </a:cubicBezTo>
                  <a:cubicBezTo>
                    <a:pt x="544" y="1594"/>
                    <a:pt x="270" y="1745"/>
                    <a:pt x="176" y="2272"/>
                  </a:cubicBezTo>
                  <a:cubicBezTo>
                    <a:pt x="0" y="3238"/>
                    <a:pt x="937" y="3428"/>
                    <a:pt x="937" y="3428"/>
                  </a:cubicBezTo>
                  <a:lnTo>
                    <a:pt x="717" y="6225"/>
                  </a:lnTo>
                  <a:cubicBezTo>
                    <a:pt x="673" y="6591"/>
                    <a:pt x="805" y="6957"/>
                    <a:pt x="1054" y="7205"/>
                  </a:cubicBezTo>
                  <a:cubicBezTo>
                    <a:pt x="1296" y="7436"/>
                    <a:pt x="1567" y="7519"/>
                    <a:pt x="1835" y="7519"/>
                  </a:cubicBezTo>
                  <a:cubicBezTo>
                    <a:pt x="2248" y="7519"/>
                    <a:pt x="2653" y="7321"/>
                    <a:pt x="2928" y="7162"/>
                  </a:cubicBezTo>
                  <a:cubicBezTo>
                    <a:pt x="3148" y="7015"/>
                    <a:pt x="3279" y="6796"/>
                    <a:pt x="3279" y="6532"/>
                  </a:cubicBezTo>
                  <a:lnTo>
                    <a:pt x="3279" y="5785"/>
                  </a:lnTo>
                  <a:lnTo>
                    <a:pt x="4275" y="5785"/>
                  </a:lnTo>
                  <a:cubicBezTo>
                    <a:pt x="5944" y="5712"/>
                    <a:pt x="5651" y="457"/>
                    <a:pt x="5651" y="457"/>
                  </a:cubicBezTo>
                  <a:cubicBezTo>
                    <a:pt x="5651" y="32"/>
                    <a:pt x="4772" y="32"/>
                    <a:pt x="4772" y="32"/>
                  </a:cubicBezTo>
                  <a:lnTo>
                    <a:pt x="3221" y="3"/>
                  </a:lnTo>
                  <a:cubicBezTo>
                    <a:pt x="3175" y="2"/>
                    <a:pt x="3130" y="1"/>
                    <a:pt x="3086" y="1"/>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3" name="Google Shape;1333;p49"/>
            <p:cNvSpPr/>
            <p:nvPr/>
          </p:nvSpPr>
          <p:spPr>
            <a:xfrm flipH="1">
              <a:off x="7095960" y="1315800"/>
              <a:ext cx="23040" cy="111240"/>
            </a:xfrm>
            <a:custGeom>
              <a:avLst/>
              <a:gdLst>
                <a:gd name="textAreaLeft" fmla="*/ 360 w 23040"/>
                <a:gd name="textAreaRight" fmla="*/ 23760 w 23040"/>
                <a:gd name="textAreaTop" fmla="*/ 0 h 111240"/>
                <a:gd name="textAreaBottom" fmla="*/ 111600 h 111240"/>
              </a:gdLst>
              <a:ahLst/>
              <a:cxnLst/>
              <a:rect l="textAreaLeft" t="textAreaTop" r="textAreaRight" b="textAreaBottom"/>
              <a:pathLst>
                <a:path w="323" h="1538">
                  <a:moveTo>
                    <a:pt x="250" y="1"/>
                  </a:moveTo>
                  <a:cubicBezTo>
                    <a:pt x="235" y="1"/>
                    <a:pt x="220" y="381"/>
                    <a:pt x="177" y="820"/>
                  </a:cubicBezTo>
                  <a:cubicBezTo>
                    <a:pt x="177" y="1055"/>
                    <a:pt x="220" y="1289"/>
                    <a:pt x="162" y="1391"/>
                  </a:cubicBezTo>
                  <a:cubicBezTo>
                    <a:pt x="147" y="1450"/>
                    <a:pt x="89" y="1465"/>
                    <a:pt x="59" y="1479"/>
                  </a:cubicBezTo>
                  <a:cubicBezTo>
                    <a:pt x="16" y="1508"/>
                    <a:pt x="1" y="1508"/>
                    <a:pt x="1" y="1508"/>
                  </a:cubicBezTo>
                  <a:cubicBezTo>
                    <a:pt x="1" y="1523"/>
                    <a:pt x="16" y="1538"/>
                    <a:pt x="74" y="1538"/>
                  </a:cubicBezTo>
                  <a:cubicBezTo>
                    <a:pt x="133" y="1538"/>
                    <a:pt x="206" y="1523"/>
                    <a:pt x="250" y="1450"/>
                  </a:cubicBezTo>
                  <a:cubicBezTo>
                    <a:pt x="308" y="1377"/>
                    <a:pt x="323" y="1289"/>
                    <a:pt x="323" y="1172"/>
                  </a:cubicBezTo>
                  <a:lnTo>
                    <a:pt x="323" y="850"/>
                  </a:lnTo>
                  <a:cubicBezTo>
                    <a:pt x="308" y="396"/>
                    <a:pt x="294" y="1"/>
                    <a:pt x="25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4" name="Google Shape;1334;p49"/>
            <p:cNvSpPr/>
            <p:nvPr/>
          </p:nvSpPr>
          <p:spPr>
            <a:xfrm flipH="1">
              <a:off x="7176960" y="1320120"/>
              <a:ext cx="6120" cy="27360"/>
            </a:xfrm>
            <a:custGeom>
              <a:avLst/>
              <a:gdLst>
                <a:gd name="textAreaLeft" fmla="*/ -360 w 6120"/>
                <a:gd name="textAreaRight" fmla="*/ 6120 w 6120"/>
                <a:gd name="textAreaTop" fmla="*/ 0 h 27360"/>
                <a:gd name="textAreaBottom" fmla="*/ 27720 h 27360"/>
              </a:gdLst>
              <a:ahLst/>
              <a:cxnLst/>
              <a:rect l="textAreaLeft" t="textAreaTop" r="textAreaRight" b="textAreaBottom"/>
              <a:pathLst>
                <a:path w="89" h="381">
                  <a:moveTo>
                    <a:pt x="30" y="0"/>
                  </a:moveTo>
                  <a:cubicBezTo>
                    <a:pt x="16" y="0"/>
                    <a:pt x="1" y="88"/>
                    <a:pt x="1" y="205"/>
                  </a:cubicBezTo>
                  <a:cubicBezTo>
                    <a:pt x="1" y="293"/>
                    <a:pt x="16" y="381"/>
                    <a:pt x="45" y="381"/>
                  </a:cubicBezTo>
                  <a:cubicBezTo>
                    <a:pt x="59" y="366"/>
                    <a:pt x="89" y="293"/>
                    <a:pt x="89" y="191"/>
                  </a:cubicBezTo>
                  <a:cubicBezTo>
                    <a:pt x="89" y="88"/>
                    <a:pt x="59" y="0"/>
                    <a:pt x="3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5" name="Google Shape;1335;p49"/>
            <p:cNvSpPr/>
            <p:nvPr/>
          </p:nvSpPr>
          <p:spPr>
            <a:xfrm flipH="1">
              <a:off x="7053840" y="1316880"/>
              <a:ext cx="8280" cy="28440"/>
            </a:xfrm>
            <a:custGeom>
              <a:avLst/>
              <a:gdLst>
                <a:gd name="textAreaLeft" fmla="*/ -360 w 8280"/>
                <a:gd name="textAreaRight" fmla="*/ 8280 w 8280"/>
                <a:gd name="textAreaTop" fmla="*/ 0 h 28440"/>
                <a:gd name="textAreaBottom" fmla="*/ 28800 h 28440"/>
              </a:gdLst>
              <a:ahLst/>
              <a:cxnLst/>
              <a:rect l="textAreaLeft" t="textAreaTop" r="textAreaRight" b="textAreaBottom"/>
              <a:pathLst>
                <a:path w="118" h="396">
                  <a:moveTo>
                    <a:pt x="59" y="0"/>
                  </a:moveTo>
                  <a:cubicBezTo>
                    <a:pt x="30" y="0"/>
                    <a:pt x="1" y="103"/>
                    <a:pt x="30" y="205"/>
                  </a:cubicBezTo>
                  <a:cubicBezTo>
                    <a:pt x="30" y="308"/>
                    <a:pt x="45" y="396"/>
                    <a:pt x="89" y="396"/>
                  </a:cubicBezTo>
                  <a:cubicBezTo>
                    <a:pt x="103" y="366"/>
                    <a:pt x="118" y="308"/>
                    <a:pt x="118" y="191"/>
                  </a:cubicBezTo>
                  <a:cubicBezTo>
                    <a:pt x="118" y="103"/>
                    <a:pt x="103" y="0"/>
                    <a:pt x="5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6" name="Google Shape;1336;p49"/>
            <p:cNvSpPr/>
            <p:nvPr/>
          </p:nvSpPr>
          <p:spPr>
            <a:xfrm flipH="1">
              <a:off x="7193880" y="1516680"/>
              <a:ext cx="68760" cy="119880"/>
            </a:xfrm>
            <a:custGeom>
              <a:avLst/>
              <a:gdLst>
                <a:gd name="textAreaLeft" fmla="*/ -360 w 68760"/>
                <a:gd name="textAreaRight" fmla="*/ 68760 w 68760"/>
                <a:gd name="textAreaTop" fmla="*/ 0 h 119880"/>
                <a:gd name="textAreaBottom" fmla="*/ 120240 h 119880"/>
              </a:gdLst>
              <a:ahLst/>
              <a:cxnLst/>
              <a:rect l="textAreaLeft" t="textAreaTop" r="textAreaRight" b="textAreaBottom"/>
              <a:pathLst>
                <a:path w="953" h="1655">
                  <a:moveTo>
                    <a:pt x="16" y="0"/>
                  </a:moveTo>
                  <a:cubicBezTo>
                    <a:pt x="1" y="293"/>
                    <a:pt x="1" y="586"/>
                    <a:pt x="89" y="864"/>
                  </a:cubicBezTo>
                  <a:cubicBezTo>
                    <a:pt x="162" y="1142"/>
                    <a:pt x="338" y="1391"/>
                    <a:pt x="601" y="1538"/>
                  </a:cubicBezTo>
                  <a:cubicBezTo>
                    <a:pt x="689" y="1596"/>
                    <a:pt x="835" y="1655"/>
                    <a:pt x="835" y="1655"/>
                  </a:cubicBezTo>
                  <a:cubicBezTo>
                    <a:pt x="835" y="1625"/>
                    <a:pt x="894" y="1450"/>
                    <a:pt x="894" y="1435"/>
                  </a:cubicBezTo>
                  <a:cubicBezTo>
                    <a:pt x="952" y="1113"/>
                    <a:pt x="923" y="894"/>
                    <a:pt x="909" y="586"/>
                  </a:cubicBezTo>
                  <a:lnTo>
                    <a:pt x="879" y="571"/>
                  </a:lnTo>
                  <a:cubicBezTo>
                    <a:pt x="528" y="484"/>
                    <a:pt x="235" y="279"/>
                    <a:pt x="16"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60120" bIns="60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7" name="Google Shape;1337;p49"/>
            <p:cNvSpPr/>
            <p:nvPr/>
          </p:nvSpPr>
          <p:spPr>
            <a:xfrm flipH="1">
              <a:off x="7331760" y="1287720"/>
              <a:ext cx="56160" cy="75600"/>
            </a:xfrm>
            <a:custGeom>
              <a:avLst/>
              <a:gdLst>
                <a:gd name="textAreaLeft" fmla="*/ 360 w 56160"/>
                <a:gd name="textAreaRight" fmla="*/ 56880 w 56160"/>
                <a:gd name="textAreaTop" fmla="*/ 0 h 75600"/>
                <a:gd name="textAreaBottom" fmla="*/ 75960 h 75600"/>
              </a:gdLst>
              <a:ahLst/>
              <a:cxnLst/>
              <a:rect l="textAreaLeft" t="textAreaTop" r="textAreaRight" b="textAreaBottom"/>
              <a:pathLst>
                <a:path w="776" h="1046">
                  <a:moveTo>
                    <a:pt x="87" y="1"/>
                  </a:moveTo>
                  <a:cubicBezTo>
                    <a:pt x="78" y="1"/>
                    <a:pt x="73" y="3"/>
                    <a:pt x="73" y="6"/>
                  </a:cubicBezTo>
                  <a:cubicBezTo>
                    <a:pt x="73" y="21"/>
                    <a:pt x="146" y="35"/>
                    <a:pt x="264" y="108"/>
                  </a:cubicBezTo>
                  <a:cubicBezTo>
                    <a:pt x="334" y="149"/>
                    <a:pt x="419" y="224"/>
                    <a:pt x="494" y="325"/>
                  </a:cubicBezTo>
                  <a:lnTo>
                    <a:pt x="494" y="325"/>
                  </a:lnTo>
                  <a:cubicBezTo>
                    <a:pt x="468" y="312"/>
                    <a:pt x="440" y="303"/>
                    <a:pt x="410" y="299"/>
                  </a:cubicBezTo>
                  <a:cubicBezTo>
                    <a:pt x="386" y="294"/>
                    <a:pt x="358" y="291"/>
                    <a:pt x="329" y="291"/>
                  </a:cubicBezTo>
                  <a:cubicBezTo>
                    <a:pt x="272" y="291"/>
                    <a:pt x="210" y="304"/>
                    <a:pt x="161" y="343"/>
                  </a:cubicBezTo>
                  <a:cubicBezTo>
                    <a:pt x="88" y="387"/>
                    <a:pt x="59" y="445"/>
                    <a:pt x="44" y="518"/>
                  </a:cubicBezTo>
                  <a:cubicBezTo>
                    <a:pt x="0" y="665"/>
                    <a:pt x="44" y="797"/>
                    <a:pt x="88" y="870"/>
                  </a:cubicBezTo>
                  <a:cubicBezTo>
                    <a:pt x="205" y="1016"/>
                    <a:pt x="337" y="1045"/>
                    <a:pt x="337" y="1045"/>
                  </a:cubicBezTo>
                  <a:cubicBezTo>
                    <a:pt x="351" y="1031"/>
                    <a:pt x="249" y="972"/>
                    <a:pt x="146" y="811"/>
                  </a:cubicBezTo>
                  <a:cubicBezTo>
                    <a:pt x="117" y="738"/>
                    <a:pt x="103" y="621"/>
                    <a:pt x="132" y="533"/>
                  </a:cubicBezTo>
                  <a:cubicBezTo>
                    <a:pt x="170" y="457"/>
                    <a:pt x="252" y="381"/>
                    <a:pt x="349" y="381"/>
                  </a:cubicBezTo>
                  <a:cubicBezTo>
                    <a:pt x="364" y="381"/>
                    <a:pt x="380" y="383"/>
                    <a:pt x="395" y="387"/>
                  </a:cubicBezTo>
                  <a:cubicBezTo>
                    <a:pt x="454" y="401"/>
                    <a:pt x="542" y="445"/>
                    <a:pt x="615" y="504"/>
                  </a:cubicBezTo>
                  <a:lnTo>
                    <a:pt x="776" y="606"/>
                  </a:lnTo>
                  <a:lnTo>
                    <a:pt x="673" y="445"/>
                  </a:lnTo>
                  <a:cubicBezTo>
                    <a:pt x="586" y="240"/>
                    <a:pt x="425" y="108"/>
                    <a:pt x="293" y="65"/>
                  </a:cubicBezTo>
                  <a:cubicBezTo>
                    <a:pt x="192" y="20"/>
                    <a:pt x="117" y="1"/>
                    <a:pt x="8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8" name="Google Shape;1338;p49"/>
            <p:cNvSpPr/>
            <p:nvPr/>
          </p:nvSpPr>
          <p:spPr>
            <a:xfrm flipH="1">
              <a:off x="7107480" y="1422360"/>
              <a:ext cx="65520" cy="53280"/>
            </a:xfrm>
            <a:custGeom>
              <a:avLst/>
              <a:gdLst>
                <a:gd name="textAreaLeft" fmla="*/ 360 w 65520"/>
                <a:gd name="textAreaRight" fmla="*/ 66240 w 65520"/>
                <a:gd name="textAreaTop" fmla="*/ 0 h 53280"/>
                <a:gd name="textAreaBottom" fmla="*/ 53640 h 53280"/>
              </a:gdLst>
              <a:ahLst/>
              <a:cxnLst/>
              <a:rect l="textAreaLeft" t="textAreaTop" r="textAreaRight" b="textAreaBottom"/>
              <a:pathLst>
                <a:path w="908" h="737">
                  <a:moveTo>
                    <a:pt x="30" y="1"/>
                  </a:moveTo>
                  <a:cubicBezTo>
                    <a:pt x="15" y="1"/>
                    <a:pt x="0" y="74"/>
                    <a:pt x="15" y="206"/>
                  </a:cubicBezTo>
                  <a:cubicBezTo>
                    <a:pt x="30" y="337"/>
                    <a:pt x="117" y="498"/>
                    <a:pt x="264" y="601"/>
                  </a:cubicBezTo>
                  <a:cubicBezTo>
                    <a:pt x="400" y="700"/>
                    <a:pt x="546" y="736"/>
                    <a:pt x="668" y="736"/>
                  </a:cubicBezTo>
                  <a:cubicBezTo>
                    <a:pt x="690" y="736"/>
                    <a:pt x="712" y="735"/>
                    <a:pt x="732" y="733"/>
                  </a:cubicBezTo>
                  <a:cubicBezTo>
                    <a:pt x="849" y="718"/>
                    <a:pt x="908" y="689"/>
                    <a:pt x="908" y="659"/>
                  </a:cubicBezTo>
                  <a:cubicBezTo>
                    <a:pt x="901" y="652"/>
                    <a:pt x="879" y="652"/>
                    <a:pt x="844" y="652"/>
                  </a:cubicBezTo>
                  <a:cubicBezTo>
                    <a:pt x="809" y="652"/>
                    <a:pt x="762" y="652"/>
                    <a:pt x="703" y="645"/>
                  </a:cubicBezTo>
                  <a:cubicBezTo>
                    <a:pt x="600" y="645"/>
                    <a:pt x="454" y="601"/>
                    <a:pt x="322" y="513"/>
                  </a:cubicBezTo>
                  <a:cubicBezTo>
                    <a:pt x="191" y="425"/>
                    <a:pt x="117" y="293"/>
                    <a:pt x="88" y="191"/>
                  </a:cubicBezTo>
                  <a:cubicBezTo>
                    <a:pt x="44" y="74"/>
                    <a:pt x="44" y="1"/>
                    <a:pt x="3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9" name="Google Shape;1339;p49"/>
            <p:cNvSpPr/>
            <p:nvPr/>
          </p:nvSpPr>
          <p:spPr>
            <a:xfrm flipH="1">
              <a:off x="7154640" y="1416600"/>
              <a:ext cx="34920" cy="21600"/>
            </a:xfrm>
            <a:custGeom>
              <a:avLst/>
              <a:gdLst>
                <a:gd name="textAreaLeft" fmla="*/ -360 w 34920"/>
                <a:gd name="textAreaRight" fmla="*/ 34920 w 34920"/>
                <a:gd name="textAreaTop" fmla="*/ 0 h 21600"/>
                <a:gd name="textAreaBottom" fmla="*/ 21960 h 21600"/>
              </a:gdLst>
              <a:ahLst/>
              <a:cxnLst/>
              <a:rect l="textAreaLeft" t="textAreaTop" r="textAreaRight" b="textAreaBottom"/>
              <a:pathLst>
                <a:path w="484" h="304">
                  <a:moveTo>
                    <a:pt x="347" y="1"/>
                  </a:moveTo>
                  <a:cubicBezTo>
                    <a:pt x="294" y="1"/>
                    <a:pt x="231" y="17"/>
                    <a:pt x="176" y="50"/>
                  </a:cubicBezTo>
                  <a:cubicBezTo>
                    <a:pt x="103" y="80"/>
                    <a:pt x="44" y="153"/>
                    <a:pt x="29" y="211"/>
                  </a:cubicBezTo>
                  <a:cubicBezTo>
                    <a:pt x="0" y="270"/>
                    <a:pt x="0" y="299"/>
                    <a:pt x="29" y="299"/>
                  </a:cubicBezTo>
                  <a:cubicBezTo>
                    <a:pt x="32" y="302"/>
                    <a:pt x="36" y="304"/>
                    <a:pt x="39" y="304"/>
                  </a:cubicBezTo>
                  <a:cubicBezTo>
                    <a:pt x="69" y="304"/>
                    <a:pt x="117" y="203"/>
                    <a:pt x="234" y="138"/>
                  </a:cubicBezTo>
                  <a:cubicBezTo>
                    <a:pt x="351" y="65"/>
                    <a:pt x="483" y="80"/>
                    <a:pt x="483" y="50"/>
                  </a:cubicBezTo>
                  <a:cubicBezTo>
                    <a:pt x="483" y="36"/>
                    <a:pt x="454" y="6"/>
                    <a:pt x="395" y="6"/>
                  </a:cubicBezTo>
                  <a:cubicBezTo>
                    <a:pt x="381" y="3"/>
                    <a:pt x="364" y="1"/>
                    <a:pt x="3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0" name="Google Shape;1340;p49"/>
            <p:cNvSpPr/>
            <p:nvPr/>
          </p:nvSpPr>
          <p:spPr>
            <a:xfrm flipH="1">
              <a:off x="6868800" y="2391840"/>
              <a:ext cx="764280" cy="1453680"/>
            </a:xfrm>
            <a:custGeom>
              <a:avLst/>
              <a:gdLst>
                <a:gd name="textAreaLeft" fmla="*/ -360 w 764280"/>
                <a:gd name="textAreaRight" fmla="*/ 764280 w 764280"/>
                <a:gd name="textAreaTop" fmla="*/ 0 h 1453680"/>
                <a:gd name="textAreaBottom" fmla="*/ 1454040 h 1453680"/>
              </a:gdLst>
              <a:ahLst/>
              <a:cxnLst/>
              <a:rect l="textAreaLeft" t="textAreaTop" r="textAreaRight" b="textAreaBottom"/>
              <a:pathLst>
                <a:path w="10527" h="20021">
                  <a:moveTo>
                    <a:pt x="9209" y="1"/>
                  </a:moveTo>
                  <a:lnTo>
                    <a:pt x="0" y="4188"/>
                  </a:lnTo>
                  <a:cubicBezTo>
                    <a:pt x="0" y="4188"/>
                    <a:pt x="937" y="7584"/>
                    <a:pt x="2328" y="11830"/>
                  </a:cubicBezTo>
                  <a:cubicBezTo>
                    <a:pt x="2474" y="14260"/>
                    <a:pt x="1479" y="16500"/>
                    <a:pt x="293" y="18695"/>
                  </a:cubicBezTo>
                  <a:lnTo>
                    <a:pt x="1816" y="19281"/>
                  </a:lnTo>
                  <a:cubicBezTo>
                    <a:pt x="3093" y="19772"/>
                    <a:pt x="4444" y="20021"/>
                    <a:pt x="5797" y="20021"/>
                  </a:cubicBezTo>
                  <a:cubicBezTo>
                    <a:pt x="7189" y="20021"/>
                    <a:pt x="8583" y="19757"/>
                    <a:pt x="9897" y="19223"/>
                  </a:cubicBezTo>
                  <a:cubicBezTo>
                    <a:pt x="10292" y="19076"/>
                    <a:pt x="10526" y="18959"/>
                    <a:pt x="10497" y="18900"/>
                  </a:cubicBezTo>
                  <a:cubicBezTo>
                    <a:pt x="10438" y="18695"/>
                    <a:pt x="10482" y="10248"/>
                    <a:pt x="10307" y="3953"/>
                  </a:cubicBezTo>
                  <a:cubicBezTo>
                    <a:pt x="10263" y="2826"/>
                    <a:pt x="9267" y="894"/>
                    <a:pt x="9209"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1" name="Google Shape;1341;p49"/>
            <p:cNvSpPr/>
            <p:nvPr/>
          </p:nvSpPr>
          <p:spPr>
            <a:xfrm flipH="1">
              <a:off x="6852600" y="2673360"/>
              <a:ext cx="780120" cy="83880"/>
            </a:xfrm>
            <a:custGeom>
              <a:avLst/>
              <a:gdLst>
                <a:gd name="textAreaLeft" fmla="*/ -360 w 780120"/>
                <a:gd name="textAreaRight" fmla="*/ 780120 w 780120"/>
                <a:gd name="textAreaTop" fmla="*/ 0 h 83880"/>
                <a:gd name="textAreaBottom" fmla="*/ 84240 h 83880"/>
              </a:gdLst>
              <a:ahLst/>
              <a:cxnLst/>
              <a:rect l="textAreaLeft" t="textAreaTop" r="textAreaRight" b="textAreaBottom"/>
              <a:pathLst>
                <a:path w="10746" h="1158">
                  <a:moveTo>
                    <a:pt x="7262" y="0"/>
                  </a:moveTo>
                  <a:lnTo>
                    <a:pt x="7247" y="15"/>
                  </a:lnTo>
                  <a:cubicBezTo>
                    <a:pt x="6808" y="439"/>
                    <a:pt x="6193" y="703"/>
                    <a:pt x="5505" y="879"/>
                  </a:cubicBezTo>
                  <a:cubicBezTo>
                    <a:pt x="4918" y="1005"/>
                    <a:pt x="4332" y="1068"/>
                    <a:pt x="3788" y="1068"/>
                  </a:cubicBezTo>
                  <a:cubicBezTo>
                    <a:pt x="3639" y="1068"/>
                    <a:pt x="3494" y="1064"/>
                    <a:pt x="3353" y="1054"/>
                  </a:cubicBezTo>
                  <a:cubicBezTo>
                    <a:pt x="2679" y="1025"/>
                    <a:pt x="2094" y="908"/>
                    <a:pt x="1596" y="805"/>
                  </a:cubicBezTo>
                  <a:cubicBezTo>
                    <a:pt x="1098" y="674"/>
                    <a:pt x="703" y="557"/>
                    <a:pt x="425" y="483"/>
                  </a:cubicBezTo>
                  <a:cubicBezTo>
                    <a:pt x="293" y="454"/>
                    <a:pt x="205" y="410"/>
                    <a:pt x="117" y="396"/>
                  </a:cubicBezTo>
                  <a:cubicBezTo>
                    <a:pt x="44" y="381"/>
                    <a:pt x="0" y="381"/>
                    <a:pt x="0" y="381"/>
                  </a:cubicBezTo>
                  <a:lnTo>
                    <a:pt x="0" y="381"/>
                  </a:lnTo>
                  <a:cubicBezTo>
                    <a:pt x="0" y="381"/>
                    <a:pt x="44" y="396"/>
                    <a:pt x="117" y="410"/>
                  </a:cubicBezTo>
                  <a:cubicBezTo>
                    <a:pt x="205" y="454"/>
                    <a:pt x="293" y="483"/>
                    <a:pt x="425" y="527"/>
                  </a:cubicBezTo>
                  <a:cubicBezTo>
                    <a:pt x="703" y="615"/>
                    <a:pt x="1084" y="732"/>
                    <a:pt x="1581" y="849"/>
                  </a:cubicBezTo>
                  <a:cubicBezTo>
                    <a:pt x="2065" y="981"/>
                    <a:pt x="2679" y="1113"/>
                    <a:pt x="3353" y="1142"/>
                  </a:cubicBezTo>
                  <a:cubicBezTo>
                    <a:pt x="3508" y="1153"/>
                    <a:pt x="3669" y="1158"/>
                    <a:pt x="3833" y="1158"/>
                  </a:cubicBezTo>
                  <a:cubicBezTo>
                    <a:pt x="4366" y="1158"/>
                    <a:pt x="4941" y="1101"/>
                    <a:pt x="5534" y="966"/>
                  </a:cubicBezTo>
                  <a:cubicBezTo>
                    <a:pt x="6193" y="809"/>
                    <a:pt x="6824" y="539"/>
                    <a:pt x="7276" y="116"/>
                  </a:cubicBezTo>
                  <a:lnTo>
                    <a:pt x="7276" y="116"/>
                  </a:lnTo>
                  <a:cubicBezTo>
                    <a:pt x="8174" y="521"/>
                    <a:pt x="9020" y="735"/>
                    <a:pt x="9660" y="735"/>
                  </a:cubicBezTo>
                  <a:cubicBezTo>
                    <a:pt x="9701" y="735"/>
                    <a:pt x="9741" y="734"/>
                    <a:pt x="9780" y="732"/>
                  </a:cubicBezTo>
                  <a:cubicBezTo>
                    <a:pt x="10102" y="688"/>
                    <a:pt x="10336" y="586"/>
                    <a:pt x="10512" y="513"/>
                  </a:cubicBezTo>
                  <a:cubicBezTo>
                    <a:pt x="10599" y="469"/>
                    <a:pt x="10658" y="439"/>
                    <a:pt x="10687" y="410"/>
                  </a:cubicBezTo>
                  <a:cubicBezTo>
                    <a:pt x="10731" y="396"/>
                    <a:pt x="10746" y="381"/>
                    <a:pt x="10746" y="381"/>
                  </a:cubicBezTo>
                  <a:lnTo>
                    <a:pt x="10746" y="381"/>
                  </a:lnTo>
                  <a:cubicBezTo>
                    <a:pt x="10746" y="381"/>
                    <a:pt x="10658" y="410"/>
                    <a:pt x="10512" y="469"/>
                  </a:cubicBezTo>
                  <a:cubicBezTo>
                    <a:pt x="10336" y="542"/>
                    <a:pt x="10102" y="630"/>
                    <a:pt x="9794" y="659"/>
                  </a:cubicBezTo>
                  <a:cubicBezTo>
                    <a:pt x="9758" y="661"/>
                    <a:pt x="9721" y="662"/>
                    <a:pt x="9684" y="662"/>
                  </a:cubicBezTo>
                  <a:cubicBezTo>
                    <a:pt x="9052" y="662"/>
                    <a:pt x="8218" y="430"/>
                    <a:pt x="7305" y="15"/>
                  </a:cubicBezTo>
                  <a:lnTo>
                    <a:pt x="7262" y="0"/>
                  </a:ln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2" name="Google Shape;1342;p49"/>
            <p:cNvSpPr/>
            <p:nvPr/>
          </p:nvSpPr>
          <p:spPr>
            <a:xfrm flipH="1">
              <a:off x="7105680" y="2115360"/>
              <a:ext cx="59400" cy="563040"/>
            </a:xfrm>
            <a:custGeom>
              <a:avLst/>
              <a:gdLst>
                <a:gd name="textAreaLeft" fmla="*/ -360 w 59400"/>
                <a:gd name="textAreaRight" fmla="*/ 59400 w 59400"/>
                <a:gd name="textAreaTop" fmla="*/ 0 h 563040"/>
                <a:gd name="textAreaBottom" fmla="*/ 563400 h 563040"/>
              </a:gdLst>
              <a:ahLst/>
              <a:cxnLst/>
              <a:rect l="textAreaLeft" t="textAreaTop" r="textAreaRight" b="textAreaBottom"/>
              <a:pathLst>
                <a:path w="821" h="7760">
                  <a:moveTo>
                    <a:pt x="15" y="1"/>
                  </a:moveTo>
                  <a:cubicBezTo>
                    <a:pt x="1" y="1"/>
                    <a:pt x="15" y="103"/>
                    <a:pt x="45" y="308"/>
                  </a:cubicBezTo>
                  <a:cubicBezTo>
                    <a:pt x="59" y="513"/>
                    <a:pt x="89" y="806"/>
                    <a:pt x="132" y="1128"/>
                  </a:cubicBezTo>
                  <a:cubicBezTo>
                    <a:pt x="220" y="1845"/>
                    <a:pt x="337" y="2811"/>
                    <a:pt x="440" y="3880"/>
                  </a:cubicBezTo>
                  <a:cubicBezTo>
                    <a:pt x="572" y="4949"/>
                    <a:pt x="660" y="5930"/>
                    <a:pt x="718" y="6618"/>
                  </a:cubicBezTo>
                  <a:cubicBezTo>
                    <a:pt x="733" y="6954"/>
                    <a:pt x="777" y="7218"/>
                    <a:pt x="791" y="7437"/>
                  </a:cubicBezTo>
                  <a:cubicBezTo>
                    <a:pt x="806" y="7642"/>
                    <a:pt x="821" y="7759"/>
                    <a:pt x="821" y="7759"/>
                  </a:cubicBezTo>
                  <a:lnTo>
                    <a:pt x="821" y="7437"/>
                  </a:lnTo>
                  <a:cubicBezTo>
                    <a:pt x="821" y="7247"/>
                    <a:pt x="806" y="6954"/>
                    <a:pt x="791" y="6603"/>
                  </a:cubicBezTo>
                  <a:cubicBezTo>
                    <a:pt x="733" y="5900"/>
                    <a:pt x="660" y="4934"/>
                    <a:pt x="557" y="3851"/>
                  </a:cubicBezTo>
                  <a:cubicBezTo>
                    <a:pt x="425" y="2782"/>
                    <a:pt x="308" y="1801"/>
                    <a:pt x="206" y="1113"/>
                  </a:cubicBezTo>
                  <a:cubicBezTo>
                    <a:pt x="147" y="762"/>
                    <a:pt x="118" y="484"/>
                    <a:pt x="74" y="293"/>
                  </a:cubicBezTo>
                  <a:cubicBezTo>
                    <a:pt x="59" y="103"/>
                    <a:pt x="15" y="1"/>
                    <a:pt x="1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3" name="Google Shape;1343;p49"/>
            <p:cNvSpPr/>
            <p:nvPr/>
          </p:nvSpPr>
          <p:spPr>
            <a:xfrm flipH="1">
              <a:off x="7345080" y="2410920"/>
              <a:ext cx="164520" cy="179280"/>
            </a:xfrm>
            <a:custGeom>
              <a:avLst/>
              <a:gdLst>
                <a:gd name="textAreaLeft" fmla="*/ -360 w 164520"/>
                <a:gd name="textAreaRight" fmla="*/ 164520 w 164520"/>
                <a:gd name="textAreaTop" fmla="*/ 0 h 179280"/>
                <a:gd name="textAreaBottom" fmla="*/ 179640 h 179280"/>
              </a:gdLst>
              <a:ahLst/>
              <a:cxnLst/>
              <a:rect l="textAreaLeft" t="textAreaTop" r="textAreaRight" b="textAreaBottom"/>
              <a:pathLst>
                <a:path w="2270" h="2473">
                  <a:moveTo>
                    <a:pt x="132" y="0"/>
                  </a:moveTo>
                  <a:cubicBezTo>
                    <a:pt x="132" y="0"/>
                    <a:pt x="249" y="30"/>
                    <a:pt x="440" y="44"/>
                  </a:cubicBezTo>
                  <a:cubicBezTo>
                    <a:pt x="659" y="59"/>
                    <a:pt x="937" y="74"/>
                    <a:pt x="1289" y="117"/>
                  </a:cubicBezTo>
                  <a:cubicBezTo>
                    <a:pt x="1464" y="132"/>
                    <a:pt x="1669" y="147"/>
                    <a:pt x="1874" y="176"/>
                  </a:cubicBezTo>
                  <a:cubicBezTo>
                    <a:pt x="1962" y="191"/>
                    <a:pt x="2079" y="191"/>
                    <a:pt x="2123" y="264"/>
                  </a:cubicBezTo>
                  <a:cubicBezTo>
                    <a:pt x="2182" y="337"/>
                    <a:pt x="2182" y="469"/>
                    <a:pt x="2182" y="571"/>
                  </a:cubicBezTo>
                  <a:cubicBezTo>
                    <a:pt x="2182" y="806"/>
                    <a:pt x="2182" y="1069"/>
                    <a:pt x="2123" y="1303"/>
                  </a:cubicBezTo>
                  <a:cubicBezTo>
                    <a:pt x="2094" y="1567"/>
                    <a:pt x="1977" y="1801"/>
                    <a:pt x="1801" y="1977"/>
                  </a:cubicBezTo>
                  <a:cubicBezTo>
                    <a:pt x="1611" y="2167"/>
                    <a:pt x="1377" y="2299"/>
                    <a:pt x="1142" y="2343"/>
                  </a:cubicBezTo>
                  <a:cubicBezTo>
                    <a:pt x="1025" y="2372"/>
                    <a:pt x="901" y="2390"/>
                    <a:pt x="780" y="2390"/>
                  </a:cubicBezTo>
                  <a:cubicBezTo>
                    <a:pt x="659" y="2390"/>
                    <a:pt x="542" y="2372"/>
                    <a:pt x="440" y="2328"/>
                  </a:cubicBezTo>
                  <a:cubicBezTo>
                    <a:pt x="264" y="2240"/>
                    <a:pt x="176" y="2021"/>
                    <a:pt x="132" y="1816"/>
                  </a:cubicBezTo>
                  <a:cubicBezTo>
                    <a:pt x="103" y="1611"/>
                    <a:pt x="118" y="1435"/>
                    <a:pt x="118" y="1245"/>
                  </a:cubicBezTo>
                  <a:cubicBezTo>
                    <a:pt x="132" y="908"/>
                    <a:pt x="191" y="630"/>
                    <a:pt x="220" y="425"/>
                  </a:cubicBezTo>
                  <a:cubicBezTo>
                    <a:pt x="279" y="220"/>
                    <a:pt x="293" y="117"/>
                    <a:pt x="293" y="117"/>
                  </a:cubicBezTo>
                  <a:lnTo>
                    <a:pt x="293" y="117"/>
                  </a:lnTo>
                  <a:lnTo>
                    <a:pt x="264" y="147"/>
                  </a:lnTo>
                  <a:cubicBezTo>
                    <a:pt x="249" y="205"/>
                    <a:pt x="205" y="278"/>
                    <a:pt x="191" y="366"/>
                  </a:cubicBezTo>
                  <a:cubicBezTo>
                    <a:pt x="132" y="571"/>
                    <a:pt x="74" y="849"/>
                    <a:pt x="44" y="1215"/>
                  </a:cubicBezTo>
                  <a:cubicBezTo>
                    <a:pt x="30" y="1376"/>
                    <a:pt x="1" y="1581"/>
                    <a:pt x="44" y="1801"/>
                  </a:cubicBezTo>
                  <a:cubicBezTo>
                    <a:pt x="44" y="1903"/>
                    <a:pt x="74" y="2021"/>
                    <a:pt x="132" y="2123"/>
                  </a:cubicBezTo>
                  <a:cubicBezTo>
                    <a:pt x="191" y="2240"/>
                    <a:pt x="279" y="2328"/>
                    <a:pt x="396" y="2387"/>
                  </a:cubicBezTo>
                  <a:cubicBezTo>
                    <a:pt x="501" y="2450"/>
                    <a:pt x="617" y="2473"/>
                    <a:pt x="738" y="2473"/>
                  </a:cubicBezTo>
                  <a:cubicBezTo>
                    <a:pt x="869" y="2473"/>
                    <a:pt x="1006" y="2446"/>
                    <a:pt x="1142" y="2416"/>
                  </a:cubicBezTo>
                  <a:cubicBezTo>
                    <a:pt x="1391" y="2372"/>
                    <a:pt x="1655" y="2240"/>
                    <a:pt x="1860" y="2035"/>
                  </a:cubicBezTo>
                  <a:cubicBezTo>
                    <a:pt x="2050" y="1830"/>
                    <a:pt x="2167" y="1567"/>
                    <a:pt x="2226" y="1303"/>
                  </a:cubicBezTo>
                  <a:cubicBezTo>
                    <a:pt x="2270" y="1054"/>
                    <a:pt x="2270" y="791"/>
                    <a:pt x="2270" y="557"/>
                  </a:cubicBezTo>
                  <a:cubicBezTo>
                    <a:pt x="2270" y="425"/>
                    <a:pt x="2270" y="293"/>
                    <a:pt x="2196" y="191"/>
                  </a:cubicBezTo>
                  <a:cubicBezTo>
                    <a:pt x="2167" y="132"/>
                    <a:pt x="2094" y="117"/>
                    <a:pt x="2035" y="103"/>
                  </a:cubicBezTo>
                  <a:cubicBezTo>
                    <a:pt x="1977" y="74"/>
                    <a:pt x="1933" y="74"/>
                    <a:pt x="1874" y="74"/>
                  </a:cubicBezTo>
                  <a:cubicBezTo>
                    <a:pt x="1655" y="59"/>
                    <a:pt x="1464" y="59"/>
                    <a:pt x="1289" y="44"/>
                  </a:cubicBezTo>
                  <a:cubicBezTo>
                    <a:pt x="937" y="30"/>
                    <a:pt x="659" y="30"/>
                    <a:pt x="440"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89640" bIns="89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4" name="Google Shape;1344;p49"/>
            <p:cNvSpPr/>
            <p:nvPr/>
          </p:nvSpPr>
          <p:spPr>
            <a:xfrm flipH="1">
              <a:off x="7081200" y="1596600"/>
              <a:ext cx="83880" cy="430200"/>
            </a:xfrm>
            <a:custGeom>
              <a:avLst/>
              <a:gdLst>
                <a:gd name="textAreaLeft" fmla="*/ -360 w 83880"/>
                <a:gd name="textAreaRight" fmla="*/ 83880 w 83880"/>
                <a:gd name="textAreaTop" fmla="*/ 0 h 430200"/>
                <a:gd name="textAreaBottom" fmla="*/ 430560 h 430200"/>
              </a:gdLst>
              <a:ahLst/>
              <a:cxnLst/>
              <a:rect l="textAreaLeft" t="textAreaTop" r="textAreaRight" b="textAreaBottom"/>
              <a:pathLst>
                <a:path w="1158" h="5930">
                  <a:moveTo>
                    <a:pt x="1" y="0"/>
                  </a:moveTo>
                  <a:lnTo>
                    <a:pt x="1" y="5929"/>
                  </a:lnTo>
                  <a:cubicBezTo>
                    <a:pt x="1" y="5929"/>
                    <a:pt x="1157" y="2460"/>
                    <a:pt x="923" y="1830"/>
                  </a:cubicBezTo>
                  <a:cubicBezTo>
                    <a:pt x="674" y="1216"/>
                    <a:pt x="1" y="0"/>
                    <a:pt x="1"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5" name="Google Shape;1345;p49"/>
            <p:cNvSpPr/>
            <p:nvPr/>
          </p:nvSpPr>
          <p:spPr>
            <a:xfrm flipH="1">
              <a:off x="7275960" y="3311280"/>
              <a:ext cx="171000" cy="435600"/>
            </a:xfrm>
            <a:custGeom>
              <a:avLst/>
              <a:gdLst>
                <a:gd name="textAreaLeft" fmla="*/ -360 w 171000"/>
                <a:gd name="textAreaRight" fmla="*/ 171000 w 171000"/>
                <a:gd name="textAreaTop" fmla="*/ 0 h 435600"/>
                <a:gd name="textAreaBottom" fmla="*/ 435960 h 435600"/>
              </a:gdLst>
              <a:ahLst/>
              <a:cxnLst/>
              <a:rect l="textAreaLeft" t="textAreaTop" r="textAreaRight" b="textAreaBottom"/>
              <a:pathLst>
                <a:path w="2358" h="6004">
                  <a:moveTo>
                    <a:pt x="31" y="1"/>
                  </a:moveTo>
                  <a:cubicBezTo>
                    <a:pt x="30" y="1"/>
                    <a:pt x="30" y="1"/>
                    <a:pt x="30" y="1"/>
                  </a:cubicBezTo>
                  <a:cubicBezTo>
                    <a:pt x="0" y="16"/>
                    <a:pt x="498" y="1362"/>
                    <a:pt x="1128" y="3017"/>
                  </a:cubicBezTo>
                  <a:cubicBezTo>
                    <a:pt x="1768" y="4677"/>
                    <a:pt x="2322" y="6003"/>
                    <a:pt x="2342" y="6003"/>
                  </a:cubicBezTo>
                  <a:cubicBezTo>
                    <a:pt x="2342" y="6003"/>
                    <a:pt x="2343" y="6003"/>
                    <a:pt x="2343" y="6003"/>
                  </a:cubicBezTo>
                  <a:cubicBezTo>
                    <a:pt x="2357" y="6003"/>
                    <a:pt x="1874" y="4642"/>
                    <a:pt x="1245" y="2973"/>
                  </a:cubicBezTo>
                  <a:cubicBezTo>
                    <a:pt x="607" y="1336"/>
                    <a:pt x="70" y="1"/>
                    <a:pt x="31"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6" name="Google Shape;1346;p49"/>
            <p:cNvSpPr/>
            <p:nvPr/>
          </p:nvSpPr>
          <p:spPr>
            <a:xfrm flipH="1">
              <a:off x="7369560" y="3380400"/>
              <a:ext cx="52920" cy="302760"/>
            </a:xfrm>
            <a:custGeom>
              <a:avLst/>
              <a:gdLst>
                <a:gd name="textAreaLeft" fmla="*/ -360 w 52920"/>
                <a:gd name="textAreaRight" fmla="*/ 52920 w 52920"/>
                <a:gd name="textAreaTop" fmla="*/ 0 h 302760"/>
                <a:gd name="textAreaBottom" fmla="*/ 303120 h 302760"/>
              </a:gdLst>
              <a:ahLst/>
              <a:cxnLst/>
              <a:rect l="textAreaLeft" t="textAreaTop" r="textAreaRight" b="textAreaBottom"/>
              <a:pathLst>
                <a:path w="733" h="4173">
                  <a:moveTo>
                    <a:pt x="1" y="1"/>
                  </a:moveTo>
                  <a:cubicBezTo>
                    <a:pt x="1" y="1"/>
                    <a:pt x="45" y="235"/>
                    <a:pt x="118" y="601"/>
                  </a:cubicBezTo>
                  <a:cubicBezTo>
                    <a:pt x="206" y="967"/>
                    <a:pt x="323" y="1494"/>
                    <a:pt x="411" y="2065"/>
                  </a:cubicBezTo>
                  <a:cubicBezTo>
                    <a:pt x="513" y="2650"/>
                    <a:pt x="572" y="3163"/>
                    <a:pt x="630" y="3543"/>
                  </a:cubicBezTo>
                  <a:cubicBezTo>
                    <a:pt x="689" y="3924"/>
                    <a:pt x="704" y="4173"/>
                    <a:pt x="733" y="4173"/>
                  </a:cubicBezTo>
                  <a:cubicBezTo>
                    <a:pt x="733" y="4173"/>
                    <a:pt x="733" y="3924"/>
                    <a:pt x="689" y="3529"/>
                  </a:cubicBezTo>
                  <a:cubicBezTo>
                    <a:pt x="674" y="3148"/>
                    <a:pt x="601" y="2636"/>
                    <a:pt x="513" y="2050"/>
                  </a:cubicBezTo>
                  <a:cubicBezTo>
                    <a:pt x="396" y="1479"/>
                    <a:pt x="294" y="952"/>
                    <a:pt x="177" y="586"/>
                  </a:cubicBezTo>
                  <a:cubicBezTo>
                    <a:pt x="89" y="220"/>
                    <a:pt x="16" y="1"/>
                    <a:pt x="1"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7" name="Google Shape;1347;p49"/>
            <p:cNvSpPr/>
            <p:nvPr/>
          </p:nvSpPr>
          <p:spPr>
            <a:xfrm flipH="1">
              <a:off x="6388560" y="4666680"/>
              <a:ext cx="388800" cy="146520"/>
            </a:xfrm>
            <a:custGeom>
              <a:avLst/>
              <a:gdLst>
                <a:gd name="textAreaLeft" fmla="*/ 360 w 388800"/>
                <a:gd name="textAreaRight" fmla="*/ 389520 w 388800"/>
                <a:gd name="textAreaTop" fmla="*/ 0 h 146520"/>
                <a:gd name="textAreaBottom" fmla="*/ 146880 h 146520"/>
              </a:gdLst>
              <a:ahLst/>
              <a:cxnLst/>
              <a:rect l="textAreaLeft" t="textAreaTop" r="textAreaRight" b="textAreaBottom"/>
              <a:pathLst>
                <a:path w="5359" h="2021">
                  <a:moveTo>
                    <a:pt x="4791" y="1"/>
                  </a:moveTo>
                  <a:cubicBezTo>
                    <a:pt x="4271" y="1"/>
                    <a:pt x="3529" y="118"/>
                    <a:pt x="3529" y="118"/>
                  </a:cubicBezTo>
                  <a:lnTo>
                    <a:pt x="1" y="2021"/>
                  </a:lnTo>
                  <a:cubicBezTo>
                    <a:pt x="1" y="2021"/>
                    <a:pt x="5359" y="352"/>
                    <a:pt x="5286" y="118"/>
                  </a:cubicBezTo>
                  <a:cubicBezTo>
                    <a:pt x="5256" y="30"/>
                    <a:pt x="5051" y="1"/>
                    <a:pt x="4791"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3440" bIns="73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8" name="Google Shape;1348;p49"/>
            <p:cNvSpPr/>
            <p:nvPr/>
          </p:nvSpPr>
          <p:spPr>
            <a:xfrm flipH="1">
              <a:off x="7603920" y="4576320"/>
              <a:ext cx="337680" cy="269280"/>
            </a:xfrm>
            <a:custGeom>
              <a:avLst/>
              <a:gdLst>
                <a:gd name="textAreaLeft" fmla="*/ 360 w 337680"/>
                <a:gd name="textAreaRight" fmla="*/ 338400 w 337680"/>
                <a:gd name="textAreaTop" fmla="*/ 0 h 269280"/>
                <a:gd name="textAreaBottom" fmla="*/ 269640 h 269280"/>
              </a:gdLst>
              <a:ahLst/>
              <a:cxnLst/>
              <a:rect l="textAreaLeft" t="textAreaTop" r="textAreaRight" b="textAreaBottom"/>
              <a:pathLst>
                <a:path w="4657" h="3714">
                  <a:moveTo>
                    <a:pt x="1" y="0"/>
                  </a:moveTo>
                  <a:lnTo>
                    <a:pt x="1" y="146"/>
                  </a:lnTo>
                  <a:cubicBezTo>
                    <a:pt x="1" y="146"/>
                    <a:pt x="4035" y="3713"/>
                    <a:pt x="4498" y="3713"/>
                  </a:cubicBezTo>
                  <a:cubicBezTo>
                    <a:pt x="4520" y="3713"/>
                    <a:pt x="4534" y="3706"/>
                    <a:pt x="4539" y="3689"/>
                  </a:cubicBezTo>
                  <a:cubicBezTo>
                    <a:pt x="4656" y="3323"/>
                    <a:pt x="3895" y="2518"/>
                    <a:pt x="3895" y="2518"/>
                  </a:cubicBezTo>
                  <a:lnTo>
                    <a:pt x="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9" name="Google Shape;1349;p49"/>
            <p:cNvSpPr/>
            <p:nvPr/>
          </p:nvSpPr>
          <p:spPr>
            <a:xfrm flipH="1">
              <a:off x="6995160" y="1100880"/>
              <a:ext cx="351720" cy="186840"/>
            </a:xfrm>
            <a:custGeom>
              <a:avLst/>
              <a:gdLst>
                <a:gd name="textAreaLeft" fmla="*/ -360 w 351720"/>
                <a:gd name="textAreaRight" fmla="*/ 351720 w 351720"/>
                <a:gd name="textAreaTop" fmla="*/ 0 h 186840"/>
                <a:gd name="textAreaBottom" fmla="*/ 187200 h 186840"/>
              </a:gdLst>
              <a:ahLst/>
              <a:cxnLst/>
              <a:rect l="textAreaLeft" t="textAreaTop" r="textAreaRight" b="textAreaBottom"/>
              <a:pathLst>
                <a:path w="4847" h="2576">
                  <a:moveTo>
                    <a:pt x="2637" y="1"/>
                  </a:moveTo>
                  <a:cubicBezTo>
                    <a:pt x="2578" y="1"/>
                    <a:pt x="2519" y="2"/>
                    <a:pt x="2460" y="3"/>
                  </a:cubicBezTo>
                  <a:cubicBezTo>
                    <a:pt x="2035" y="3"/>
                    <a:pt x="1567" y="33"/>
                    <a:pt x="1172" y="179"/>
                  </a:cubicBezTo>
                  <a:cubicBezTo>
                    <a:pt x="747" y="326"/>
                    <a:pt x="381" y="618"/>
                    <a:pt x="176" y="1028"/>
                  </a:cubicBezTo>
                  <a:cubicBezTo>
                    <a:pt x="0" y="1423"/>
                    <a:pt x="30" y="1936"/>
                    <a:pt x="322" y="2273"/>
                  </a:cubicBezTo>
                  <a:lnTo>
                    <a:pt x="308" y="2331"/>
                  </a:lnTo>
                  <a:cubicBezTo>
                    <a:pt x="425" y="2419"/>
                    <a:pt x="527" y="2521"/>
                    <a:pt x="659" y="2565"/>
                  </a:cubicBezTo>
                  <a:cubicBezTo>
                    <a:pt x="693" y="2572"/>
                    <a:pt x="727" y="2576"/>
                    <a:pt x="761" y="2576"/>
                  </a:cubicBezTo>
                  <a:cubicBezTo>
                    <a:pt x="875" y="2576"/>
                    <a:pt x="983" y="2535"/>
                    <a:pt x="1040" y="2434"/>
                  </a:cubicBezTo>
                  <a:cubicBezTo>
                    <a:pt x="1098" y="2302"/>
                    <a:pt x="1040" y="2155"/>
                    <a:pt x="981" y="2009"/>
                  </a:cubicBezTo>
                  <a:cubicBezTo>
                    <a:pt x="908" y="1775"/>
                    <a:pt x="908" y="1497"/>
                    <a:pt x="1011" y="1262"/>
                  </a:cubicBezTo>
                  <a:cubicBezTo>
                    <a:pt x="1259" y="1570"/>
                    <a:pt x="1596" y="1833"/>
                    <a:pt x="1991" y="1907"/>
                  </a:cubicBezTo>
                  <a:cubicBezTo>
                    <a:pt x="2056" y="1918"/>
                    <a:pt x="2122" y="1924"/>
                    <a:pt x="2187" y="1924"/>
                  </a:cubicBezTo>
                  <a:cubicBezTo>
                    <a:pt x="2534" y="1924"/>
                    <a:pt x="2871" y="1763"/>
                    <a:pt x="3031" y="1467"/>
                  </a:cubicBezTo>
                  <a:cubicBezTo>
                    <a:pt x="3075" y="1833"/>
                    <a:pt x="3397" y="2082"/>
                    <a:pt x="3748" y="2199"/>
                  </a:cubicBezTo>
                  <a:cubicBezTo>
                    <a:pt x="3866" y="2230"/>
                    <a:pt x="3989" y="2251"/>
                    <a:pt x="4108" y="2251"/>
                  </a:cubicBezTo>
                  <a:cubicBezTo>
                    <a:pt x="4271" y="2251"/>
                    <a:pt x="4427" y="2213"/>
                    <a:pt x="4553" y="2112"/>
                  </a:cubicBezTo>
                  <a:cubicBezTo>
                    <a:pt x="4758" y="1965"/>
                    <a:pt x="4846" y="1687"/>
                    <a:pt x="4831" y="1423"/>
                  </a:cubicBezTo>
                  <a:cubicBezTo>
                    <a:pt x="4802" y="911"/>
                    <a:pt x="4422" y="472"/>
                    <a:pt x="3968" y="252"/>
                  </a:cubicBezTo>
                  <a:cubicBezTo>
                    <a:pt x="3565" y="57"/>
                    <a:pt x="3104" y="1"/>
                    <a:pt x="263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0" name="Google Shape;1350;p49"/>
            <p:cNvSpPr/>
            <p:nvPr/>
          </p:nvSpPr>
          <p:spPr>
            <a:xfrm flipH="1">
              <a:off x="7360920" y="1363680"/>
              <a:ext cx="46440" cy="55440"/>
            </a:xfrm>
            <a:custGeom>
              <a:avLst/>
              <a:gdLst>
                <a:gd name="textAreaLeft" fmla="*/ -360 w 46440"/>
                <a:gd name="textAreaRight" fmla="*/ 46440 w 46440"/>
                <a:gd name="textAreaTop" fmla="*/ 0 h 55440"/>
                <a:gd name="textAreaBottom" fmla="*/ 55800 h 55440"/>
              </a:gdLst>
              <a:ahLst/>
              <a:cxnLst/>
              <a:rect l="textAreaLeft" t="textAreaTop" r="textAreaRight" b="textAreaBottom"/>
              <a:pathLst>
                <a:path w="646" h="768">
                  <a:moveTo>
                    <a:pt x="425" y="0"/>
                  </a:moveTo>
                  <a:cubicBezTo>
                    <a:pt x="382" y="0"/>
                    <a:pt x="352" y="30"/>
                    <a:pt x="352" y="30"/>
                  </a:cubicBezTo>
                  <a:cubicBezTo>
                    <a:pt x="352" y="44"/>
                    <a:pt x="469" y="30"/>
                    <a:pt x="543" y="147"/>
                  </a:cubicBezTo>
                  <a:cubicBezTo>
                    <a:pt x="557" y="205"/>
                    <a:pt x="557" y="293"/>
                    <a:pt x="543" y="396"/>
                  </a:cubicBezTo>
                  <a:cubicBezTo>
                    <a:pt x="513" y="484"/>
                    <a:pt x="469" y="586"/>
                    <a:pt x="396" y="645"/>
                  </a:cubicBezTo>
                  <a:cubicBezTo>
                    <a:pt x="363" y="663"/>
                    <a:pt x="332" y="672"/>
                    <a:pt x="302" y="672"/>
                  </a:cubicBezTo>
                  <a:cubicBezTo>
                    <a:pt x="240" y="672"/>
                    <a:pt x="187" y="636"/>
                    <a:pt x="147" y="586"/>
                  </a:cubicBezTo>
                  <a:cubicBezTo>
                    <a:pt x="103" y="513"/>
                    <a:pt x="74" y="425"/>
                    <a:pt x="74" y="352"/>
                  </a:cubicBezTo>
                  <a:cubicBezTo>
                    <a:pt x="74" y="205"/>
                    <a:pt x="118" y="103"/>
                    <a:pt x="103" y="103"/>
                  </a:cubicBezTo>
                  <a:cubicBezTo>
                    <a:pt x="74" y="103"/>
                    <a:pt x="45" y="191"/>
                    <a:pt x="1" y="352"/>
                  </a:cubicBezTo>
                  <a:cubicBezTo>
                    <a:pt x="1" y="425"/>
                    <a:pt x="1" y="557"/>
                    <a:pt x="74" y="645"/>
                  </a:cubicBezTo>
                  <a:cubicBezTo>
                    <a:pt x="118" y="688"/>
                    <a:pt x="162" y="732"/>
                    <a:pt x="221" y="762"/>
                  </a:cubicBezTo>
                  <a:cubicBezTo>
                    <a:pt x="239" y="765"/>
                    <a:pt x="259" y="767"/>
                    <a:pt x="280" y="767"/>
                  </a:cubicBezTo>
                  <a:cubicBezTo>
                    <a:pt x="341" y="767"/>
                    <a:pt x="407" y="751"/>
                    <a:pt x="440" y="718"/>
                  </a:cubicBezTo>
                  <a:cubicBezTo>
                    <a:pt x="557" y="645"/>
                    <a:pt x="616" y="513"/>
                    <a:pt x="630" y="410"/>
                  </a:cubicBezTo>
                  <a:cubicBezTo>
                    <a:pt x="645" y="293"/>
                    <a:pt x="645" y="191"/>
                    <a:pt x="587" y="118"/>
                  </a:cubicBezTo>
                  <a:cubicBezTo>
                    <a:pt x="557" y="44"/>
                    <a:pt x="484" y="0"/>
                    <a:pt x="4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1" name="Google Shape;1351;p49"/>
            <p:cNvSpPr/>
            <p:nvPr/>
          </p:nvSpPr>
          <p:spPr>
            <a:xfrm flipH="1">
              <a:off x="7210800" y="1612440"/>
              <a:ext cx="272880" cy="430200"/>
            </a:xfrm>
            <a:custGeom>
              <a:avLst/>
              <a:gdLst>
                <a:gd name="textAreaLeft" fmla="*/ 360 w 272880"/>
                <a:gd name="textAreaRight" fmla="*/ 273600 w 272880"/>
                <a:gd name="textAreaTop" fmla="*/ 0 h 430200"/>
                <a:gd name="textAreaBottom" fmla="*/ 430560 h 430200"/>
              </a:gdLst>
              <a:ahLst/>
              <a:cxnLst/>
              <a:rect l="textAreaLeft" t="textAreaTop" r="textAreaRight" b="textAreaBottom"/>
              <a:pathLst>
                <a:path w="3763" h="5930">
                  <a:moveTo>
                    <a:pt x="659" y="0"/>
                  </a:moveTo>
                  <a:cubicBezTo>
                    <a:pt x="542" y="15"/>
                    <a:pt x="1" y="2123"/>
                    <a:pt x="557" y="2752"/>
                  </a:cubicBezTo>
                  <a:cubicBezTo>
                    <a:pt x="1157" y="3440"/>
                    <a:pt x="3763" y="5929"/>
                    <a:pt x="3763" y="5929"/>
                  </a:cubicBezTo>
                  <a:lnTo>
                    <a:pt x="659" y="0"/>
                  </a:ln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2" name="Google Shape;1352;p49"/>
            <p:cNvSpPr/>
            <p:nvPr/>
          </p:nvSpPr>
          <p:spPr>
            <a:xfrm flipH="1">
              <a:off x="7438320" y="2297160"/>
              <a:ext cx="191160" cy="398520"/>
            </a:xfrm>
            <a:custGeom>
              <a:avLst/>
              <a:gdLst>
                <a:gd name="textAreaLeft" fmla="*/ -360 w 191160"/>
                <a:gd name="textAreaRight" fmla="*/ 191160 w 191160"/>
                <a:gd name="textAreaTop" fmla="*/ 0 h 398520"/>
                <a:gd name="textAreaBottom" fmla="*/ 398880 h 398520"/>
              </a:gdLst>
              <a:ahLst/>
              <a:cxnLst/>
              <a:rect l="textAreaLeft" t="textAreaTop" r="textAreaRight" b="textAreaBottom"/>
              <a:pathLst>
                <a:path w="2636" h="5491">
                  <a:moveTo>
                    <a:pt x="2635" y="1"/>
                  </a:moveTo>
                  <a:cubicBezTo>
                    <a:pt x="2606" y="1"/>
                    <a:pt x="2562" y="74"/>
                    <a:pt x="2489" y="133"/>
                  </a:cubicBezTo>
                  <a:cubicBezTo>
                    <a:pt x="2372" y="250"/>
                    <a:pt x="2240" y="440"/>
                    <a:pt x="2094" y="674"/>
                  </a:cubicBezTo>
                  <a:cubicBezTo>
                    <a:pt x="1786" y="1157"/>
                    <a:pt x="1406" y="1816"/>
                    <a:pt x="1040" y="2577"/>
                  </a:cubicBezTo>
                  <a:cubicBezTo>
                    <a:pt x="674" y="3353"/>
                    <a:pt x="396" y="4085"/>
                    <a:pt x="235" y="4612"/>
                  </a:cubicBezTo>
                  <a:cubicBezTo>
                    <a:pt x="147" y="4891"/>
                    <a:pt x="88" y="5110"/>
                    <a:pt x="44" y="5256"/>
                  </a:cubicBezTo>
                  <a:cubicBezTo>
                    <a:pt x="15" y="5403"/>
                    <a:pt x="0" y="5491"/>
                    <a:pt x="0" y="5491"/>
                  </a:cubicBezTo>
                  <a:cubicBezTo>
                    <a:pt x="15" y="5491"/>
                    <a:pt x="30" y="5418"/>
                    <a:pt x="88" y="5271"/>
                  </a:cubicBezTo>
                  <a:cubicBezTo>
                    <a:pt x="147" y="5125"/>
                    <a:pt x="220" y="4905"/>
                    <a:pt x="308" y="4642"/>
                  </a:cubicBezTo>
                  <a:cubicBezTo>
                    <a:pt x="483" y="4129"/>
                    <a:pt x="762" y="3427"/>
                    <a:pt x="1128" y="2651"/>
                  </a:cubicBezTo>
                  <a:cubicBezTo>
                    <a:pt x="1479" y="1889"/>
                    <a:pt x="1859" y="1231"/>
                    <a:pt x="2152" y="748"/>
                  </a:cubicBezTo>
                  <a:cubicBezTo>
                    <a:pt x="2299" y="528"/>
                    <a:pt x="2416" y="323"/>
                    <a:pt x="2504" y="206"/>
                  </a:cubicBezTo>
                  <a:cubicBezTo>
                    <a:pt x="2591" y="74"/>
                    <a:pt x="2635" y="1"/>
                    <a:pt x="263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3" name="Google Shape;1353;p49"/>
            <p:cNvSpPr/>
            <p:nvPr/>
          </p:nvSpPr>
          <p:spPr>
            <a:xfrm flipH="1">
              <a:off x="7121880" y="2528280"/>
              <a:ext cx="320760" cy="245520"/>
            </a:xfrm>
            <a:custGeom>
              <a:avLst/>
              <a:gdLst>
                <a:gd name="textAreaLeft" fmla="*/ -360 w 320760"/>
                <a:gd name="textAreaRight" fmla="*/ 320760 w 320760"/>
                <a:gd name="textAreaTop" fmla="*/ 0 h 245520"/>
                <a:gd name="textAreaBottom" fmla="*/ 245880 h 245520"/>
              </a:gdLst>
              <a:ahLst/>
              <a:cxnLst/>
              <a:rect l="textAreaLeft" t="textAreaTop" r="textAreaRight" b="textAreaBottom"/>
              <a:pathLst>
                <a:path w="4422" h="3384">
                  <a:moveTo>
                    <a:pt x="3225" y="1"/>
                  </a:moveTo>
                  <a:cubicBezTo>
                    <a:pt x="2820" y="1"/>
                    <a:pt x="1348" y="389"/>
                    <a:pt x="1348" y="389"/>
                  </a:cubicBezTo>
                  <a:cubicBezTo>
                    <a:pt x="1348" y="389"/>
                    <a:pt x="1" y="2892"/>
                    <a:pt x="528" y="3097"/>
                  </a:cubicBezTo>
                  <a:cubicBezTo>
                    <a:pt x="528" y="3097"/>
                    <a:pt x="2100" y="3383"/>
                    <a:pt x="2663" y="3383"/>
                  </a:cubicBezTo>
                  <a:cubicBezTo>
                    <a:pt x="2749" y="3383"/>
                    <a:pt x="2812" y="3376"/>
                    <a:pt x="2841" y="3361"/>
                  </a:cubicBezTo>
                  <a:cubicBezTo>
                    <a:pt x="3075" y="3258"/>
                    <a:pt x="2197" y="2805"/>
                    <a:pt x="2197" y="2804"/>
                  </a:cubicBezTo>
                  <a:lnTo>
                    <a:pt x="2197" y="2804"/>
                  </a:lnTo>
                  <a:cubicBezTo>
                    <a:pt x="2197" y="2805"/>
                    <a:pt x="2893" y="3076"/>
                    <a:pt x="3226" y="3076"/>
                  </a:cubicBezTo>
                  <a:cubicBezTo>
                    <a:pt x="3279" y="3076"/>
                    <a:pt x="3323" y="3069"/>
                    <a:pt x="3353" y="3053"/>
                  </a:cubicBezTo>
                  <a:cubicBezTo>
                    <a:pt x="3573" y="2966"/>
                    <a:pt x="2358" y="2204"/>
                    <a:pt x="2358" y="2204"/>
                  </a:cubicBezTo>
                  <a:lnTo>
                    <a:pt x="2358" y="2204"/>
                  </a:lnTo>
                  <a:cubicBezTo>
                    <a:pt x="2358" y="2204"/>
                    <a:pt x="3219" y="2680"/>
                    <a:pt x="3593" y="2680"/>
                  </a:cubicBezTo>
                  <a:cubicBezTo>
                    <a:pt x="3668" y="2680"/>
                    <a:pt x="3724" y="2661"/>
                    <a:pt x="3749" y="2614"/>
                  </a:cubicBezTo>
                  <a:cubicBezTo>
                    <a:pt x="3895" y="2336"/>
                    <a:pt x="2578" y="1516"/>
                    <a:pt x="2577" y="1516"/>
                  </a:cubicBezTo>
                  <a:lnTo>
                    <a:pt x="2577" y="1516"/>
                  </a:lnTo>
                  <a:cubicBezTo>
                    <a:pt x="2578" y="1516"/>
                    <a:pt x="3625" y="2051"/>
                    <a:pt x="4049" y="2051"/>
                  </a:cubicBezTo>
                  <a:cubicBezTo>
                    <a:pt x="4121" y="2051"/>
                    <a:pt x="4175" y="2035"/>
                    <a:pt x="4202" y="1999"/>
                  </a:cubicBezTo>
                  <a:cubicBezTo>
                    <a:pt x="4422" y="1721"/>
                    <a:pt x="2519" y="755"/>
                    <a:pt x="2519" y="755"/>
                  </a:cubicBezTo>
                  <a:cubicBezTo>
                    <a:pt x="3148" y="623"/>
                    <a:pt x="3426" y="140"/>
                    <a:pt x="3324" y="23"/>
                  </a:cubicBezTo>
                  <a:cubicBezTo>
                    <a:pt x="3314" y="8"/>
                    <a:pt x="3279" y="1"/>
                    <a:pt x="3225" y="1"/>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4" name="Google Shape;1354;p49"/>
            <p:cNvSpPr/>
            <p:nvPr/>
          </p:nvSpPr>
          <p:spPr>
            <a:xfrm flipH="1">
              <a:off x="7320240" y="1703880"/>
              <a:ext cx="835200" cy="1055520"/>
            </a:xfrm>
            <a:custGeom>
              <a:avLst/>
              <a:gdLst>
                <a:gd name="textAreaLeft" fmla="*/ 360 w 835200"/>
                <a:gd name="textAreaRight" fmla="*/ 835920 w 835200"/>
                <a:gd name="textAreaTop" fmla="*/ 0 h 1055520"/>
                <a:gd name="textAreaBottom" fmla="*/ 1055880 h 1055520"/>
              </a:gdLst>
              <a:ahLst/>
              <a:cxnLst/>
              <a:rect l="textAreaLeft" t="textAreaTop" r="textAreaRight" b="textAreaBottom"/>
              <a:pathLst>
                <a:path w="11508" h="14538">
                  <a:moveTo>
                    <a:pt x="7101" y="0"/>
                  </a:moveTo>
                  <a:cubicBezTo>
                    <a:pt x="7101" y="0"/>
                    <a:pt x="4758" y="2079"/>
                    <a:pt x="2372" y="6193"/>
                  </a:cubicBezTo>
                  <a:cubicBezTo>
                    <a:pt x="0" y="10292"/>
                    <a:pt x="4041" y="12034"/>
                    <a:pt x="5124" y="12444"/>
                  </a:cubicBezTo>
                  <a:cubicBezTo>
                    <a:pt x="6208" y="12883"/>
                    <a:pt x="10541" y="14537"/>
                    <a:pt x="10541" y="14537"/>
                  </a:cubicBezTo>
                  <a:lnTo>
                    <a:pt x="11507" y="11404"/>
                  </a:lnTo>
                  <a:cubicBezTo>
                    <a:pt x="11507" y="11404"/>
                    <a:pt x="8872" y="10379"/>
                    <a:pt x="6164" y="8886"/>
                  </a:cubicBezTo>
                  <a:cubicBezTo>
                    <a:pt x="4934" y="8184"/>
                    <a:pt x="9282" y="3177"/>
                    <a:pt x="9282" y="3177"/>
                  </a:cubicBezTo>
                  <a:lnTo>
                    <a:pt x="71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5" name="Google Shape;1355;p49"/>
            <p:cNvSpPr/>
            <p:nvPr/>
          </p:nvSpPr>
          <p:spPr>
            <a:xfrm flipH="1">
              <a:off x="7490160" y="1729080"/>
              <a:ext cx="185760" cy="320040"/>
            </a:xfrm>
            <a:custGeom>
              <a:avLst/>
              <a:gdLst>
                <a:gd name="textAreaLeft" fmla="*/ 360 w 185760"/>
                <a:gd name="textAreaRight" fmla="*/ 186480 w 185760"/>
                <a:gd name="textAreaTop" fmla="*/ 0 h 320040"/>
                <a:gd name="textAreaBottom" fmla="*/ 320400 h 320040"/>
              </a:gdLst>
              <a:ahLst/>
              <a:cxnLst/>
              <a:rect l="textAreaLeft" t="textAreaTop" r="textAreaRight" b="textAreaBottom"/>
              <a:pathLst>
                <a:path w="2563" h="4410">
                  <a:moveTo>
                    <a:pt x="793" y="1"/>
                  </a:moveTo>
                  <a:cubicBezTo>
                    <a:pt x="542" y="1"/>
                    <a:pt x="348" y="42"/>
                    <a:pt x="220" y="106"/>
                  </a:cubicBezTo>
                  <a:cubicBezTo>
                    <a:pt x="147" y="150"/>
                    <a:pt x="89" y="179"/>
                    <a:pt x="59" y="208"/>
                  </a:cubicBezTo>
                  <a:cubicBezTo>
                    <a:pt x="15" y="223"/>
                    <a:pt x="1" y="238"/>
                    <a:pt x="1" y="238"/>
                  </a:cubicBezTo>
                  <a:cubicBezTo>
                    <a:pt x="3" y="240"/>
                    <a:pt x="6" y="240"/>
                    <a:pt x="10" y="240"/>
                  </a:cubicBezTo>
                  <a:cubicBezTo>
                    <a:pt x="36" y="240"/>
                    <a:pt x="108" y="201"/>
                    <a:pt x="235" y="150"/>
                  </a:cubicBezTo>
                  <a:cubicBezTo>
                    <a:pt x="346" y="106"/>
                    <a:pt x="507" y="61"/>
                    <a:pt x="699" y="61"/>
                  </a:cubicBezTo>
                  <a:cubicBezTo>
                    <a:pt x="761" y="61"/>
                    <a:pt x="826" y="66"/>
                    <a:pt x="894" y="77"/>
                  </a:cubicBezTo>
                  <a:cubicBezTo>
                    <a:pt x="1187" y="106"/>
                    <a:pt x="1523" y="223"/>
                    <a:pt x="1787" y="472"/>
                  </a:cubicBezTo>
                  <a:cubicBezTo>
                    <a:pt x="2065" y="721"/>
                    <a:pt x="2270" y="1101"/>
                    <a:pt x="2358" y="1526"/>
                  </a:cubicBezTo>
                  <a:cubicBezTo>
                    <a:pt x="2446" y="1950"/>
                    <a:pt x="2416" y="2360"/>
                    <a:pt x="2299" y="2726"/>
                  </a:cubicBezTo>
                  <a:cubicBezTo>
                    <a:pt x="2197" y="3092"/>
                    <a:pt x="2050" y="3385"/>
                    <a:pt x="1904" y="3649"/>
                  </a:cubicBezTo>
                  <a:cubicBezTo>
                    <a:pt x="1596" y="4146"/>
                    <a:pt x="1348" y="4395"/>
                    <a:pt x="1377" y="4410"/>
                  </a:cubicBezTo>
                  <a:cubicBezTo>
                    <a:pt x="1377" y="4410"/>
                    <a:pt x="1450" y="4366"/>
                    <a:pt x="1553" y="4249"/>
                  </a:cubicBezTo>
                  <a:cubicBezTo>
                    <a:pt x="1655" y="4132"/>
                    <a:pt x="1801" y="3941"/>
                    <a:pt x="1962" y="3693"/>
                  </a:cubicBezTo>
                  <a:cubicBezTo>
                    <a:pt x="2124" y="3458"/>
                    <a:pt x="2285" y="3136"/>
                    <a:pt x="2402" y="2770"/>
                  </a:cubicBezTo>
                  <a:cubicBezTo>
                    <a:pt x="2519" y="2375"/>
                    <a:pt x="2563" y="1936"/>
                    <a:pt x="2475" y="1497"/>
                  </a:cubicBezTo>
                  <a:cubicBezTo>
                    <a:pt x="2372" y="1057"/>
                    <a:pt x="2182" y="662"/>
                    <a:pt x="1860" y="399"/>
                  </a:cubicBezTo>
                  <a:cubicBezTo>
                    <a:pt x="1553" y="150"/>
                    <a:pt x="1201" y="18"/>
                    <a:pt x="908" y="3"/>
                  </a:cubicBezTo>
                  <a:cubicBezTo>
                    <a:pt x="869" y="2"/>
                    <a:pt x="830" y="1"/>
                    <a:pt x="793"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6" name="Google Shape;1356;p49"/>
            <p:cNvSpPr/>
            <p:nvPr/>
          </p:nvSpPr>
          <p:spPr>
            <a:xfrm flipH="1">
              <a:off x="7715520" y="2323440"/>
              <a:ext cx="72000" cy="23400"/>
            </a:xfrm>
            <a:custGeom>
              <a:avLst/>
              <a:gdLst>
                <a:gd name="textAreaLeft" fmla="*/ 360 w 72000"/>
                <a:gd name="textAreaRight" fmla="*/ 72720 w 72000"/>
                <a:gd name="textAreaTop" fmla="*/ 0 h 23400"/>
                <a:gd name="textAreaBottom" fmla="*/ 23760 h 23400"/>
              </a:gdLst>
              <a:ahLst/>
              <a:cxnLst/>
              <a:rect l="textAreaLeft" t="textAreaTop" r="textAreaRight" b="textAreaBottom"/>
              <a:pathLst>
                <a:path w="997" h="325">
                  <a:moveTo>
                    <a:pt x="975" y="0"/>
                  </a:moveTo>
                  <a:cubicBezTo>
                    <a:pt x="906" y="0"/>
                    <a:pt x="700" y="42"/>
                    <a:pt x="484" y="105"/>
                  </a:cubicBezTo>
                  <a:cubicBezTo>
                    <a:pt x="295" y="159"/>
                    <a:pt x="156" y="226"/>
                    <a:pt x="67" y="270"/>
                  </a:cubicBezTo>
                  <a:lnTo>
                    <a:pt x="67" y="270"/>
                  </a:lnTo>
                  <a:cubicBezTo>
                    <a:pt x="54" y="233"/>
                    <a:pt x="40" y="222"/>
                    <a:pt x="15" y="222"/>
                  </a:cubicBezTo>
                  <a:cubicBezTo>
                    <a:pt x="1" y="222"/>
                    <a:pt x="1" y="252"/>
                    <a:pt x="15" y="310"/>
                  </a:cubicBezTo>
                  <a:lnTo>
                    <a:pt x="15" y="325"/>
                  </a:lnTo>
                  <a:lnTo>
                    <a:pt x="59" y="325"/>
                  </a:lnTo>
                  <a:cubicBezTo>
                    <a:pt x="147" y="325"/>
                    <a:pt x="308" y="281"/>
                    <a:pt x="498" y="222"/>
                  </a:cubicBezTo>
                  <a:cubicBezTo>
                    <a:pt x="777" y="135"/>
                    <a:pt x="996" y="18"/>
                    <a:pt x="996" y="3"/>
                  </a:cubicBezTo>
                  <a:cubicBezTo>
                    <a:pt x="992" y="1"/>
                    <a:pt x="985" y="0"/>
                    <a:pt x="975"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7" name="Google Shape;1357;p49"/>
            <p:cNvSpPr/>
            <p:nvPr/>
          </p:nvSpPr>
          <p:spPr>
            <a:xfrm flipH="1">
              <a:off x="7709760" y="2336400"/>
              <a:ext cx="70920" cy="53280"/>
            </a:xfrm>
            <a:custGeom>
              <a:avLst/>
              <a:gdLst>
                <a:gd name="textAreaLeft" fmla="*/ -360 w 70920"/>
                <a:gd name="textAreaRight" fmla="*/ 70920 w 70920"/>
                <a:gd name="textAreaTop" fmla="*/ 0 h 53280"/>
                <a:gd name="textAreaBottom" fmla="*/ 53640 h 53280"/>
              </a:gdLst>
              <a:ahLst/>
              <a:cxnLst/>
              <a:rect l="textAreaLeft" t="textAreaTop" r="textAreaRight" b="textAreaBottom"/>
              <a:pathLst>
                <a:path w="982" h="738">
                  <a:moveTo>
                    <a:pt x="949" y="1"/>
                  </a:moveTo>
                  <a:cubicBezTo>
                    <a:pt x="917" y="1"/>
                    <a:pt x="706" y="143"/>
                    <a:pt x="469" y="338"/>
                  </a:cubicBezTo>
                  <a:cubicBezTo>
                    <a:pt x="205" y="543"/>
                    <a:pt x="0" y="719"/>
                    <a:pt x="30" y="734"/>
                  </a:cubicBezTo>
                  <a:cubicBezTo>
                    <a:pt x="31" y="736"/>
                    <a:pt x="34" y="737"/>
                    <a:pt x="38" y="737"/>
                  </a:cubicBezTo>
                  <a:cubicBezTo>
                    <a:pt x="82" y="737"/>
                    <a:pt x="285" y="599"/>
                    <a:pt x="513" y="411"/>
                  </a:cubicBezTo>
                  <a:cubicBezTo>
                    <a:pt x="776" y="207"/>
                    <a:pt x="981" y="31"/>
                    <a:pt x="952" y="2"/>
                  </a:cubicBezTo>
                  <a:cubicBezTo>
                    <a:pt x="951" y="1"/>
                    <a:pt x="950" y="1"/>
                    <a:pt x="949"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8" name="Google Shape;1358;p49"/>
            <p:cNvSpPr/>
            <p:nvPr/>
          </p:nvSpPr>
          <p:spPr>
            <a:xfrm flipH="1">
              <a:off x="7299000" y="2436120"/>
              <a:ext cx="244080" cy="114840"/>
            </a:xfrm>
            <a:custGeom>
              <a:avLst/>
              <a:gdLst>
                <a:gd name="textAreaLeft" fmla="*/ 360 w 244080"/>
                <a:gd name="textAreaRight" fmla="*/ 244800 w 244080"/>
                <a:gd name="textAreaTop" fmla="*/ 0 h 114840"/>
                <a:gd name="textAreaBottom" fmla="*/ 115200 h 114840"/>
              </a:gdLst>
              <a:ahLst/>
              <a:cxnLst/>
              <a:rect l="textAreaLeft" t="textAreaTop" r="textAreaRight" b="textAreaBottom"/>
              <a:pathLst>
                <a:path w="3368" h="1586">
                  <a:moveTo>
                    <a:pt x="5" y="1"/>
                  </a:moveTo>
                  <a:cubicBezTo>
                    <a:pt x="2" y="1"/>
                    <a:pt x="1" y="1"/>
                    <a:pt x="1" y="3"/>
                  </a:cubicBezTo>
                  <a:cubicBezTo>
                    <a:pt x="1" y="3"/>
                    <a:pt x="191" y="120"/>
                    <a:pt x="484" y="266"/>
                  </a:cubicBezTo>
                  <a:cubicBezTo>
                    <a:pt x="762" y="413"/>
                    <a:pt x="1187" y="603"/>
                    <a:pt x="1655" y="822"/>
                  </a:cubicBezTo>
                  <a:cubicBezTo>
                    <a:pt x="2109" y="1042"/>
                    <a:pt x="2533" y="1247"/>
                    <a:pt x="2841" y="1379"/>
                  </a:cubicBezTo>
                  <a:cubicBezTo>
                    <a:pt x="3122" y="1513"/>
                    <a:pt x="3318" y="1586"/>
                    <a:pt x="3349" y="1586"/>
                  </a:cubicBezTo>
                  <a:cubicBezTo>
                    <a:pt x="3352" y="1586"/>
                    <a:pt x="3353" y="1585"/>
                    <a:pt x="3353" y="1584"/>
                  </a:cubicBezTo>
                  <a:cubicBezTo>
                    <a:pt x="3368" y="1554"/>
                    <a:pt x="3192" y="1467"/>
                    <a:pt x="2870" y="1320"/>
                  </a:cubicBezTo>
                  <a:cubicBezTo>
                    <a:pt x="2577" y="1174"/>
                    <a:pt x="2167" y="969"/>
                    <a:pt x="1699" y="749"/>
                  </a:cubicBezTo>
                  <a:cubicBezTo>
                    <a:pt x="1245" y="530"/>
                    <a:pt x="821" y="339"/>
                    <a:pt x="513" y="208"/>
                  </a:cubicBezTo>
                  <a:cubicBezTo>
                    <a:pt x="231" y="74"/>
                    <a:pt x="36" y="1"/>
                    <a:pt x="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39" name="Google Shape;1359;p49"/>
          <p:cNvGrpSpPr/>
          <p:nvPr/>
        </p:nvGrpSpPr>
        <p:grpSpPr>
          <a:xfrm>
            <a:off x="8025840" y="3135240"/>
            <a:ext cx="727200" cy="1710720"/>
            <a:chOff x="8025840" y="3135240"/>
            <a:chExt cx="727200" cy="1710720"/>
          </a:xfrm>
        </p:grpSpPr>
        <p:sp>
          <p:nvSpPr>
            <p:cNvPr id="840" name="Google Shape;1360;p49"/>
            <p:cNvSpPr/>
            <p:nvPr/>
          </p:nvSpPr>
          <p:spPr>
            <a:xfrm>
              <a:off x="8187840" y="4497480"/>
              <a:ext cx="327600" cy="348480"/>
            </a:xfrm>
            <a:custGeom>
              <a:avLst/>
              <a:gdLst>
                <a:gd name="textAreaLeft" fmla="*/ 0 w 327600"/>
                <a:gd name="textAreaRight" fmla="*/ 327960 w 327600"/>
                <a:gd name="textAreaTop" fmla="*/ 0 h 348480"/>
                <a:gd name="textAreaBottom" fmla="*/ 348840 h 348480"/>
              </a:gdLst>
              <a:ahLst/>
              <a:cxnLst/>
              <a:rect l="textAreaLeft" t="textAreaTop" r="textAreaRight" b="textAreaBottom"/>
              <a:pathLst>
                <a:path w="5578" h="5930">
                  <a:moveTo>
                    <a:pt x="0" y="1"/>
                  </a:moveTo>
                  <a:lnTo>
                    <a:pt x="542" y="5930"/>
                  </a:lnTo>
                  <a:lnTo>
                    <a:pt x="4831" y="5930"/>
                  </a:lnTo>
                  <a:lnTo>
                    <a:pt x="5578"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1" name="Google Shape;1361;p49"/>
            <p:cNvSpPr/>
            <p:nvPr/>
          </p:nvSpPr>
          <p:spPr>
            <a:xfrm>
              <a:off x="8025840" y="3135240"/>
              <a:ext cx="727200" cy="1361880"/>
            </a:xfrm>
            <a:custGeom>
              <a:avLst/>
              <a:gdLst>
                <a:gd name="textAreaLeft" fmla="*/ 0 w 727200"/>
                <a:gd name="textAreaRight" fmla="*/ 727560 w 727200"/>
                <a:gd name="textAreaTop" fmla="*/ 0 h 1361880"/>
                <a:gd name="textAreaBottom" fmla="*/ 1362240 h 1361880"/>
              </a:gdLst>
              <a:ahLst/>
              <a:cxnLst/>
              <a:rect l="textAreaLeft" t="textAreaTop" r="textAreaRight" b="textAreaBottom"/>
              <a:pathLst>
                <a:path w="12372" h="23164">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2" name="Google Shape;1362;p49"/>
            <p:cNvSpPr/>
            <p:nvPr/>
          </p:nvSpPr>
          <p:spPr>
            <a:xfrm>
              <a:off x="8187840" y="4497480"/>
              <a:ext cx="221040" cy="348480"/>
            </a:xfrm>
            <a:custGeom>
              <a:avLst/>
              <a:gdLst>
                <a:gd name="textAreaLeft" fmla="*/ 0 w 221040"/>
                <a:gd name="textAreaRight" fmla="*/ 221400 w 221040"/>
                <a:gd name="textAreaTop" fmla="*/ 0 h 348480"/>
                <a:gd name="textAreaBottom" fmla="*/ 348840 h 348480"/>
              </a:gdLst>
              <a:ahLst/>
              <a:cxnLst/>
              <a:rect l="textAreaLeft" t="textAreaTop" r="textAreaRight" b="textAreaBottom"/>
              <a:pathLst>
                <a:path w="3763" h="5930">
                  <a:moveTo>
                    <a:pt x="0" y="1"/>
                  </a:moveTo>
                  <a:lnTo>
                    <a:pt x="542" y="5930"/>
                  </a:lnTo>
                  <a:lnTo>
                    <a:pt x="3763" y="5930"/>
                  </a:lnTo>
                  <a:lnTo>
                    <a:pt x="513" y="1"/>
                  </a:lnTo>
                  <a:close/>
                </a:path>
              </a:pathLst>
            </a:custGeom>
            <a:solidFill>
              <a:srgbClr val="BA6136">
                <a:alpha val="65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 name="PlaceHolder 1"/>
          <p:cNvSpPr>
            <a:spLocks noGrp="1"/>
          </p:cNvSpPr>
          <p:nvPr>
            <p:ph type="title"/>
          </p:nvPr>
        </p:nvSpPr>
        <p:spPr>
          <a:xfrm>
            <a:off x="4581360" y="533520"/>
            <a:ext cx="3552480" cy="1920600"/>
          </a:xfrm>
          <a:prstGeom prst="rect">
            <a:avLst/>
          </a:prstGeom>
          <a:noFill/>
          <a:ln w="0">
            <a:noFill/>
          </a:ln>
        </p:spPr>
        <p:txBody>
          <a:bodyPr lIns="91440" tIns="91440" rIns="91440" bIns="91440" anchor="t">
            <a:spAutoFit/>
          </a:bodyPr>
          <a:lstStyle/>
          <a:p>
            <a:pPr indent="0" algn="ctr">
              <a:lnSpc>
                <a:spcPct val="100000"/>
              </a:lnSpc>
              <a:buNone/>
              <a:tabLst>
                <a:tab pos="0" algn="l"/>
              </a:tabLst>
            </a:pPr>
            <a:r>
              <a:rPr lang="en" sz="5700" b="0" u="none" strike="noStrike">
                <a:solidFill>
                  <a:schemeClr val="dk1"/>
                </a:solidFill>
                <a:effectLst/>
                <a:uFillTx/>
                <a:latin typeface="Archivo Black"/>
                <a:ea typeface="Archivo Black"/>
              </a:rPr>
              <a:t>Thanks!</a:t>
            </a:r>
            <a:endParaRPr lang="fr-FR" sz="5700" b="0" u="none" strike="noStrike">
              <a:solidFill>
                <a:schemeClr val="dk1"/>
              </a:solidFill>
              <a:effectLst/>
              <a:uFillTx/>
              <a:latin typeface="Arial"/>
            </a:endParaRPr>
          </a:p>
        </p:txBody>
      </p:sp>
      <p:grpSp>
        <p:nvGrpSpPr>
          <p:cNvPr id="870" name="Google Shape;1836;p58"/>
          <p:cNvGrpSpPr/>
          <p:nvPr/>
        </p:nvGrpSpPr>
        <p:grpSpPr>
          <a:xfrm>
            <a:off x="803160" y="907920"/>
            <a:ext cx="2313360" cy="3679200"/>
            <a:chOff x="803160" y="907920"/>
            <a:chExt cx="2313360" cy="3679200"/>
          </a:xfrm>
        </p:grpSpPr>
        <p:sp>
          <p:nvSpPr>
            <p:cNvPr id="871" name="Google Shape;1837;p58"/>
            <p:cNvSpPr/>
            <p:nvPr/>
          </p:nvSpPr>
          <p:spPr>
            <a:xfrm>
              <a:off x="1221840" y="4453200"/>
              <a:ext cx="436320" cy="133920"/>
            </a:xfrm>
            <a:custGeom>
              <a:avLst/>
              <a:gdLst>
                <a:gd name="textAreaLeft" fmla="*/ 0 w 436320"/>
                <a:gd name="textAreaRight" fmla="*/ 436680 w 436320"/>
                <a:gd name="textAreaTop" fmla="*/ 0 h 133920"/>
                <a:gd name="textAreaBottom" fmla="*/ 134280 h 133920"/>
              </a:gdLst>
              <a:ahLst/>
              <a:cxnLst/>
              <a:rect l="textAreaLeft" t="textAreaTop" r="textAreaRight" b="textAreaBottom"/>
              <a:pathLst>
                <a:path w="5344" h="1641">
                  <a:moveTo>
                    <a:pt x="293" y="0"/>
                  </a:moveTo>
                  <a:lnTo>
                    <a:pt x="0" y="1640"/>
                  </a:lnTo>
                  <a:lnTo>
                    <a:pt x="4656" y="1640"/>
                  </a:lnTo>
                  <a:cubicBezTo>
                    <a:pt x="5344" y="1640"/>
                    <a:pt x="4099" y="1025"/>
                    <a:pt x="4099" y="1025"/>
                  </a:cubicBezTo>
                  <a:lnTo>
                    <a:pt x="4319"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2" name="Google Shape;1838;p58"/>
            <p:cNvSpPr/>
            <p:nvPr/>
          </p:nvSpPr>
          <p:spPr>
            <a:xfrm>
              <a:off x="1672920" y="4453200"/>
              <a:ext cx="436320" cy="133920"/>
            </a:xfrm>
            <a:custGeom>
              <a:avLst/>
              <a:gdLst>
                <a:gd name="textAreaLeft" fmla="*/ 0 w 436320"/>
                <a:gd name="textAreaRight" fmla="*/ 436680 w 436320"/>
                <a:gd name="textAreaTop" fmla="*/ 0 h 133920"/>
                <a:gd name="textAreaBottom" fmla="*/ 134280 h 133920"/>
              </a:gdLst>
              <a:ahLst/>
              <a:cxnLst/>
              <a:rect l="textAreaLeft" t="textAreaTop" r="textAreaRight" b="textAreaBottom"/>
              <a:pathLst>
                <a:path w="5344" h="1641">
                  <a:moveTo>
                    <a:pt x="293" y="0"/>
                  </a:moveTo>
                  <a:lnTo>
                    <a:pt x="0" y="1640"/>
                  </a:lnTo>
                  <a:lnTo>
                    <a:pt x="4641" y="1640"/>
                  </a:lnTo>
                  <a:cubicBezTo>
                    <a:pt x="5344" y="1640"/>
                    <a:pt x="4099" y="1025"/>
                    <a:pt x="4099" y="1025"/>
                  </a:cubicBezTo>
                  <a:lnTo>
                    <a:pt x="4319"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3" name="Google Shape;1839;p58"/>
            <p:cNvSpPr/>
            <p:nvPr/>
          </p:nvSpPr>
          <p:spPr>
            <a:xfrm>
              <a:off x="1190520" y="2223000"/>
              <a:ext cx="1082160" cy="2289600"/>
            </a:xfrm>
            <a:custGeom>
              <a:avLst/>
              <a:gdLst>
                <a:gd name="textAreaLeft" fmla="*/ 0 w 1082160"/>
                <a:gd name="textAreaRight" fmla="*/ 1082520 w 1082160"/>
                <a:gd name="textAreaTop" fmla="*/ 0 h 2289600"/>
                <a:gd name="textAreaBottom" fmla="*/ 2289960 h 2289600"/>
              </a:gdLst>
              <a:ahLst/>
              <a:cxnLst/>
              <a:rect l="textAreaLeft" t="textAreaTop" r="textAreaRight" b="textAreaBottom"/>
              <a:pathLst>
                <a:path w="13250" h="28021">
                  <a:moveTo>
                    <a:pt x="13249" y="0"/>
                  </a:moveTo>
                  <a:lnTo>
                    <a:pt x="4876" y="937"/>
                  </a:lnTo>
                  <a:lnTo>
                    <a:pt x="1" y="28020"/>
                  </a:lnTo>
                  <a:lnTo>
                    <a:pt x="4993" y="28020"/>
                  </a:lnTo>
                  <a:lnTo>
                    <a:pt x="9165" y="3895"/>
                  </a:lnTo>
                  <a:lnTo>
                    <a:pt x="5769" y="28020"/>
                  </a:lnTo>
                  <a:lnTo>
                    <a:pt x="10439" y="28020"/>
                  </a:lnTo>
                  <a:lnTo>
                    <a:pt x="1324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4" name="Google Shape;1840;p58"/>
            <p:cNvSpPr/>
            <p:nvPr/>
          </p:nvSpPr>
          <p:spPr>
            <a:xfrm>
              <a:off x="2851200" y="1889280"/>
              <a:ext cx="265320" cy="333360"/>
            </a:xfrm>
            <a:custGeom>
              <a:avLst/>
              <a:gdLst>
                <a:gd name="textAreaLeft" fmla="*/ 0 w 265320"/>
                <a:gd name="textAreaRight" fmla="*/ 265680 w 265320"/>
                <a:gd name="textAreaTop" fmla="*/ 0 h 333360"/>
                <a:gd name="textAreaBottom" fmla="*/ 333720 h 333360"/>
              </a:gdLst>
              <a:ahLst/>
              <a:cxnLst/>
              <a:rect l="textAreaLeft" t="textAreaTop" r="textAreaRight" b="textAreaBottom"/>
              <a:pathLst>
                <a:path w="3251" h="4082">
                  <a:moveTo>
                    <a:pt x="1209" y="0"/>
                  </a:moveTo>
                  <a:cubicBezTo>
                    <a:pt x="1040" y="0"/>
                    <a:pt x="0" y="1538"/>
                    <a:pt x="0" y="1538"/>
                  </a:cubicBezTo>
                  <a:cubicBezTo>
                    <a:pt x="0" y="1538"/>
                    <a:pt x="572" y="4082"/>
                    <a:pt x="1059" y="4082"/>
                  </a:cubicBezTo>
                  <a:cubicBezTo>
                    <a:pt x="1077" y="4082"/>
                    <a:pt x="1095" y="4078"/>
                    <a:pt x="1113" y="4071"/>
                  </a:cubicBezTo>
                  <a:cubicBezTo>
                    <a:pt x="1113" y="4071"/>
                    <a:pt x="2899" y="3002"/>
                    <a:pt x="3001" y="2783"/>
                  </a:cubicBezTo>
                  <a:cubicBezTo>
                    <a:pt x="3036" y="2709"/>
                    <a:pt x="2953" y="2685"/>
                    <a:pt x="2827" y="2685"/>
                  </a:cubicBezTo>
                  <a:cubicBezTo>
                    <a:pt x="2575" y="2685"/>
                    <a:pt x="2152" y="2783"/>
                    <a:pt x="2152" y="2783"/>
                  </a:cubicBezTo>
                  <a:cubicBezTo>
                    <a:pt x="2152" y="2783"/>
                    <a:pt x="3089" y="2460"/>
                    <a:pt x="3177" y="2241"/>
                  </a:cubicBezTo>
                  <a:cubicBezTo>
                    <a:pt x="3206" y="2168"/>
                    <a:pt x="3075" y="2143"/>
                    <a:pt x="2886" y="2143"/>
                  </a:cubicBezTo>
                  <a:cubicBezTo>
                    <a:pt x="2508" y="2143"/>
                    <a:pt x="1903" y="2241"/>
                    <a:pt x="1903" y="2241"/>
                  </a:cubicBezTo>
                  <a:cubicBezTo>
                    <a:pt x="1903" y="2241"/>
                    <a:pt x="3250" y="1948"/>
                    <a:pt x="3192" y="1655"/>
                  </a:cubicBezTo>
                  <a:cubicBezTo>
                    <a:pt x="3164" y="1543"/>
                    <a:pt x="2925" y="1508"/>
                    <a:pt x="2643" y="1508"/>
                  </a:cubicBezTo>
                  <a:cubicBezTo>
                    <a:pt x="2191" y="1508"/>
                    <a:pt x="1625" y="1597"/>
                    <a:pt x="1625" y="1597"/>
                  </a:cubicBezTo>
                  <a:cubicBezTo>
                    <a:pt x="1625" y="1597"/>
                    <a:pt x="3162" y="1231"/>
                    <a:pt x="3148" y="894"/>
                  </a:cubicBezTo>
                  <a:cubicBezTo>
                    <a:pt x="3141" y="815"/>
                    <a:pt x="3014" y="786"/>
                    <a:pt x="2828" y="786"/>
                  </a:cubicBezTo>
                  <a:cubicBezTo>
                    <a:pt x="2252" y="786"/>
                    <a:pt x="1098" y="1070"/>
                    <a:pt x="1098" y="1070"/>
                  </a:cubicBezTo>
                  <a:cubicBezTo>
                    <a:pt x="1464" y="572"/>
                    <a:pt x="1362" y="60"/>
                    <a:pt x="1215" y="1"/>
                  </a:cubicBezTo>
                  <a:cubicBezTo>
                    <a:pt x="1213" y="0"/>
                    <a:pt x="1211" y="0"/>
                    <a:pt x="1209" y="0"/>
                  </a:cubicBezTo>
                  <a:close/>
                </a:path>
              </a:pathLst>
            </a:custGeom>
            <a:solidFill>
              <a:srgbClr val="FFB18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5" name="Google Shape;1841;p58"/>
            <p:cNvSpPr/>
            <p:nvPr/>
          </p:nvSpPr>
          <p:spPr>
            <a:xfrm>
              <a:off x="1471680" y="1420920"/>
              <a:ext cx="1470960" cy="1016280"/>
            </a:xfrm>
            <a:custGeom>
              <a:avLst/>
              <a:gdLst>
                <a:gd name="textAreaLeft" fmla="*/ 0 w 1470960"/>
                <a:gd name="textAreaRight" fmla="*/ 1471320 w 1470960"/>
                <a:gd name="textAreaTop" fmla="*/ 0 h 1016280"/>
                <a:gd name="textAreaBottom" fmla="*/ 1016640 h 1016280"/>
              </a:gdLst>
              <a:ahLst/>
              <a:cxnLst/>
              <a:rect l="textAreaLeft" t="textAreaTop" r="textAreaRight" b="textAreaBottom"/>
              <a:pathLst>
                <a:path w="18008" h="12440">
                  <a:moveTo>
                    <a:pt x="5946" y="0"/>
                  </a:moveTo>
                  <a:cubicBezTo>
                    <a:pt x="4444" y="0"/>
                    <a:pt x="2514" y="105"/>
                    <a:pt x="1948" y="534"/>
                  </a:cubicBezTo>
                  <a:cubicBezTo>
                    <a:pt x="1948" y="534"/>
                    <a:pt x="1084" y="739"/>
                    <a:pt x="528" y="2876"/>
                  </a:cubicBezTo>
                  <a:cubicBezTo>
                    <a:pt x="1" y="4926"/>
                    <a:pt x="2504" y="7092"/>
                    <a:pt x="2504" y="7092"/>
                  </a:cubicBezTo>
                  <a:lnTo>
                    <a:pt x="967" y="10913"/>
                  </a:lnTo>
                  <a:cubicBezTo>
                    <a:pt x="967" y="10913"/>
                    <a:pt x="3135" y="12440"/>
                    <a:pt x="6103" y="12440"/>
                  </a:cubicBezTo>
                  <a:cubicBezTo>
                    <a:pt x="7246" y="12440"/>
                    <a:pt x="8507" y="12214"/>
                    <a:pt x="9809" y="11587"/>
                  </a:cubicBezTo>
                  <a:cubicBezTo>
                    <a:pt x="10282" y="11823"/>
                    <a:pt x="10797" y="11907"/>
                    <a:pt x="11290" y="11907"/>
                  </a:cubicBezTo>
                  <a:cubicBezTo>
                    <a:pt x="12172" y="11907"/>
                    <a:pt x="12987" y="11640"/>
                    <a:pt x="13381" y="11499"/>
                  </a:cubicBezTo>
                  <a:cubicBezTo>
                    <a:pt x="14304" y="11162"/>
                    <a:pt x="18008" y="9830"/>
                    <a:pt x="18008" y="9830"/>
                  </a:cubicBezTo>
                  <a:lnTo>
                    <a:pt x="16880" y="7268"/>
                  </a:lnTo>
                  <a:cubicBezTo>
                    <a:pt x="16880" y="7268"/>
                    <a:pt x="14274" y="8293"/>
                    <a:pt x="12049" y="8630"/>
                  </a:cubicBezTo>
                  <a:cubicBezTo>
                    <a:pt x="12029" y="8633"/>
                    <a:pt x="12009" y="8634"/>
                    <a:pt x="11989" y="8634"/>
                  </a:cubicBezTo>
                  <a:cubicBezTo>
                    <a:pt x="11091" y="8634"/>
                    <a:pt x="10950" y="5398"/>
                    <a:pt x="10878" y="3535"/>
                  </a:cubicBezTo>
                  <a:cubicBezTo>
                    <a:pt x="10805" y="1881"/>
                    <a:pt x="9634" y="432"/>
                    <a:pt x="7994" y="95"/>
                  </a:cubicBezTo>
                  <a:cubicBezTo>
                    <a:pt x="7921" y="80"/>
                    <a:pt x="7848" y="80"/>
                    <a:pt x="7804" y="66"/>
                  </a:cubicBezTo>
                  <a:cubicBezTo>
                    <a:pt x="7600" y="38"/>
                    <a:pt x="6851" y="0"/>
                    <a:pt x="5946"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6" name="Google Shape;1842;p58"/>
            <p:cNvSpPr/>
            <p:nvPr/>
          </p:nvSpPr>
          <p:spPr>
            <a:xfrm>
              <a:off x="2211120" y="1634400"/>
              <a:ext cx="48600" cy="738000"/>
            </a:xfrm>
            <a:custGeom>
              <a:avLst/>
              <a:gdLst>
                <a:gd name="textAreaLeft" fmla="*/ 0 w 48600"/>
                <a:gd name="textAreaRight" fmla="*/ 48960 w 48600"/>
                <a:gd name="textAreaTop" fmla="*/ 0 h 738000"/>
                <a:gd name="textAreaBottom" fmla="*/ 738360 h 738000"/>
              </a:gdLst>
              <a:ahLst/>
              <a:cxnLst/>
              <a:rect l="textAreaLeft" t="textAreaTop" r="textAreaRight" b="textAreaBottom"/>
              <a:pathLst>
                <a:path w="601" h="9034">
                  <a:moveTo>
                    <a:pt x="15" y="1"/>
                  </a:moveTo>
                  <a:lnTo>
                    <a:pt x="15" y="1"/>
                  </a:lnTo>
                  <a:cubicBezTo>
                    <a:pt x="0" y="15"/>
                    <a:pt x="29" y="513"/>
                    <a:pt x="88" y="1333"/>
                  </a:cubicBezTo>
                  <a:cubicBezTo>
                    <a:pt x="161" y="2138"/>
                    <a:pt x="234" y="3265"/>
                    <a:pt x="308" y="4510"/>
                  </a:cubicBezTo>
                  <a:cubicBezTo>
                    <a:pt x="366" y="5754"/>
                    <a:pt x="439" y="6896"/>
                    <a:pt x="469" y="7716"/>
                  </a:cubicBezTo>
                  <a:cubicBezTo>
                    <a:pt x="483" y="8126"/>
                    <a:pt x="513" y="8462"/>
                    <a:pt x="527" y="8682"/>
                  </a:cubicBezTo>
                  <a:cubicBezTo>
                    <a:pt x="542" y="8902"/>
                    <a:pt x="556" y="9033"/>
                    <a:pt x="586" y="9033"/>
                  </a:cubicBezTo>
                  <a:cubicBezTo>
                    <a:pt x="586" y="9033"/>
                    <a:pt x="600" y="8931"/>
                    <a:pt x="600" y="8682"/>
                  </a:cubicBezTo>
                  <a:lnTo>
                    <a:pt x="600" y="7716"/>
                  </a:lnTo>
                  <a:cubicBezTo>
                    <a:pt x="600" y="6896"/>
                    <a:pt x="556" y="5754"/>
                    <a:pt x="483" y="4510"/>
                  </a:cubicBezTo>
                  <a:cubicBezTo>
                    <a:pt x="410" y="3251"/>
                    <a:pt x="308" y="2138"/>
                    <a:pt x="220" y="1318"/>
                  </a:cubicBezTo>
                  <a:cubicBezTo>
                    <a:pt x="161" y="894"/>
                    <a:pt x="117" y="557"/>
                    <a:pt x="88" y="338"/>
                  </a:cubicBezTo>
                  <a:cubicBezTo>
                    <a:pt x="44" y="118"/>
                    <a:pt x="29" y="1"/>
                    <a:pt x="15"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7" name="Google Shape;1843;p58"/>
            <p:cNvSpPr/>
            <p:nvPr/>
          </p:nvSpPr>
          <p:spPr>
            <a:xfrm>
              <a:off x="2726640" y="2056680"/>
              <a:ext cx="78480" cy="213840"/>
            </a:xfrm>
            <a:custGeom>
              <a:avLst/>
              <a:gdLst>
                <a:gd name="textAreaLeft" fmla="*/ 0 w 78480"/>
                <a:gd name="textAreaRight" fmla="*/ 78840 w 78480"/>
                <a:gd name="textAreaTop" fmla="*/ 0 h 213840"/>
                <a:gd name="textAreaBottom" fmla="*/ 214200 h 213840"/>
              </a:gdLst>
              <a:ahLst/>
              <a:cxnLst/>
              <a:rect l="textAreaLeft" t="textAreaTop" r="textAreaRight" b="textAreaBottom"/>
              <a:pathLst>
                <a:path w="967" h="2622">
                  <a:moveTo>
                    <a:pt x="32" y="0"/>
                  </a:moveTo>
                  <a:cubicBezTo>
                    <a:pt x="31" y="0"/>
                    <a:pt x="31" y="0"/>
                    <a:pt x="30" y="1"/>
                  </a:cubicBezTo>
                  <a:cubicBezTo>
                    <a:pt x="1" y="1"/>
                    <a:pt x="162" y="615"/>
                    <a:pt x="396" y="1347"/>
                  </a:cubicBezTo>
                  <a:cubicBezTo>
                    <a:pt x="627" y="2041"/>
                    <a:pt x="873" y="2621"/>
                    <a:pt x="921" y="2621"/>
                  </a:cubicBezTo>
                  <a:cubicBezTo>
                    <a:pt x="922" y="2621"/>
                    <a:pt x="923" y="2621"/>
                    <a:pt x="923" y="2621"/>
                  </a:cubicBezTo>
                  <a:cubicBezTo>
                    <a:pt x="967" y="2606"/>
                    <a:pt x="821" y="2006"/>
                    <a:pt x="557" y="1289"/>
                  </a:cubicBezTo>
                  <a:cubicBezTo>
                    <a:pt x="326" y="580"/>
                    <a:pt x="94" y="0"/>
                    <a:pt x="32"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8" name="Google Shape;1844;p58"/>
            <p:cNvSpPr/>
            <p:nvPr/>
          </p:nvSpPr>
          <p:spPr>
            <a:xfrm>
              <a:off x="2834280" y="2187000"/>
              <a:ext cx="42840" cy="34200"/>
            </a:xfrm>
            <a:custGeom>
              <a:avLst/>
              <a:gdLst>
                <a:gd name="textAreaLeft" fmla="*/ 0 w 42840"/>
                <a:gd name="textAreaRight" fmla="*/ 43200 w 42840"/>
                <a:gd name="textAreaTop" fmla="*/ 0 h 34200"/>
                <a:gd name="textAreaBottom" fmla="*/ 34560 h 34200"/>
              </a:gdLst>
              <a:ahLst/>
              <a:cxnLst/>
              <a:rect l="textAreaLeft" t="textAreaTop" r="textAreaRight" b="textAreaBottom"/>
              <a:pathLst>
                <a:path w="528" h="422">
                  <a:moveTo>
                    <a:pt x="303" y="128"/>
                  </a:moveTo>
                  <a:cubicBezTo>
                    <a:pt x="310" y="128"/>
                    <a:pt x="317" y="129"/>
                    <a:pt x="322" y="132"/>
                  </a:cubicBezTo>
                  <a:cubicBezTo>
                    <a:pt x="352" y="147"/>
                    <a:pt x="366" y="220"/>
                    <a:pt x="293" y="234"/>
                  </a:cubicBezTo>
                  <a:cubicBezTo>
                    <a:pt x="249" y="234"/>
                    <a:pt x="220" y="234"/>
                    <a:pt x="176" y="220"/>
                  </a:cubicBezTo>
                  <a:lnTo>
                    <a:pt x="147" y="191"/>
                  </a:lnTo>
                  <a:cubicBezTo>
                    <a:pt x="158" y="158"/>
                    <a:pt x="185" y="141"/>
                    <a:pt x="211" y="141"/>
                  </a:cubicBezTo>
                  <a:cubicBezTo>
                    <a:pt x="215" y="141"/>
                    <a:pt x="218" y="142"/>
                    <a:pt x="222" y="142"/>
                  </a:cubicBezTo>
                  <a:lnTo>
                    <a:pt x="222" y="142"/>
                  </a:lnTo>
                  <a:cubicBezTo>
                    <a:pt x="226" y="145"/>
                    <a:pt x="230" y="147"/>
                    <a:pt x="235" y="147"/>
                  </a:cubicBezTo>
                  <a:cubicBezTo>
                    <a:pt x="246" y="147"/>
                    <a:pt x="277" y="128"/>
                    <a:pt x="303" y="128"/>
                  </a:cubicBezTo>
                  <a:close/>
                  <a:moveTo>
                    <a:pt x="352" y="0"/>
                  </a:moveTo>
                  <a:cubicBezTo>
                    <a:pt x="283" y="0"/>
                    <a:pt x="240" y="52"/>
                    <a:pt x="223" y="83"/>
                  </a:cubicBezTo>
                  <a:lnTo>
                    <a:pt x="223" y="83"/>
                  </a:lnTo>
                  <a:cubicBezTo>
                    <a:pt x="222" y="80"/>
                    <a:pt x="221" y="77"/>
                    <a:pt x="220" y="73"/>
                  </a:cubicBezTo>
                  <a:cubicBezTo>
                    <a:pt x="205" y="69"/>
                    <a:pt x="187" y="65"/>
                    <a:pt x="168" y="65"/>
                  </a:cubicBezTo>
                  <a:cubicBezTo>
                    <a:pt x="130" y="65"/>
                    <a:pt x="88" y="78"/>
                    <a:pt x="59" y="117"/>
                  </a:cubicBezTo>
                  <a:cubicBezTo>
                    <a:pt x="15" y="132"/>
                    <a:pt x="0" y="205"/>
                    <a:pt x="15" y="234"/>
                  </a:cubicBezTo>
                  <a:cubicBezTo>
                    <a:pt x="30" y="278"/>
                    <a:pt x="44" y="308"/>
                    <a:pt x="88" y="352"/>
                  </a:cubicBezTo>
                  <a:cubicBezTo>
                    <a:pt x="142" y="394"/>
                    <a:pt x="219" y="422"/>
                    <a:pt x="291" y="422"/>
                  </a:cubicBezTo>
                  <a:cubicBezTo>
                    <a:pt x="317" y="422"/>
                    <a:pt x="343" y="418"/>
                    <a:pt x="366" y="410"/>
                  </a:cubicBezTo>
                  <a:cubicBezTo>
                    <a:pt x="425" y="381"/>
                    <a:pt x="454" y="352"/>
                    <a:pt x="498" y="308"/>
                  </a:cubicBezTo>
                  <a:cubicBezTo>
                    <a:pt x="527" y="278"/>
                    <a:pt x="527" y="220"/>
                    <a:pt x="527" y="161"/>
                  </a:cubicBezTo>
                  <a:cubicBezTo>
                    <a:pt x="527" y="117"/>
                    <a:pt x="513" y="73"/>
                    <a:pt x="469" y="44"/>
                  </a:cubicBezTo>
                  <a:cubicBezTo>
                    <a:pt x="439" y="15"/>
                    <a:pt x="381" y="0"/>
                    <a:pt x="352"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9" name="Google Shape;1845;p58"/>
            <p:cNvSpPr/>
            <p:nvPr/>
          </p:nvSpPr>
          <p:spPr>
            <a:xfrm>
              <a:off x="1938240" y="1526760"/>
              <a:ext cx="41400" cy="927000"/>
            </a:xfrm>
            <a:custGeom>
              <a:avLst/>
              <a:gdLst>
                <a:gd name="textAreaLeft" fmla="*/ 0 w 41400"/>
                <a:gd name="textAreaRight" fmla="*/ 41760 w 41400"/>
                <a:gd name="textAreaTop" fmla="*/ 0 h 927000"/>
                <a:gd name="textAreaBottom" fmla="*/ 927360 h 927000"/>
              </a:gdLst>
              <a:ahLst/>
              <a:cxnLst/>
              <a:rect l="textAreaLeft" t="textAreaTop" r="textAreaRight" b="textAreaBottom"/>
              <a:pathLst>
                <a:path w="513" h="11347">
                  <a:moveTo>
                    <a:pt x="453" y="1"/>
                  </a:moveTo>
                  <a:cubicBezTo>
                    <a:pt x="409" y="1"/>
                    <a:pt x="278" y="2537"/>
                    <a:pt x="161" y="5667"/>
                  </a:cubicBezTo>
                  <a:cubicBezTo>
                    <a:pt x="59" y="8800"/>
                    <a:pt x="0" y="11347"/>
                    <a:pt x="59" y="11347"/>
                  </a:cubicBezTo>
                  <a:cubicBezTo>
                    <a:pt x="117" y="11347"/>
                    <a:pt x="235" y="8800"/>
                    <a:pt x="352" y="5667"/>
                  </a:cubicBezTo>
                  <a:cubicBezTo>
                    <a:pt x="454" y="2534"/>
                    <a:pt x="513" y="1"/>
                    <a:pt x="454" y="1"/>
                  </a:cubicBezTo>
                  <a:cubicBezTo>
                    <a:pt x="454" y="1"/>
                    <a:pt x="454" y="1"/>
                    <a:pt x="453" y="1"/>
                  </a:cubicBezTo>
                  <a:close/>
                </a:path>
              </a:pathLst>
            </a:custGeom>
            <a:solidFill>
              <a:srgbClr val="C69F9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0" name="Google Shape;1846;p58"/>
            <p:cNvSpPr/>
            <p:nvPr/>
          </p:nvSpPr>
          <p:spPr>
            <a:xfrm>
              <a:off x="1919160" y="907920"/>
              <a:ext cx="406440" cy="254880"/>
            </a:xfrm>
            <a:custGeom>
              <a:avLst/>
              <a:gdLst>
                <a:gd name="textAreaLeft" fmla="*/ 0 w 406440"/>
                <a:gd name="textAreaRight" fmla="*/ 406800 w 406440"/>
                <a:gd name="textAreaTop" fmla="*/ 0 h 254880"/>
                <a:gd name="textAreaBottom" fmla="*/ 255240 h 254880"/>
              </a:gdLst>
              <a:ahLst/>
              <a:cxnLst/>
              <a:rect l="textAreaLeft" t="textAreaTop" r="textAreaRight" b="textAreaBottom"/>
              <a:pathLst>
                <a:path w="4978" h="3122">
                  <a:moveTo>
                    <a:pt x="2376" y="0"/>
                  </a:moveTo>
                  <a:cubicBezTo>
                    <a:pt x="2360" y="0"/>
                    <a:pt x="2344" y="1"/>
                    <a:pt x="2328" y="3"/>
                  </a:cubicBezTo>
                  <a:cubicBezTo>
                    <a:pt x="2152" y="32"/>
                    <a:pt x="1991" y="105"/>
                    <a:pt x="1845" y="178"/>
                  </a:cubicBezTo>
                  <a:cubicBezTo>
                    <a:pt x="1347" y="427"/>
                    <a:pt x="878" y="735"/>
                    <a:pt x="527" y="1174"/>
                  </a:cubicBezTo>
                  <a:cubicBezTo>
                    <a:pt x="176" y="1598"/>
                    <a:pt x="0" y="2199"/>
                    <a:pt x="147" y="2740"/>
                  </a:cubicBezTo>
                  <a:lnTo>
                    <a:pt x="73" y="2784"/>
                  </a:lnTo>
                  <a:cubicBezTo>
                    <a:pt x="29" y="2901"/>
                    <a:pt x="103" y="3004"/>
                    <a:pt x="205" y="3062"/>
                  </a:cubicBezTo>
                  <a:cubicBezTo>
                    <a:pt x="293" y="3121"/>
                    <a:pt x="395" y="3121"/>
                    <a:pt x="512" y="3121"/>
                  </a:cubicBezTo>
                  <a:cubicBezTo>
                    <a:pt x="563" y="3122"/>
                    <a:pt x="613" y="3122"/>
                    <a:pt x="663" y="3122"/>
                  </a:cubicBezTo>
                  <a:cubicBezTo>
                    <a:pt x="1710" y="3122"/>
                    <a:pt x="2756" y="2976"/>
                    <a:pt x="3762" y="2696"/>
                  </a:cubicBezTo>
                  <a:cubicBezTo>
                    <a:pt x="3762" y="2374"/>
                    <a:pt x="4114" y="2169"/>
                    <a:pt x="4392" y="2008"/>
                  </a:cubicBezTo>
                  <a:cubicBezTo>
                    <a:pt x="4670" y="1833"/>
                    <a:pt x="4978" y="1540"/>
                    <a:pt x="4890" y="1232"/>
                  </a:cubicBezTo>
                  <a:cubicBezTo>
                    <a:pt x="4816" y="1027"/>
                    <a:pt x="4612" y="910"/>
                    <a:pt x="4407" y="881"/>
                  </a:cubicBezTo>
                  <a:cubicBezTo>
                    <a:pt x="4385" y="879"/>
                    <a:pt x="4363" y="879"/>
                    <a:pt x="4342" y="879"/>
                  </a:cubicBezTo>
                  <a:cubicBezTo>
                    <a:pt x="4201" y="879"/>
                    <a:pt x="4066" y="911"/>
                    <a:pt x="3926" y="949"/>
                  </a:cubicBezTo>
                  <a:lnTo>
                    <a:pt x="3926" y="949"/>
                  </a:lnTo>
                  <a:cubicBezTo>
                    <a:pt x="4052" y="859"/>
                    <a:pt x="4080" y="613"/>
                    <a:pt x="3953" y="486"/>
                  </a:cubicBezTo>
                  <a:cubicBezTo>
                    <a:pt x="3858" y="400"/>
                    <a:pt x="3729" y="364"/>
                    <a:pt x="3594" y="364"/>
                  </a:cubicBezTo>
                  <a:cubicBezTo>
                    <a:pt x="3498" y="364"/>
                    <a:pt x="3400" y="382"/>
                    <a:pt x="3309" y="413"/>
                  </a:cubicBezTo>
                  <a:cubicBezTo>
                    <a:pt x="3104" y="486"/>
                    <a:pt x="2884" y="588"/>
                    <a:pt x="2664" y="603"/>
                  </a:cubicBezTo>
                  <a:cubicBezTo>
                    <a:pt x="2811" y="559"/>
                    <a:pt x="2855" y="339"/>
                    <a:pt x="2767" y="193"/>
                  </a:cubicBezTo>
                  <a:cubicBezTo>
                    <a:pt x="2675" y="61"/>
                    <a:pt x="2523" y="0"/>
                    <a:pt x="237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1" name="Google Shape;1847;p58"/>
            <p:cNvSpPr/>
            <p:nvPr/>
          </p:nvSpPr>
          <p:spPr>
            <a:xfrm>
              <a:off x="1828440" y="1009800"/>
              <a:ext cx="425160" cy="519840"/>
            </a:xfrm>
            <a:custGeom>
              <a:avLst/>
              <a:gdLst>
                <a:gd name="textAreaLeft" fmla="*/ 0 w 425160"/>
                <a:gd name="textAreaRight" fmla="*/ 425520 w 425160"/>
                <a:gd name="textAreaTop" fmla="*/ 0 h 519840"/>
                <a:gd name="textAreaBottom" fmla="*/ 520200 h 519840"/>
              </a:gdLst>
              <a:ahLst/>
              <a:cxnLst/>
              <a:rect l="textAreaLeft" t="textAreaTop" r="textAreaRight" b="textAreaBottom"/>
              <a:pathLst>
                <a:path w="5209" h="6367">
                  <a:moveTo>
                    <a:pt x="2833" y="1"/>
                  </a:moveTo>
                  <a:cubicBezTo>
                    <a:pt x="1562" y="1"/>
                    <a:pt x="1504" y="587"/>
                    <a:pt x="1504" y="587"/>
                  </a:cubicBezTo>
                  <a:lnTo>
                    <a:pt x="1504" y="1597"/>
                  </a:lnTo>
                  <a:cubicBezTo>
                    <a:pt x="1504" y="1597"/>
                    <a:pt x="1222" y="1377"/>
                    <a:pt x="921" y="1377"/>
                  </a:cubicBezTo>
                  <a:cubicBezTo>
                    <a:pt x="694" y="1377"/>
                    <a:pt x="457" y="1500"/>
                    <a:pt x="319" y="1933"/>
                  </a:cubicBezTo>
                  <a:cubicBezTo>
                    <a:pt x="1" y="2874"/>
                    <a:pt x="858" y="2900"/>
                    <a:pt x="954" y="2900"/>
                  </a:cubicBezTo>
                  <a:cubicBezTo>
                    <a:pt x="960" y="2900"/>
                    <a:pt x="963" y="2900"/>
                    <a:pt x="963" y="2900"/>
                  </a:cubicBezTo>
                  <a:lnTo>
                    <a:pt x="963" y="2900"/>
                  </a:lnTo>
                  <a:lnTo>
                    <a:pt x="772" y="5257"/>
                  </a:lnTo>
                  <a:cubicBezTo>
                    <a:pt x="758" y="5564"/>
                    <a:pt x="846" y="5886"/>
                    <a:pt x="1065" y="6106"/>
                  </a:cubicBezTo>
                  <a:cubicBezTo>
                    <a:pt x="1268" y="6297"/>
                    <a:pt x="1500" y="6366"/>
                    <a:pt x="1731" y="6366"/>
                  </a:cubicBezTo>
                  <a:cubicBezTo>
                    <a:pt x="2083" y="6366"/>
                    <a:pt x="2431" y="6203"/>
                    <a:pt x="2661" y="6062"/>
                  </a:cubicBezTo>
                  <a:cubicBezTo>
                    <a:pt x="2837" y="5930"/>
                    <a:pt x="2954" y="5754"/>
                    <a:pt x="2954" y="5535"/>
                  </a:cubicBezTo>
                  <a:lnTo>
                    <a:pt x="2954" y="4905"/>
                  </a:lnTo>
                  <a:lnTo>
                    <a:pt x="3817" y="4905"/>
                  </a:lnTo>
                  <a:cubicBezTo>
                    <a:pt x="5208" y="4832"/>
                    <a:pt x="4959" y="396"/>
                    <a:pt x="4959" y="396"/>
                  </a:cubicBezTo>
                  <a:cubicBezTo>
                    <a:pt x="4959" y="57"/>
                    <a:pt x="4307" y="45"/>
                    <a:pt x="4210" y="45"/>
                  </a:cubicBezTo>
                  <a:cubicBezTo>
                    <a:pt x="4202" y="45"/>
                    <a:pt x="4198" y="45"/>
                    <a:pt x="4198" y="45"/>
                  </a:cubicBezTo>
                  <a:lnTo>
                    <a:pt x="2880" y="1"/>
                  </a:lnTo>
                  <a:cubicBezTo>
                    <a:pt x="2865" y="1"/>
                    <a:pt x="2849" y="1"/>
                    <a:pt x="2833" y="1"/>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2" name="Google Shape;1848;p58"/>
            <p:cNvSpPr/>
            <p:nvPr/>
          </p:nvSpPr>
          <p:spPr>
            <a:xfrm>
              <a:off x="2148840" y="1181160"/>
              <a:ext cx="21240" cy="107280"/>
            </a:xfrm>
            <a:custGeom>
              <a:avLst/>
              <a:gdLst>
                <a:gd name="textAreaLeft" fmla="*/ 0 w 21240"/>
                <a:gd name="textAreaRight" fmla="*/ 21600 w 21240"/>
                <a:gd name="textAreaTop" fmla="*/ 0 h 107280"/>
                <a:gd name="textAreaBottom" fmla="*/ 107640 h 107280"/>
              </a:gdLst>
              <a:ahLst/>
              <a:cxnLst/>
              <a:rect l="textAreaLeft" t="textAreaTop" r="textAreaRight" b="textAreaBottom"/>
              <a:pathLst>
                <a:path w="265" h="1318">
                  <a:moveTo>
                    <a:pt x="206" y="0"/>
                  </a:moveTo>
                  <a:cubicBezTo>
                    <a:pt x="177" y="0"/>
                    <a:pt x="177" y="322"/>
                    <a:pt x="177" y="732"/>
                  </a:cubicBezTo>
                  <a:cubicBezTo>
                    <a:pt x="177" y="908"/>
                    <a:pt x="206" y="1113"/>
                    <a:pt x="147" y="1201"/>
                  </a:cubicBezTo>
                  <a:cubicBezTo>
                    <a:pt x="133" y="1245"/>
                    <a:pt x="103" y="1274"/>
                    <a:pt x="59" y="1274"/>
                  </a:cubicBezTo>
                  <a:cubicBezTo>
                    <a:pt x="30" y="1303"/>
                    <a:pt x="1" y="1303"/>
                    <a:pt x="1" y="1303"/>
                  </a:cubicBezTo>
                  <a:cubicBezTo>
                    <a:pt x="1" y="1303"/>
                    <a:pt x="30" y="1318"/>
                    <a:pt x="59" y="1318"/>
                  </a:cubicBezTo>
                  <a:cubicBezTo>
                    <a:pt x="103" y="1318"/>
                    <a:pt x="147" y="1274"/>
                    <a:pt x="206" y="1230"/>
                  </a:cubicBezTo>
                  <a:cubicBezTo>
                    <a:pt x="250" y="1172"/>
                    <a:pt x="264" y="1084"/>
                    <a:pt x="264" y="981"/>
                  </a:cubicBezTo>
                  <a:lnTo>
                    <a:pt x="264" y="718"/>
                  </a:lnTo>
                  <a:cubicBezTo>
                    <a:pt x="264" y="322"/>
                    <a:pt x="220" y="0"/>
                    <a:pt x="20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3640" bIns="53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3" name="Google Shape;1849;p58"/>
            <p:cNvSpPr/>
            <p:nvPr/>
          </p:nvSpPr>
          <p:spPr>
            <a:xfrm>
              <a:off x="2084400" y="1183320"/>
              <a:ext cx="7920" cy="27360"/>
            </a:xfrm>
            <a:custGeom>
              <a:avLst/>
              <a:gdLst>
                <a:gd name="textAreaLeft" fmla="*/ 0 w 7920"/>
                <a:gd name="textAreaRight" fmla="*/ 8280 w 7920"/>
                <a:gd name="textAreaTop" fmla="*/ 0 h 27360"/>
                <a:gd name="textAreaBottom" fmla="*/ 27720 h 27360"/>
              </a:gdLst>
              <a:ahLst/>
              <a:cxnLst/>
              <a:rect l="textAreaLeft" t="textAreaTop" r="textAreaRight" b="textAreaBottom"/>
              <a:pathLst>
                <a:path w="103" h="338">
                  <a:moveTo>
                    <a:pt x="44" y="1"/>
                  </a:moveTo>
                  <a:cubicBezTo>
                    <a:pt x="30" y="1"/>
                    <a:pt x="0" y="74"/>
                    <a:pt x="0" y="176"/>
                  </a:cubicBezTo>
                  <a:cubicBezTo>
                    <a:pt x="0" y="264"/>
                    <a:pt x="44" y="337"/>
                    <a:pt x="59" y="337"/>
                  </a:cubicBezTo>
                  <a:cubicBezTo>
                    <a:pt x="74" y="337"/>
                    <a:pt x="103" y="264"/>
                    <a:pt x="103" y="176"/>
                  </a:cubicBezTo>
                  <a:cubicBezTo>
                    <a:pt x="103" y="74"/>
                    <a:pt x="59" y="1"/>
                    <a:pt x="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4" name="Google Shape;1850;p58"/>
            <p:cNvSpPr/>
            <p:nvPr/>
          </p:nvSpPr>
          <p:spPr>
            <a:xfrm>
              <a:off x="2201400" y="1182240"/>
              <a:ext cx="7920" cy="25920"/>
            </a:xfrm>
            <a:custGeom>
              <a:avLst/>
              <a:gdLst>
                <a:gd name="textAreaLeft" fmla="*/ 0 w 7920"/>
                <a:gd name="textAreaRight" fmla="*/ 8280 w 7920"/>
                <a:gd name="textAreaTop" fmla="*/ 0 h 25920"/>
                <a:gd name="textAreaBottom" fmla="*/ 26280 h 25920"/>
              </a:gdLst>
              <a:ahLst/>
              <a:cxnLst/>
              <a:rect l="textAreaLeft" t="textAreaTop" r="textAreaRight" b="textAreaBottom"/>
              <a:pathLst>
                <a:path w="103" h="323">
                  <a:moveTo>
                    <a:pt x="59" y="0"/>
                  </a:moveTo>
                  <a:cubicBezTo>
                    <a:pt x="15" y="0"/>
                    <a:pt x="0" y="73"/>
                    <a:pt x="15" y="161"/>
                  </a:cubicBezTo>
                  <a:cubicBezTo>
                    <a:pt x="15" y="264"/>
                    <a:pt x="59" y="322"/>
                    <a:pt x="73" y="322"/>
                  </a:cubicBezTo>
                  <a:cubicBezTo>
                    <a:pt x="88" y="322"/>
                    <a:pt x="103" y="264"/>
                    <a:pt x="103" y="161"/>
                  </a:cubicBezTo>
                  <a:cubicBezTo>
                    <a:pt x="103" y="73"/>
                    <a:pt x="73" y="0"/>
                    <a:pt x="5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5" name="Google Shape;1851;p58"/>
            <p:cNvSpPr/>
            <p:nvPr/>
          </p:nvSpPr>
          <p:spPr>
            <a:xfrm>
              <a:off x="2061360" y="1272960"/>
              <a:ext cx="79920" cy="69480"/>
            </a:xfrm>
            <a:custGeom>
              <a:avLst/>
              <a:gdLst>
                <a:gd name="textAreaLeft" fmla="*/ 0 w 79920"/>
                <a:gd name="textAreaRight" fmla="*/ 80280 w 79920"/>
                <a:gd name="textAreaTop" fmla="*/ 0 h 69480"/>
                <a:gd name="textAreaBottom" fmla="*/ 69840 h 69480"/>
              </a:gdLst>
              <a:ahLst/>
              <a:cxnLst/>
              <a:rect l="textAreaLeft" t="textAreaTop" r="textAreaRight" b="textAreaBottom"/>
              <a:pathLst>
                <a:path w="982" h="854">
                  <a:moveTo>
                    <a:pt x="191" y="1"/>
                  </a:moveTo>
                  <a:lnTo>
                    <a:pt x="161" y="45"/>
                  </a:lnTo>
                  <a:cubicBezTo>
                    <a:pt x="0" y="264"/>
                    <a:pt x="44" y="586"/>
                    <a:pt x="264" y="762"/>
                  </a:cubicBezTo>
                  <a:cubicBezTo>
                    <a:pt x="349" y="824"/>
                    <a:pt x="451" y="854"/>
                    <a:pt x="554" y="854"/>
                  </a:cubicBezTo>
                  <a:cubicBezTo>
                    <a:pt x="717" y="854"/>
                    <a:pt x="882" y="780"/>
                    <a:pt x="981" y="645"/>
                  </a:cubicBezTo>
                  <a:lnTo>
                    <a:pt x="981" y="645"/>
                  </a:lnTo>
                  <a:cubicBezTo>
                    <a:pt x="966" y="646"/>
                    <a:pt x="951" y="647"/>
                    <a:pt x="936" y="647"/>
                  </a:cubicBezTo>
                  <a:cubicBezTo>
                    <a:pt x="773" y="647"/>
                    <a:pt x="603" y="577"/>
                    <a:pt x="469" y="484"/>
                  </a:cubicBezTo>
                  <a:cubicBezTo>
                    <a:pt x="322" y="367"/>
                    <a:pt x="234" y="191"/>
                    <a:pt x="19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920" bIns="34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6" name="Google Shape;1852;p58"/>
            <p:cNvSpPr/>
            <p:nvPr/>
          </p:nvSpPr>
          <p:spPr>
            <a:xfrm>
              <a:off x="1883160" y="1168200"/>
              <a:ext cx="32040" cy="47160"/>
            </a:xfrm>
            <a:custGeom>
              <a:avLst/>
              <a:gdLst>
                <a:gd name="textAreaLeft" fmla="*/ 0 w 32040"/>
                <a:gd name="textAreaRight" fmla="*/ 32400 w 32040"/>
                <a:gd name="textAreaTop" fmla="*/ 0 h 47160"/>
                <a:gd name="textAreaBottom" fmla="*/ 47520 h 47160"/>
              </a:gdLst>
              <a:ahLst/>
              <a:cxnLst/>
              <a:rect l="textAreaLeft" t="textAreaTop" r="textAreaRight" b="textAreaBottom"/>
              <a:pathLst>
                <a:path w="397" h="582">
                  <a:moveTo>
                    <a:pt x="30" y="0"/>
                  </a:moveTo>
                  <a:cubicBezTo>
                    <a:pt x="12" y="0"/>
                    <a:pt x="1" y="4"/>
                    <a:pt x="1" y="11"/>
                  </a:cubicBezTo>
                  <a:cubicBezTo>
                    <a:pt x="1" y="40"/>
                    <a:pt x="147" y="84"/>
                    <a:pt x="250" y="245"/>
                  </a:cubicBezTo>
                  <a:cubicBezTo>
                    <a:pt x="338" y="406"/>
                    <a:pt x="338" y="582"/>
                    <a:pt x="367" y="582"/>
                  </a:cubicBezTo>
                  <a:cubicBezTo>
                    <a:pt x="367" y="582"/>
                    <a:pt x="396" y="538"/>
                    <a:pt x="396" y="465"/>
                  </a:cubicBezTo>
                  <a:cubicBezTo>
                    <a:pt x="396" y="392"/>
                    <a:pt x="382" y="289"/>
                    <a:pt x="323" y="187"/>
                  </a:cubicBezTo>
                  <a:cubicBezTo>
                    <a:pt x="250" y="99"/>
                    <a:pt x="177" y="26"/>
                    <a:pt x="103" y="11"/>
                  </a:cubicBezTo>
                  <a:cubicBezTo>
                    <a:pt x="74" y="4"/>
                    <a:pt x="49" y="0"/>
                    <a:pt x="3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7" name="Google Shape;1853;p58"/>
            <p:cNvSpPr/>
            <p:nvPr/>
          </p:nvSpPr>
          <p:spPr>
            <a:xfrm>
              <a:off x="2008800" y="1372320"/>
              <a:ext cx="64440" cy="113400"/>
            </a:xfrm>
            <a:custGeom>
              <a:avLst/>
              <a:gdLst>
                <a:gd name="textAreaLeft" fmla="*/ 0 w 64440"/>
                <a:gd name="textAreaRight" fmla="*/ 64800 w 64440"/>
                <a:gd name="textAreaTop" fmla="*/ 0 h 113400"/>
                <a:gd name="textAreaBottom" fmla="*/ 113760 h 113400"/>
              </a:gdLst>
              <a:ahLst/>
              <a:cxnLst/>
              <a:rect l="textAreaLeft" t="textAreaTop" r="textAreaRight" b="textAreaBottom"/>
              <a:pathLst>
                <a:path w="791" h="1392">
                  <a:moveTo>
                    <a:pt x="15" y="1"/>
                  </a:moveTo>
                  <a:cubicBezTo>
                    <a:pt x="0" y="235"/>
                    <a:pt x="0" y="498"/>
                    <a:pt x="73" y="733"/>
                  </a:cubicBezTo>
                  <a:cubicBezTo>
                    <a:pt x="146" y="967"/>
                    <a:pt x="293" y="1187"/>
                    <a:pt x="512" y="1289"/>
                  </a:cubicBezTo>
                  <a:cubicBezTo>
                    <a:pt x="586" y="1333"/>
                    <a:pt x="703" y="1392"/>
                    <a:pt x="703" y="1392"/>
                  </a:cubicBezTo>
                  <a:cubicBezTo>
                    <a:pt x="703" y="1377"/>
                    <a:pt x="747" y="1216"/>
                    <a:pt x="747" y="1201"/>
                  </a:cubicBezTo>
                  <a:cubicBezTo>
                    <a:pt x="791" y="952"/>
                    <a:pt x="791" y="762"/>
                    <a:pt x="747" y="469"/>
                  </a:cubicBezTo>
                  <a:cubicBezTo>
                    <a:pt x="454" y="396"/>
                    <a:pt x="190" y="220"/>
                    <a:pt x="15"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8" name="Google Shape;1854;p58"/>
            <p:cNvSpPr/>
            <p:nvPr/>
          </p:nvSpPr>
          <p:spPr>
            <a:xfrm>
              <a:off x="1931040" y="975240"/>
              <a:ext cx="322560" cy="244440"/>
            </a:xfrm>
            <a:custGeom>
              <a:avLst/>
              <a:gdLst>
                <a:gd name="textAreaLeft" fmla="*/ 0 w 322560"/>
                <a:gd name="textAreaRight" fmla="*/ 322920 w 322560"/>
                <a:gd name="textAreaTop" fmla="*/ 0 h 244440"/>
                <a:gd name="textAreaBottom" fmla="*/ 244800 h 244440"/>
              </a:gdLst>
              <a:ahLst/>
              <a:cxnLst/>
              <a:rect l="textAreaLeft" t="textAreaTop" r="textAreaRight" b="textAreaBottom"/>
              <a:pathLst>
                <a:path w="3954" h="2997">
                  <a:moveTo>
                    <a:pt x="1836" y="0"/>
                  </a:moveTo>
                  <a:cubicBezTo>
                    <a:pt x="1810" y="0"/>
                    <a:pt x="1784" y="1"/>
                    <a:pt x="1757" y="1"/>
                  </a:cubicBezTo>
                  <a:cubicBezTo>
                    <a:pt x="1245" y="31"/>
                    <a:pt x="732" y="192"/>
                    <a:pt x="396" y="572"/>
                  </a:cubicBezTo>
                  <a:cubicBezTo>
                    <a:pt x="74" y="968"/>
                    <a:pt x="1" y="1582"/>
                    <a:pt x="323" y="1963"/>
                  </a:cubicBezTo>
                  <a:lnTo>
                    <a:pt x="249" y="1963"/>
                  </a:lnTo>
                  <a:cubicBezTo>
                    <a:pt x="323" y="2095"/>
                    <a:pt x="323" y="2256"/>
                    <a:pt x="323" y="2402"/>
                  </a:cubicBezTo>
                  <a:cubicBezTo>
                    <a:pt x="323" y="2549"/>
                    <a:pt x="323" y="2724"/>
                    <a:pt x="396" y="2841"/>
                  </a:cubicBezTo>
                  <a:cubicBezTo>
                    <a:pt x="447" y="2934"/>
                    <a:pt x="562" y="2997"/>
                    <a:pt x="662" y="2997"/>
                  </a:cubicBezTo>
                  <a:cubicBezTo>
                    <a:pt x="705" y="2997"/>
                    <a:pt x="745" y="2985"/>
                    <a:pt x="776" y="2959"/>
                  </a:cubicBezTo>
                  <a:cubicBezTo>
                    <a:pt x="879" y="2885"/>
                    <a:pt x="894" y="2768"/>
                    <a:pt x="908" y="2666"/>
                  </a:cubicBezTo>
                  <a:cubicBezTo>
                    <a:pt x="967" y="2227"/>
                    <a:pt x="1040" y="1787"/>
                    <a:pt x="1098" y="1348"/>
                  </a:cubicBezTo>
                  <a:cubicBezTo>
                    <a:pt x="1246" y="1417"/>
                    <a:pt x="1404" y="1450"/>
                    <a:pt x="1563" y="1450"/>
                  </a:cubicBezTo>
                  <a:cubicBezTo>
                    <a:pt x="1941" y="1450"/>
                    <a:pt x="2321" y="1267"/>
                    <a:pt x="2548" y="968"/>
                  </a:cubicBezTo>
                  <a:cubicBezTo>
                    <a:pt x="2777" y="1089"/>
                    <a:pt x="3030" y="1235"/>
                    <a:pt x="3297" y="1235"/>
                  </a:cubicBezTo>
                  <a:cubicBezTo>
                    <a:pt x="3320" y="1235"/>
                    <a:pt x="3344" y="1234"/>
                    <a:pt x="3368" y="1231"/>
                  </a:cubicBezTo>
                  <a:cubicBezTo>
                    <a:pt x="3660" y="1217"/>
                    <a:pt x="3953" y="924"/>
                    <a:pt x="3865" y="646"/>
                  </a:cubicBezTo>
                  <a:cubicBezTo>
                    <a:pt x="3792" y="411"/>
                    <a:pt x="3514" y="294"/>
                    <a:pt x="3250" y="250"/>
                  </a:cubicBezTo>
                  <a:cubicBezTo>
                    <a:pt x="2792" y="125"/>
                    <a:pt x="2321" y="0"/>
                    <a:pt x="183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9" name="Google Shape;1855;p58"/>
            <p:cNvSpPr/>
            <p:nvPr/>
          </p:nvSpPr>
          <p:spPr>
            <a:xfrm>
              <a:off x="2190600" y="1460880"/>
              <a:ext cx="10440" cy="121680"/>
            </a:xfrm>
            <a:custGeom>
              <a:avLst/>
              <a:gdLst>
                <a:gd name="textAreaLeft" fmla="*/ 0 w 10440"/>
                <a:gd name="textAreaRight" fmla="*/ 10800 w 10440"/>
                <a:gd name="textAreaTop" fmla="*/ 0 h 121680"/>
                <a:gd name="textAreaBottom" fmla="*/ 122040 h 121680"/>
              </a:gdLst>
              <a:ahLst/>
              <a:cxnLst/>
              <a:rect l="textAreaLeft" t="textAreaTop" r="textAreaRight" b="textAreaBottom"/>
              <a:pathLst>
                <a:path w="133" h="1494">
                  <a:moveTo>
                    <a:pt x="44" y="0"/>
                  </a:moveTo>
                  <a:cubicBezTo>
                    <a:pt x="30" y="0"/>
                    <a:pt x="0" y="322"/>
                    <a:pt x="30" y="747"/>
                  </a:cubicBezTo>
                  <a:cubicBezTo>
                    <a:pt x="44" y="1171"/>
                    <a:pt x="73" y="1493"/>
                    <a:pt x="103" y="1493"/>
                  </a:cubicBezTo>
                  <a:cubicBezTo>
                    <a:pt x="117" y="1493"/>
                    <a:pt x="132" y="1171"/>
                    <a:pt x="117" y="747"/>
                  </a:cubicBezTo>
                  <a:cubicBezTo>
                    <a:pt x="103" y="322"/>
                    <a:pt x="59" y="0"/>
                    <a:pt x="44"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60840" bIns="60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0" name="Google Shape;1856;p58"/>
            <p:cNvSpPr/>
            <p:nvPr/>
          </p:nvSpPr>
          <p:spPr>
            <a:xfrm>
              <a:off x="1538640" y="2451600"/>
              <a:ext cx="165960" cy="138600"/>
            </a:xfrm>
            <a:custGeom>
              <a:avLst/>
              <a:gdLst>
                <a:gd name="textAreaLeft" fmla="*/ 0 w 165960"/>
                <a:gd name="textAreaRight" fmla="*/ 166320 w 165960"/>
                <a:gd name="textAreaTop" fmla="*/ 0 h 138600"/>
                <a:gd name="textAreaBottom" fmla="*/ 138960 h 138600"/>
              </a:gdLst>
              <a:ahLst/>
              <a:cxnLst/>
              <a:rect l="textAreaLeft" t="textAreaTop" r="textAreaRight" b="textAreaBottom"/>
              <a:pathLst>
                <a:path w="2036" h="1699">
                  <a:moveTo>
                    <a:pt x="2019" y="0"/>
                  </a:moveTo>
                  <a:cubicBezTo>
                    <a:pt x="1971" y="0"/>
                    <a:pt x="1721" y="563"/>
                    <a:pt x="1172" y="1025"/>
                  </a:cubicBezTo>
                  <a:cubicBezTo>
                    <a:pt x="616" y="1508"/>
                    <a:pt x="1" y="1669"/>
                    <a:pt x="30" y="1699"/>
                  </a:cubicBezTo>
                  <a:cubicBezTo>
                    <a:pt x="30" y="1699"/>
                    <a:pt x="176" y="1684"/>
                    <a:pt x="411" y="1596"/>
                  </a:cubicBezTo>
                  <a:cubicBezTo>
                    <a:pt x="630" y="1523"/>
                    <a:pt x="938" y="1347"/>
                    <a:pt x="1230" y="1099"/>
                  </a:cubicBezTo>
                  <a:cubicBezTo>
                    <a:pt x="1509" y="864"/>
                    <a:pt x="1728" y="586"/>
                    <a:pt x="1860" y="367"/>
                  </a:cubicBezTo>
                  <a:cubicBezTo>
                    <a:pt x="1977" y="147"/>
                    <a:pt x="2036" y="1"/>
                    <a:pt x="2021" y="1"/>
                  </a:cubicBezTo>
                  <a:cubicBezTo>
                    <a:pt x="2020" y="0"/>
                    <a:pt x="2020" y="0"/>
                    <a:pt x="2019" y="0"/>
                  </a:cubicBezTo>
                  <a:close/>
                </a:path>
              </a:pathLst>
            </a:custGeom>
            <a:solidFill>
              <a:srgbClr val="FFFFFF">
                <a:alpha val="12000"/>
              </a:srgbClr>
            </a:solidFill>
            <a:ln w="0">
              <a:noFill/>
            </a:ln>
          </p:spPr>
          <p:style>
            <a:lnRef idx="0">
              <a:scrgbClr r="0" g="0" b="0"/>
            </a:lnRef>
            <a:fillRef idx="0">
              <a:scrgbClr r="0" g="0" b="0"/>
            </a:fillRef>
            <a:effectRef idx="0">
              <a:scrgbClr r="0" g="0" b="0"/>
            </a:effectRef>
            <a:fontRef idx="minor"/>
          </p:style>
          <p:txBody>
            <a:bodyPr tIns="69480" bIns="69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1" name="Google Shape;1857;p58"/>
            <p:cNvSpPr/>
            <p:nvPr/>
          </p:nvSpPr>
          <p:spPr>
            <a:xfrm>
              <a:off x="1859400" y="2441880"/>
              <a:ext cx="219600" cy="2059920"/>
            </a:xfrm>
            <a:custGeom>
              <a:avLst/>
              <a:gdLst>
                <a:gd name="textAreaLeft" fmla="*/ 0 w 219600"/>
                <a:gd name="textAreaRight" fmla="*/ 219960 w 219600"/>
                <a:gd name="textAreaTop" fmla="*/ 0 h 2059920"/>
                <a:gd name="textAreaBottom" fmla="*/ 2060280 h 2059920"/>
              </a:gdLst>
              <a:ahLst/>
              <a:cxnLst/>
              <a:rect l="textAreaLeft" t="textAreaTop" r="textAreaRight" b="textAreaBottom"/>
              <a:pathLst>
                <a:path w="2694" h="25210">
                  <a:moveTo>
                    <a:pt x="2665" y="0"/>
                  </a:moveTo>
                  <a:lnTo>
                    <a:pt x="2665" y="0"/>
                  </a:lnTo>
                  <a:cubicBezTo>
                    <a:pt x="2650" y="0"/>
                    <a:pt x="2020" y="5637"/>
                    <a:pt x="1288" y="12605"/>
                  </a:cubicBezTo>
                  <a:cubicBezTo>
                    <a:pt x="556" y="19559"/>
                    <a:pt x="0" y="25210"/>
                    <a:pt x="15" y="25210"/>
                  </a:cubicBezTo>
                  <a:cubicBezTo>
                    <a:pt x="29" y="25210"/>
                    <a:pt x="659" y="19574"/>
                    <a:pt x="1391" y="12605"/>
                  </a:cubicBezTo>
                  <a:cubicBezTo>
                    <a:pt x="2123" y="5651"/>
                    <a:pt x="2694" y="0"/>
                    <a:pt x="2665" y="0"/>
                  </a:cubicBezTo>
                  <a:close/>
                </a:path>
              </a:pathLst>
            </a:custGeom>
            <a:solidFill>
              <a:srgbClr val="FFFFF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2" name="Google Shape;1858;p58"/>
            <p:cNvSpPr/>
            <p:nvPr/>
          </p:nvSpPr>
          <p:spPr>
            <a:xfrm>
              <a:off x="1411920" y="2420280"/>
              <a:ext cx="369360" cy="2087280"/>
            </a:xfrm>
            <a:custGeom>
              <a:avLst/>
              <a:gdLst>
                <a:gd name="textAreaLeft" fmla="*/ 0 w 369360"/>
                <a:gd name="textAreaRight" fmla="*/ 369720 w 369360"/>
                <a:gd name="textAreaTop" fmla="*/ 0 h 2087280"/>
                <a:gd name="textAreaBottom" fmla="*/ 2087640 h 2087280"/>
              </a:gdLst>
              <a:ahLst/>
              <a:cxnLst/>
              <a:rect l="textAreaLeft" t="textAreaTop" r="textAreaRight" b="textAreaBottom"/>
              <a:pathLst>
                <a:path w="4525" h="25547">
                  <a:moveTo>
                    <a:pt x="4525" y="1"/>
                  </a:moveTo>
                  <a:cubicBezTo>
                    <a:pt x="4525" y="1"/>
                    <a:pt x="4524" y="16"/>
                    <a:pt x="4481" y="74"/>
                  </a:cubicBezTo>
                  <a:cubicBezTo>
                    <a:pt x="4466" y="103"/>
                    <a:pt x="4451" y="177"/>
                    <a:pt x="4422" y="250"/>
                  </a:cubicBezTo>
                  <a:cubicBezTo>
                    <a:pt x="4393" y="426"/>
                    <a:pt x="4334" y="674"/>
                    <a:pt x="4261" y="982"/>
                  </a:cubicBezTo>
                  <a:cubicBezTo>
                    <a:pt x="4115" y="1626"/>
                    <a:pt x="3895" y="2548"/>
                    <a:pt x="3661" y="3690"/>
                  </a:cubicBezTo>
                  <a:cubicBezTo>
                    <a:pt x="3163" y="6003"/>
                    <a:pt x="2519" y="9165"/>
                    <a:pt x="1904" y="12693"/>
                  </a:cubicBezTo>
                  <a:cubicBezTo>
                    <a:pt x="1275" y="16236"/>
                    <a:pt x="806" y="19428"/>
                    <a:pt x="469" y="21755"/>
                  </a:cubicBezTo>
                  <a:cubicBezTo>
                    <a:pt x="308" y="22926"/>
                    <a:pt x="177" y="23863"/>
                    <a:pt x="103" y="24522"/>
                  </a:cubicBezTo>
                  <a:cubicBezTo>
                    <a:pt x="74" y="24844"/>
                    <a:pt x="30" y="25093"/>
                    <a:pt x="16" y="25269"/>
                  </a:cubicBezTo>
                  <a:cubicBezTo>
                    <a:pt x="16" y="25371"/>
                    <a:pt x="1" y="25415"/>
                    <a:pt x="1" y="25474"/>
                  </a:cubicBezTo>
                  <a:lnTo>
                    <a:pt x="1" y="25547"/>
                  </a:lnTo>
                  <a:cubicBezTo>
                    <a:pt x="1" y="25547"/>
                    <a:pt x="16" y="25518"/>
                    <a:pt x="16" y="25474"/>
                  </a:cubicBezTo>
                  <a:cubicBezTo>
                    <a:pt x="30" y="25415"/>
                    <a:pt x="30" y="25342"/>
                    <a:pt x="60" y="25269"/>
                  </a:cubicBezTo>
                  <a:cubicBezTo>
                    <a:pt x="89" y="25093"/>
                    <a:pt x="118" y="24844"/>
                    <a:pt x="162" y="24522"/>
                  </a:cubicBezTo>
                  <a:cubicBezTo>
                    <a:pt x="279" y="23863"/>
                    <a:pt x="411" y="22926"/>
                    <a:pt x="572" y="21770"/>
                  </a:cubicBezTo>
                  <a:cubicBezTo>
                    <a:pt x="909" y="19472"/>
                    <a:pt x="1406" y="16265"/>
                    <a:pt x="2036" y="12737"/>
                  </a:cubicBezTo>
                  <a:cubicBezTo>
                    <a:pt x="2651" y="9209"/>
                    <a:pt x="3280" y="6047"/>
                    <a:pt x="3749" y="3734"/>
                  </a:cubicBezTo>
                  <a:cubicBezTo>
                    <a:pt x="3998" y="2578"/>
                    <a:pt x="4188" y="1655"/>
                    <a:pt x="4320" y="1011"/>
                  </a:cubicBezTo>
                  <a:cubicBezTo>
                    <a:pt x="4378" y="704"/>
                    <a:pt x="4422" y="455"/>
                    <a:pt x="4466" y="279"/>
                  </a:cubicBezTo>
                  <a:cubicBezTo>
                    <a:pt x="4481" y="191"/>
                    <a:pt x="4481" y="133"/>
                    <a:pt x="4510" y="74"/>
                  </a:cubicBezTo>
                  <a:cubicBezTo>
                    <a:pt x="4524" y="16"/>
                    <a:pt x="4525" y="1"/>
                    <a:pt x="4525" y="1"/>
                  </a:cubicBezTo>
                  <a:close/>
                </a:path>
              </a:pathLst>
            </a:custGeom>
            <a:solidFill>
              <a:srgbClr val="FFFFF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3" name="Google Shape;1859;p58"/>
            <p:cNvSpPr/>
            <p:nvPr/>
          </p:nvSpPr>
          <p:spPr>
            <a:xfrm>
              <a:off x="2154960" y="2427480"/>
              <a:ext cx="88200" cy="136440"/>
            </a:xfrm>
            <a:custGeom>
              <a:avLst/>
              <a:gdLst>
                <a:gd name="textAreaLeft" fmla="*/ 0 w 88200"/>
                <a:gd name="textAreaRight" fmla="*/ 88560 w 88200"/>
                <a:gd name="textAreaTop" fmla="*/ 0 h 136440"/>
                <a:gd name="textAreaBottom" fmla="*/ 136800 h 136440"/>
              </a:gdLst>
              <a:ahLst/>
              <a:cxnLst/>
              <a:rect l="textAreaLeft" t="textAreaTop" r="textAreaRight" b="textAreaBottom"/>
              <a:pathLst>
                <a:path w="1084" h="1673">
                  <a:moveTo>
                    <a:pt x="29" y="1"/>
                  </a:moveTo>
                  <a:cubicBezTo>
                    <a:pt x="29" y="1"/>
                    <a:pt x="0" y="133"/>
                    <a:pt x="29" y="308"/>
                  </a:cubicBezTo>
                  <a:cubicBezTo>
                    <a:pt x="59" y="499"/>
                    <a:pt x="132" y="747"/>
                    <a:pt x="278" y="1011"/>
                  </a:cubicBezTo>
                  <a:cubicBezTo>
                    <a:pt x="439" y="1245"/>
                    <a:pt x="630" y="1435"/>
                    <a:pt x="791" y="1538"/>
                  </a:cubicBezTo>
                  <a:cubicBezTo>
                    <a:pt x="932" y="1628"/>
                    <a:pt x="1039" y="1672"/>
                    <a:pt x="1063" y="1672"/>
                  </a:cubicBezTo>
                  <a:cubicBezTo>
                    <a:pt x="1067" y="1672"/>
                    <a:pt x="1069" y="1672"/>
                    <a:pt x="1069" y="1670"/>
                  </a:cubicBezTo>
                  <a:cubicBezTo>
                    <a:pt x="1083" y="1655"/>
                    <a:pt x="644" y="1435"/>
                    <a:pt x="351" y="952"/>
                  </a:cubicBezTo>
                  <a:cubicBezTo>
                    <a:pt x="59" y="484"/>
                    <a:pt x="59" y="1"/>
                    <a:pt x="29" y="1"/>
                  </a:cubicBezTo>
                  <a:close/>
                </a:path>
              </a:pathLst>
            </a:custGeom>
            <a:solidFill>
              <a:srgbClr val="FFFFFF">
                <a:alpha val="12000"/>
              </a:srgbClr>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4" name="Google Shape;1860;p58"/>
            <p:cNvSpPr/>
            <p:nvPr/>
          </p:nvSpPr>
          <p:spPr>
            <a:xfrm>
              <a:off x="803160" y="3233880"/>
              <a:ext cx="929160" cy="686520"/>
            </a:xfrm>
            <a:custGeom>
              <a:avLst/>
              <a:gdLst>
                <a:gd name="textAreaLeft" fmla="*/ 0 w 929160"/>
                <a:gd name="textAreaRight" fmla="*/ 929520 w 929160"/>
                <a:gd name="textAreaTop" fmla="*/ 0 h 686520"/>
                <a:gd name="textAreaBottom" fmla="*/ 686880 h 686520"/>
              </a:gdLst>
              <a:ahLst/>
              <a:cxnLst/>
              <a:rect l="textAreaLeft" t="textAreaTop" r="textAreaRight" b="textAreaBottom"/>
              <a:pathLst>
                <a:path w="11376" h="8404">
                  <a:moveTo>
                    <a:pt x="615" y="1"/>
                  </a:moveTo>
                  <a:lnTo>
                    <a:pt x="0" y="8053"/>
                  </a:lnTo>
                  <a:lnTo>
                    <a:pt x="11083" y="8404"/>
                  </a:lnTo>
                  <a:lnTo>
                    <a:pt x="11375"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5" name="Google Shape;1861;p58"/>
            <p:cNvSpPr/>
            <p:nvPr/>
          </p:nvSpPr>
          <p:spPr>
            <a:xfrm>
              <a:off x="1048320" y="3052800"/>
              <a:ext cx="527400" cy="223920"/>
            </a:xfrm>
            <a:custGeom>
              <a:avLst/>
              <a:gdLst>
                <a:gd name="textAreaLeft" fmla="*/ 0 w 527400"/>
                <a:gd name="textAreaRight" fmla="*/ 527760 w 527400"/>
                <a:gd name="textAreaTop" fmla="*/ 0 h 223920"/>
                <a:gd name="textAreaBottom" fmla="*/ 224280 h 223920"/>
              </a:gdLst>
              <a:ahLst/>
              <a:cxnLst/>
              <a:rect l="textAreaLeft" t="textAreaTop" r="textAreaRight" b="textAreaBottom"/>
              <a:pathLst>
                <a:path w="6457" h="2746">
                  <a:moveTo>
                    <a:pt x="3012" y="1"/>
                  </a:moveTo>
                  <a:cubicBezTo>
                    <a:pt x="303" y="1"/>
                    <a:pt x="1" y="2365"/>
                    <a:pt x="1" y="2365"/>
                  </a:cubicBezTo>
                  <a:lnTo>
                    <a:pt x="1084" y="2746"/>
                  </a:lnTo>
                  <a:cubicBezTo>
                    <a:pt x="1084" y="2746"/>
                    <a:pt x="601" y="1048"/>
                    <a:pt x="2870" y="477"/>
                  </a:cubicBezTo>
                  <a:cubicBezTo>
                    <a:pt x="3087" y="424"/>
                    <a:pt x="3289" y="400"/>
                    <a:pt x="3477" y="400"/>
                  </a:cubicBezTo>
                  <a:cubicBezTo>
                    <a:pt x="5264" y="400"/>
                    <a:pt x="5827" y="2556"/>
                    <a:pt x="5827" y="2556"/>
                  </a:cubicBezTo>
                  <a:lnTo>
                    <a:pt x="6457" y="2556"/>
                  </a:lnTo>
                  <a:cubicBezTo>
                    <a:pt x="6457" y="2556"/>
                    <a:pt x="6222" y="169"/>
                    <a:pt x="3280" y="8"/>
                  </a:cubicBezTo>
                  <a:cubicBezTo>
                    <a:pt x="3188" y="3"/>
                    <a:pt x="3099" y="1"/>
                    <a:pt x="3012"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6" name="Google Shape;1862;p58"/>
            <p:cNvSpPr/>
            <p:nvPr/>
          </p:nvSpPr>
          <p:spPr>
            <a:xfrm>
              <a:off x="1262520" y="1605600"/>
              <a:ext cx="521280" cy="1374480"/>
            </a:xfrm>
            <a:custGeom>
              <a:avLst/>
              <a:gdLst>
                <a:gd name="textAreaLeft" fmla="*/ 0 w 521280"/>
                <a:gd name="textAreaRight" fmla="*/ 521640 w 521280"/>
                <a:gd name="textAreaTop" fmla="*/ 0 h 1374480"/>
                <a:gd name="textAreaBottom" fmla="*/ 1374840 h 1374480"/>
              </a:gdLst>
              <a:ahLst/>
              <a:cxnLst/>
              <a:rect l="textAreaLeft" t="textAreaTop" r="textAreaRight" b="textAreaBottom"/>
              <a:pathLst>
                <a:path w="6383" h="16822">
                  <a:moveTo>
                    <a:pt x="3250" y="0"/>
                  </a:moveTo>
                  <a:cubicBezTo>
                    <a:pt x="3250" y="0"/>
                    <a:pt x="1596" y="4773"/>
                    <a:pt x="966" y="7569"/>
                  </a:cubicBezTo>
                  <a:cubicBezTo>
                    <a:pt x="234" y="10848"/>
                    <a:pt x="0" y="15504"/>
                    <a:pt x="0" y="15504"/>
                  </a:cubicBezTo>
                  <a:lnTo>
                    <a:pt x="2606" y="16821"/>
                  </a:lnTo>
                  <a:cubicBezTo>
                    <a:pt x="2606" y="16821"/>
                    <a:pt x="3631" y="9619"/>
                    <a:pt x="3894" y="8638"/>
                  </a:cubicBezTo>
                  <a:cubicBezTo>
                    <a:pt x="4304" y="7130"/>
                    <a:pt x="6383" y="674"/>
                    <a:pt x="6383" y="674"/>
                  </a:cubicBezTo>
                  <a:lnTo>
                    <a:pt x="325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7" name="Google Shape;1863;p58"/>
            <p:cNvSpPr/>
            <p:nvPr/>
          </p:nvSpPr>
          <p:spPr>
            <a:xfrm>
              <a:off x="1200240" y="2855520"/>
              <a:ext cx="281880" cy="326160"/>
            </a:xfrm>
            <a:custGeom>
              <a:avLst/>
              <a:gdLst>
                <a:gd name="textAreaLeft" fmla="*/ 0 w 281880"/>
                <a:gd name="textAreaRight" fmla="*/ 282240 w 281880"/>
                <a:gd name="textAreaTop" fmla="*/ 0 h 326160"/>
                <a:gd name="textAreaBottom" fmla="*/ 326520 h 326160"/>
              </a:gdLst>
              <a:ahLst/>
              <a:cxnLst/>
              <a:rect l="textAreaLeft" t="textAreaTop" r="textAreaRight" b="textAreaBottom"/>
              <a:pathLst>
                <a:path w="3456" h="3994">
                  <a:moveTo>
                    <a:pt x="912" y="1"/>
                  </a:moveTo>
                  <a:cubicBezTo>
                    <a:pt x="826" y="1"/>
                    <a:pt x="764" y="29"/>
                    <a:pt x="733" y="93"/>
                  </a:cubicBezTo>
                  <a:cubicBezTo>
                    <a:pt x="733" y="93"/>
                    <a:pt x="1" y="2127"/>
                    <a:pt x="45" y="2362"/>
                  </a:cubicBezTo>
                  <a:cubicBezTo>
                    <a:pt x="53" y="2399"/>
                    <a:pt x="72" y="2415"/>
                    <a:pt x="100" y="2415"/>
                  </a:cubicBezTo>
                  <a:cubicBezTo>
                    <a:pt x="268" y="2415"/>
                    <a:pt x="733" y="1820"/>
                    <a:pt x="733" y="1820"/>
                  </a:cubicBezTo>
                  <a:lnTo>
                    <a:pt x="733" y="1820"/>
                  </a:lnTo>
                  <a:cubicBezTo>
                    <a:pt x="733" y="1820"/>
                    <a:pt x="220" y="2684"/>
                    <a:pt x="264" y="2933"/>
                  </a:cubicBezTo>
                  <a:cubicBezTo>
                    <a:pt x="271" y="2956"/>
                    <a:pt x="287" y="2966"/>
                    <a:pt x="309" y="2966"/>
                  </a:cubicBezTo>
                  <a:cubicBezTo>
                    <a:pt x="514" y="2966"/>
                    <a:pt x="1289" y="2084"/>
                    <a:pt x="1289" y="2084"/>
                  </a:cubicBezTo>
                  <a:lnTo>
                    <a:pt x="1289" y="2084"/>
                  </a:lnTo>
                  <a:cubicBezTo>
                    <a:pt x="1289" y="2084"/>
                    <a:pt x="411" y="3211"/>
                    <a:pt x="660" y="3401"/>
                  </a:cubicBezTo>
                  <a:cubicBezTo>
                    <a:pt x="678" y="3417"/>
                    <a:pt x="702" y="3425"/>
                    <a:pt x="730" y="3425"/>
                  </a:cubicBezTo>
                  <a:cubicBezTo>
                    <a:pt x="1055" y="3425"/>
                    <a:pt x="1948" y="2421"/>
                    <a:pt x="1948" y="2420"/>
                  </a:cubicBezTo>
                  <a:lnTo>
                    <a:pt x="1948" y="2420"/>
                  </a:lnTo>
                  <a:cubicBezTo>
                    <a:pt x="1948" y="2421"/>
                    <a:pt x="967" y="3709"/>
                    <a:pt x="1187" y="3972"/>
                  </a:cubicBezTo>
                  <a:cubicBezTo>
                    <a:pt x="1201" y="3987"/>
                    <a:pt x="1219" y="3994"/>
                    <a:pt x="1241" y="3994"/>
                  </a:cubicBezTo>
                  <a:cubicBezTo>
                    <a:pt x="1568" y="3994"/>
                    <a:pt x="2724" y="2479"/>
                    <a:pt x="2724" y="2479"/>
                  </a:cubicBezTo>
                  <a:cubicBezTo>
                    <a:pt x="2737" y="3088"/>
                    <a:pt x="3102" y="3422"/>
                    <a:pt x="3272" y="3422"/>
                  </a:cubicBezTo>
                  <a:cubicBezTo>
                    <a:pt x="3286" y="3422"/>
                    <a:pt x="3298" y="3420"/>
                    <a:pt x="3309" y="3416"/>
                  </a:cubicBezTo>
                  <a:cubicBezTo>
                    <a:pt x="3456" y="3372"/>
                    <a:pt x="3265" y="1381"/>
                    <a:pt x="3265" y="1381"/>
                  </a:cubicBezTo>
                  <a:cubicBezTo>
                    <a:pt x="3265" y="1381"/>
                    <a:pt x="1515" y="1"/>
                    <a:pt x="912" y="1"/>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8" name="Google Shape;1864;p58"/>
            <p:cNvSpPr/>
            <p:nvPr/>
          </p:nvSpPr>
          <p:spPr>
            <a:xfrm>
              <a:off x="1566360" y="1792440"/>
              <a:ext cx="119520" cy="550080"/>
            </a:xfrm>
            <a:custGeom>
              <a:avLst/>
              <a:gdLst>
                <a:gd name="textAreaLeft" fmla="*/ 0 w 119520"/>
                <a:gd name="textAreaRight" fmla="*/ 119880 w 119520"/>
                <a:gd name="textAreaTop" fmla="*/ 0 h 550080"/>
                <a:gd name="textAreaBottom" fmla="*/ 550440 h 550080"/>
              </a:gdLst>
              <a:ahLst/>
              <a:cxnLst/>
              <a:rect l="textAreaLeft" t="textAreaTop" r="textAreaRight" b="textAreaBottom"/>
              <a:pathLst>
                <a:path w="1465" h="6735">
                  <a:moveTo>
                    <a:pt x="1450" y="0"/>
                  </a:moveTo>
                  <a:cubicBezTo>
                    <a:pt x="1420" y="0"/>
                    <a:pt x="1303" y="366"/>
                    <a:pt x="1128" y="966"/>
                  </a:cubicBezTo>
                  <a:cubicBezTo>
                    <a:pt x="967" y="1552"/>
                    <a:pt x="762" y="2401"/>
                    <a:pt x="571" y="3338"/>
                  </a:cubicBezTo>
                  <a:cubicBezTo>
                    <a:pt x="381" y="4260"/>
                    <a:pt x="220" y="5109"/>
                    <a:pt x="132" y="5724"/>
                  </a:cubicBezTo>
                  <a:cubicBezTo>
                    <a:pt x="30" y="6354"/>
                    <a:pt x="0" y="6734"/>
                    <a:pt x="15" y="6734"/>
                  </a:cubicBezTo>
                  <a:cubicBezTo>
                    <a:pt x="30" y="6734"/>
                    <a:pt x="118" y="6354"/>
                    <a:pt x="249" y="5754"/>
                  </a:cubicBezTo>
                  <a:cubicBezTo>
                    <a:pt x="381" y="5124"/>
                    <a:pt x="542" y="4290"/>
                    <a:pt x="747" y="3367"/>
                  </a:cubicBezTo>
                  <a:cubicBezTo>
                    <a:pt x="952" y="2460"/>
                    <a:pt x="1128" y="1611"/>
                    <a:pt x="1259" y="996"/>
                  </a:cubicBezTo>
                  <a:cubicBezTo>
                    <a:pt x="1391" y="381"/>
                    <a:pt x="1464" y="0"/>
                    <a:pt x="1450"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9" name="Google Shape;1865;p58"/>
            <p:cNvSpPr/>
            <p:nvPr/>
          </p:nvSpPr>
          <p:spPr>
            <a:xfrm>
              <a:off x="1267200" y="2722680"/>
              <a:ext cx="246240" cy="93960"/>
            </a:xfrm>
            <a:custGeom>
              <a:avLst/>
              <a:gdLst>
                <a:gd name="textAreaLeft" fmla="*/ 0 w 246240"/>
                <a:gd name="textAreaRight" fmla="*/ 246600 w 246240"/>
                <a:gd name="textAreaTop" fmla="*/ 0 h 93960"/>
                <a:gd name="textAreaBottom" fmla="*/ 94320 h 93960"/>
              </a:gdLst>
              <a:ahLst/>
              <a:cxnLst/>
              <a:rect l="textAreaLeft" t="textAreaTop" r="textAreaRight" b="textAreaBottom"/>
              <a:pathLst>
                <a:path w="3017" h="1154">
                  <a:moveTo>
                    <a:pt x="100" y="0"/>
                  </a:moveTo>
                  <a:cubicBezTo>
                    <a:pt x="36" y="0"/>
                    <a:pt x="1" y="8"/>
                    <a:pt x="1" y="20"/>
                  </a:cubicBezTo>
                  <a:cubicBezTo>
                    <a:pt x="1" y="64"/>
                    <a:pt x="689" y="196"/>
                    <a:pt x="1523" y="518"/>
                  </a:cubicBezTo>
                  <a:cubicBezTo>
                    <a:pt x="2286" y="804"/>
                    <a:pt x="2859" y="1154"/>
                    <a:pt x="2970" y="1154"/>
                  </a:cubicBezTo>
                  <a:cubicBezTo>
                    <a:pt x="2978" y="1154"/>
                    <a:pt x="2984" y="1152"/>
                    <a:pt x="2987" y="1148"/>
                  </a:cubicBezTo>
                  <a:cubicBezTo>
                    <a:pt x="3016" y="1118"/>
                    <a:pt x="2431" y="665"/>
                    <a:pt x="1596" y="342"/>
                  </a:cubicBezTo>
                  <a:cubicBezTo>
                    <a:pt x="922" y="91"/>
                    <a:pt x="329" y="0"/>
                    <a:pt x="100"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0" name="Google Shape;1866;p58"/>
            <p:cNvSpPr/>
            <p:nvPr/>
          </p:nvSpPr>
          <p:spPr>
            <a:xfrm>
              <a:off x="1287720" y="2782800"/>
              <a:ext cx="50040" cy="42120"/>
            </a:xfrm>
            <a:custGeom>
              <a:avLst/>
              <a:gdLst>
                <a:gd name="textAreaLeft" fmla="*/ 0 w 50040"/>
                <a:gd name="textAreaRight" fmla="*/ 50400 w 50040"/>
                <a:gd name="textAreaTop" fmla="*/ 0 h 42120"/>
                <a:gd name="textAreaBottom" fmla="*/ 42480 h 42120"/>
              </a:gdLst>
              <a:ahLst/>
              <a:cxnLst/>
              <a:rect l="textAreaLeft" t="textAreaTop" r="textAreaRight" b="textAreaBottom"/>
              <a:pathLst>
                <a:path w="616" h="518">
                  <a:moveTo>
                    <a:pt x="259" y="98"/>
                  </a:moveTo>
                  <a:cubicBezTo>
                    <a:pt x="293" y="98"/>
                    <a:pt x="315" y="114"/>
                    <a:pt x="337" y="147"/>
                  </a:cubicBezTo>
                  <a:cubicBezTo>
                    <a:pt x="352" y="176"/>
                    <a:pt x="352" y="250"/>
                    <a:pt x="337" y="264"/>
                  </a:cubicBezTo>
                  <a:cubicBezTo>
                    <a:pt x="317" y="291"/>
                    <a:pt x="284" y="303"/>
                    <a:pt x="253" y="303"/>
                  </a:cubicBezTo>
                  <a:cubicBezTo>
                    <a:pt x="217" y="303"/>
                    <a:pt x="184" y="288"/>
                    <a:pt x="176" y="264"/>
                  </a:cubicBezTo>
                  <a:cubicBezTo>
                    <a:pt x="157" y="258"/>
                    <a:pt x="146" y="240"/>
                    <a:pt x="141" y="220"/>
                  </a:cubicBezTo>
                  <a:lnTo>
                    <a:pt x="141" y="220"/>
                  </a:lnTo>
                  <a:cubicBezTo>
                    <a:pt x="180" y="212"/>
                    <a:pt x="206" y="158"/>
                    <a:pt x="220" y="103"/>
                  </a:cubicBezTo>
                  <a:cubicBezTo>
                    <a:pt x="235" y="100"/>
                    <a:pt x="248" y="98"/>
                    <a:pt x="259" y="98"/>
                  </a:cubicBezTo>
                  <a:close/>
                  <a:moveTo>
                    <a:pt x="352" y="1"/>
                  </a:moveTo>
                  <a:cubicBezTo>
                    <a:pt x="293" y="1"/>
                    <a:pt x="264" y="1"/>
                    <a:pt x="220" y="15"/>
                  </a:cubicBezTo>
                  <a:cubicBezTo>
                    <a:pt x="204" y="26"/>
                    <a:pt x="189" y="40"/>
                    <a:pt x="175" y="56"/>
                  </a:cubicBezTo>
                  <a:lnTo>
                    <a:pt x="175" y="56"/>
                  </a:lnTo>
                  <a:cubicBezTo>
                    <a:pt x="167" y="51"/>
                    <a:pt x="159" y="48"/>
                    <a:pt x="149" y="48"/>
                  </a:cubicBezTo>
                  <a:cubicBezTo>
                    <a:pt x="129" y="48"/>
                    <a:pt x="103" y="59"/>
                    <a:pt x="74" y="89"/>
                  </a:cubicBezTo>
                  <a:cubicBezTo>
                    <a:pt x="59" y="103"/>
                    <a:pt x="44" y="147"/>
                    <a:pt x="30" y="191"/>
                  </a:cubicBezTo>
                  <a:cubicBezTo>
                    <a:pt x="0" y="250"/>
                    <a:pt x="30" y="323"/>
                    <a:pt x="59" y="381"/>
                  </a:cubicBezTo>
                  <a:cubicBezTo>
                    <a:pt x="103" y="455"/>
                    <a:pt x="191" y="484"/>
                    <a:pt x="264" y="513"/>
                  </a:cubicBezTo>
                  <a:cubicBezTo>
                    <a:pt x="282" y="516"/>
                    <a:pt x="300" y="518"/>
                    <a:pt x="318" y="518"/>
                  </a:cubicBezTo>
                  <a:cubicBezTo>
                    <a:pt x="388" y="518"/>
                    <a:pt x="455" y="492"/>
                    <a:pt x="513" y="411"/>
                  </a:cubicBezTo>
                  <a:cubicBezTo>
                    <a:pt x="615" y="294"/>
                    <a:pt x="571" y="162"/>
                    <a:pt x="498" y="74"/>
                  </a:cubicBezTo>
                  <a:cubicBezTo>
                    <a:pt x="469" y="30"/>
                    <a:pt x="410" y="1"/>
                    <a:pt x="352"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1" name="Google Shape;1867;p58"/>
            <p:cNvSpPr/>
            <p:nvPr/>
          </p:nvSpPr>
          <p:spPr>
            <a:xfrm>
              <a:off x="1600920" y="1463040"/>
              <a:ext cx="150480" cy="273960"/>
            </a:xfrm>
            <a:custGeom>
              <a:avLst/>
              <a:gdLst>
                <a:gd name="textAreaLeft" fmla="*/ 0 w 150480"/>
                <a:gd name="textAreaRight" fmla="*/ 150840 w 150480"/>
                <a:gd name="textAreaTop" fmla="*/ 0 h 273960"/>
                <a:gd name="textAreaBottom" fmla="*/ 274320 h 273960"/>
              </a:gdLst>
              <a:ahLst/>
              <a:cxnLst/>
              <a:rect l="textAreaLeft" t="textAreaTop" r="textAreaRight" b="textAreaBottom"/>
              <a:pathLst>
                <a:path w="1845" h="3355">
                  <a:moveTo>
                    <a:pt x="561" y="0"/>
                  </a:moveTo>
                  <a:cubicBezTo>
                    <a:pt x="376" y="0"/>
                    <a:pt x="238" y="51"/>
                    <a:pt x="146" y="90"/>
                  </a:cubicBezTo>
                  <a:cubicBezTo>
                    <a:pt x="88" y="134"/>
                    <a:pt x="44" y="149"/>
                    <a:pt x="29" y="163"/>
                  </a:cubicBezTo>
                  <a:lnTo>
                    <a:pt x="0" y="207"/>
                  </a:lnTo>
                  <a:cubicBezTo>
                    <a:pt x="0" y="209"/>
                    <a:pt x="1" y="210"/>
                    <a:pt x="2" y="210"/>
                  </a:cubicBezTo>
                  <a:cubicBezTo>
                    <a:pt x="11" y="210"/>
                    <a:pt x="58" y="160"/>
                    <a:pt x="176" y="134"/>
                  </a:cubicBezTo>
                  <a:cubicBezTo>
                    <a:pt x="272" y="98"/>
                    <a:pt x="398" y="72"/>
                    <a:pt x="554" y="72"/>
                  </a:cubicBezTo>
                  <a:cubicBezTo>
                    <a:pt x="588" y="72"/>
                    <a:pt x="622" y="73"/>
                    <a:pt x="659" y="76"/>
                  </a:cubicBezTo>
                  <a:cubicBezTo>
                    <a:pt x="849" y="90"/>
                    <a:pt x="1098" y="193"/>
                    <a:pt x="1288" y="368"/>
                  </a:cubicBezTo>
                  <a:cubicBezTo>
                    <a:pt x="1493" y="559"/>
                    <a:pt x="1640" y="822"/>
                    <a:pt x="1698" y="1144"/>
                  </a:cubicBezTo>
                  <a:cubicBezTo>
                    <a:pt x="1757" y="1452"/>
                    <a:pt x="1727" y="1744"/>
                    <a:pt x="1684" y="2023"/>
                  </a:cubicBezTo>
                  <a:cubicBezTo>
                    <a:pt x="1625" y="2271"/>
                    <a:pt x="1523" y="2506"/>
                    <a:pt x="1464" y="2711"/>
                  </a:cubicBezTo>
                  <a:cubicBezTo>
                    <a:pt x="1288" y="3121"/>
                    <a:pt x="1186" y="3355"/>
                    <a:pt x="1200" y="3355"/>
                  </a:cubicBezTo>
                  <a:cubicBezTo>
                    <a:pt x="1200" y="3355"/>
                    <a:pt x="1244" y="3296"/>
                    <a:pt x="1288" y="3194"/>
                  </a:cubicBezTo>
                  <a:cubicBezTo>
                    <a:pt x="1347" y="3077"/>
                    <a:pt x="1420" y="2930"/>
                    <a:pt x="1508" y="2725"/>
                  </a:cubicBezTo>
                  <a:cubicBezTo>
                    <a:pt x="1610" y="2535"/>
                    <a:pt x="1698" y="2286"/>
                    <a:pt x="1757" y="2023"/>
                  </a:cubicBezTo>
                  <a:cubicBezTo>
                    <a:pt x="1830" y="1744"/>
                    <a:pt x="1845" y="1422"/>
                    <a:pt x="1771" y="1100"/>
                  </a:cubicBezTo>
                  <a:cubicBezTo>
                    <a:pt x="1713" y="793"/>
                    <a:pt x="1552" y="500"/>
                    <a:pt x="1332" y="295"/>
                  </a:cubicBezTo>
                  <a:cubicBezTo>
                    <a:pt x="1113" y="105"/>
                    <a:pt x="849" y="17"/>
                    <a:pt x="630" y="2"/>
                  </a:cubicBezTo>
                  <a:cubicBezTo>
                    <a:pt x="606" y="1"/>
                    <a:pt x="583" y="0"/>
                    <a:pt x="561"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2" name="Google Shape;1868;p58"/>
            <p:cNvSpPr/>
            <p:nvPr/>
          </p:nvSpPr>
          <p:spPr>
            <a:xfrm>
              <a:off x="847440" y="3456360"/>
              <a:ext cx="264240" cy="271440"/>
            </a:xfrm>
            <a:custGeom>
              <a:avLst/>
              <a:gdLst>
                <a:gd name="textAreaLeft" fmla="*/ 0 w 264240"/>
                <a:gd name="textAreaRight" fmla="*/ 264600 w 264240"/>
                <a:gd name="textAreaTop" fmla="*/ 0 h 271440"/>
                <a:gd name="textAreaBottom" fmla="*/ 271800 h 271440"/>
              </a:gdLst>
              <a:ahLst/>
              <a:cxnLst/>
              <a:rect l="textAreaLeft" t="textAreaTop" r="textAreaRight" b="textAreaBottom"/>
              <a:pathLst>
                <a:path w="3236" h="3326">
                  <a:moveTo>
                    <a:pt x="3189" y="1"/>
                  </a:moveTo>
                  <a:cubicBezTo>
                    <a:pt x="3133" y="1"/>
                    <a:pt x="2413" y="708"/>
                    <a:pt x="1552" y="1597"/>
                  </a:cubicBezTo>
                  <a:cubicBezTo>
                    <a:pt x="674" y="2520"/>
                    <a:pt x="0" y="3281"/>
                    <a:pt x="29" y="3325"/>
                  </a:cubicBezTo>
                  <a:cubicBezTo>
                    <a:pt x="30" y="3326"/>
                    <a:pt x="31" y="3326"/>
                    <a:pt x="33" y="3326"/>
                  </a:cubicBezTo>
                  <a:cubicBezTo>
                    <a:pt x="102" y="3326"/>
                    <a:pt x="823" y="2619"/>
                    <a:pt x="1684" y="1729"/>
                  </a:cubicBezTo>
                  <a:cubicBezTo>
                    <a:pt x="2562" y="807"/>
                    <a:pt x="3235" y="46"/>
                    <a:pt x="3192" y="2"/>
                  </a:cubicBezTo>
                  <a:cubicBezTo>
                    <a:pt x="3191" y="1"/>
                    <a:pt x="3190" y="1"/>
                    <a:pt x="3189"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3" name="Google Shape;1869;p58"/>
            <p:cNvSpPr/>
            <p:nvPr/>
          </p:nvSpPr>
          <p:spPr>
            <a:xfrm>
              <a:off x="1453680" y="3483720"/>
              <a:ext cx="252000" cy="210600"/>
            </a:xfrm>
            <a:custGeom>
              <a:avLst/>
              <a:gdLst>
                <a:gd name="textAreaLeft" fmla="*/ 0 w 252000"/>
                <a:gd name="textAreaRight" fmla="*/ 252360 w 252000"/>
                <a:gd name="textAreaTop" fmla="*/ 0 h 210600"/>
                <a:gd name="textAreaBottom" fmla="*/ 210960 h 210600"/>
              </a:gdLst>
              <a:ahLst/>
              <a:cxnLst/>
              <a:rect l="textAreaLeft" t="textAreaTop" r="textAreaRight" b="textAreaBottom"/>
              <a:pathLst>
                <a:path w="3090" h="2582">
                  <a:moveTo>
                    <a:pt x="64" y="0"/>
                  </a:moveTo>
                  <a:cubicBezTo>
                    <a:pt x="62" y="0"/>
                    <a:pt x="60" y="1"/>
                    <a:pt x="59" y="2"/>
                  </a:cubicBezTo>
                  <a:cubicBezTo>
                    <a:pt x="0" y="32"/>
                    <a:pt x="615" y="676"/>
                    <a:pt x="1479" y="1379"/>
                  </a:cubicBezTo>
                  <a:cubicBezTo>
                    <a:pt x="2297" y="2041"/>
                    <a:pt x="2965" y="2581"/>
                    <a:pt x="3052" y="2581"/>
                  </a:cubicBezTo>
                  <a:cubicBezTo>
                    <a:pt x="3056" y="2581"/>
                    <a:pt x="3058" y="2581"/>
                    <a:pt x="3060" y="2579"/>
                  </a:cubicBezTo>
                  <a:cubicBezTo>
                    <a:pt x="3089" y="2520"/>
                    <a:pt x="2460" y="1920"/>
                    <a:pt x="1611" y="1232"/>
                  </a:cubicBezTo>
                  <a:cubicBezTo>
                    <a:pt x="792" y="569"/>
                    <a:pt x="136" y="0"/>
                    <a:pt x="64"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4" name="Google Shape;1870;p58"/>
            <p:cNvSpPr/>
            <p:nvPr/>
          </p:nvSpPr>
          <p:spPr>
            <a:xfrm>
              <a:off x="866520" y="3241080"/>
              <a:ext cx="811800" cy="379440"/>
            </a:xfrm>
            <a:custGeom>
              <a:avLst/>
              <a:gdLst>
                <a:gd name="textAreaLeft" fmla="*/ 0 w 811800"/>
                <a:gd name="textAreaRight" fmla="*/ 812160 w 811800"/>
                <a:gd name="textAreaTop" fmla="*/ 0 h 379440"/>
                <a:gd name="textAreaBottom" fmla="*/ 379800 h 379440"/>
              </a:gdLst>
              <a:ahLst/>
              <a:cxnLst/>
              <a:rect l="textAreaLeft" t="textAreaTop" r="textAreaRight" b="textAreaBottom"/>
              <a:pathLst>
                <a:path w="9941" h="4646">
                  <a:moveTo>
                    <a:pt x="1" y="1"/>
                  </a:moveTo>
                  <a:cubicBezTo>
                    <a:pt x="1" y="1"/>
                    <a:pt x="0" y="1"/>
                    <a:pt x="0" y="2"/>
                  </a:cubicBezTo>
                  <a:cubicBezTo>
                    <a:pt x="0" y="31"/>
                    <a:pt x="117" y="148"/>
                    <a:pt x="366" y="397"/>
                  </a:cubicBezTo>
                  <a:cubicBezTo>
                    <a:pt x="601" y="631"/>
                    <a:pt x="967" y="953"/>
                    <a:pt x="1406" y="1378"/>
                  </a:cubicBezTo>
                  <a:cubicBezTo>
                    <a:pt x="1845" y="1788"/>
                    <a:pt x="2372" y="2271"/>
                    <a:pt x="2958" y="2827"/>
                  </a:cubicBezTo>
                  <a:cubicBezTo>
                    <a:pt x="3280" y="3105"/>
                    <a:pt x="3558" y="3398"/>
                    <a:pt x="3894" y="3691"/>
                  </a:cubicBezTo>
                  <a:cubicBezTo>
                    <a:pt x="4056" y="3837"/>
                    <a:pt x="4231" y="3998"/>
                    <a:pt x="4392" y="4145"/>
                  </a:cubicBezTo>
                  <a:cubicBezTo>
                    <a:pt x="4568" y="4291"/>
                    <a:pt x="4744" y="4452"/>
                    <a:pt x="4978" y="4569"/>
                  </a:cubicBezTo>
                  <a:cubicBezTo>
                    <a:pt x="5092" y="4607"/>
                    <a:pt x="5195" y="4645"/>
                    <a:pt x="5306" y="4645"/>
                  </a:cubicBezTo>
                  <a:cubicBezTo>
                    <a:pt x="5323" y="4645"/>
                    <a:pt x="5341" y="4644"/>
                    <a:pt x="5358" y="4642"/>
                  </a:cubicBezTo>
                  <a:cubicBezTo>
                    <a:pt x="5505" y="4642"/>
                    <a:pt x="5637" y="4584"/>
                    <a:pt x="5724" y="4511"/>
                  </a:cubicBezTo>
                  <a:cubicBezTo>
                    <a:pt x="5929" y="4364"/>
                    <a:pt x="6076" y="4203"/>
                    <a:pt x="6237" y="4057"/>
                  </a:cubicBezTo>
                  <a:cubicBezTo>
                    <a:pt x="6559" y="3735"/>
                    <a:pt x="6852" y="3442"/>
                    <a:pt x="7159" y="3178"/>
                  </a:cubicBezTo>
                  <a:cubicBezTo>
                    <a:pt x="7715" y="2608"/>
                    <a:pt x="8213" y="2080"/>
                    <a:pt x="8638" y="1641"/>
                  </a:cubicBezTo>
                  <a:cubicBezTo>
                    <a:pt x="9033" y="1173"/>
                    <a:pt x="9370" y="807"/>
                    <a:pt x="9589" y="558"/>
                  </a:cubicBezTo>
                  <a:cubicBezTo>
                    <a:pt x="9809" y="294"/>
                    <a:pt x="9941" y="133"/>
                    <a:pt x="9911" y="133"/>
                  </a:cubicBezTo>
                  <a:lnTo>
                    <a:pt x="9911" y="133"/>
                  </a:lnTo>
                  <a:cubicBezTo>
                    <a:pt x="9911" y="133"/>
                    <a:pt x="9765" y="265"/>
                    <a:pt x="9531" y="514"/>
                  </a:cubicBezTo>
                  <a:cubicBezTo>
                    <a:pt x="9282" y="763"/>
                    <a:pt x="8945" y="1100"/>
                    <a:pt x="8521" y="1539"/>
                  </a:cubicBezTo>
                  <a:cubicBezTo>
                    <a:pt x="8111" y="1978"/>
                    <a:pt x="7598" y="2490"/>
                    <a:pt x="7027" y="3047"/>
                  </a:cubicBezTo>
                  <a:cubicBezTo>
                    <a:pt x="6735" y="3325"/>
                    <a:pt x="6427" y="3618"/>
                    <a:pt x="6105" y="3910"/>
                  </a:cubicBezTo>
                  <a:cubicBezTo>
                    <a:pt x="5944" y="4028"/>
                    <a:pt x="5783" y="4218"/>
                    <a:pt x="5622" y="4320"/>
                  </a:cubicBezTo>
                  <a:cubicBezTo>
                    <a:pt x="5519" y="4397"/>
                    <a:pt x="5412" y="4434"/>
                    <a:pt x="5299" y="4434"/>
                  </a:cubicBezTo>
                  <a:cubicBezTo>
                    <a:pt x="5219" y="4434"/>
                    <a:pt x="5136" y="4415"/>
                    <a:pt x="5051" y="4379"/>
                  </a:cubicBezTo>
                  <a:cubicBezTo>
                    <a:pt x="4846" y="4291"/>
                    <a:pt x="4685" y="4145"/>
                    <a:pt x="4524" y="3998"/>
                  </a:cubicBezTo>
                  <a:lnTo>
                    <a:pt x="4026" y="3559"/>
                  </a:lnTo>
                  <a:cubicBezTo>
                    <a:pt x="3690" y="3266"/>
                    <a:pt x="3382" y="2988"/>
                    <a:pt x="3089" y="2710"/>
                  </a:cubicBezTo>
                  <a:cubicBezTo>
                    <a:pt x="2489" y="2183"/>
                    <a:pt x="1947" y="1685"/>
                    <a:pt x="1494" y="1290"/>
                  </a:cubicBezTo>
                  <a:cubicBezTo>
                    <a:pt x="1040" y="880"/>
                    <a:pt x="674" y="558"/>
                    <a:pt x="425" y="338"/>
                  </a:cubicBezTo>
                  <a:cubicBezTo>
                    <a:pt x="161" y="130"/>
                    <a:pt x="15" y="1"/>
                    <a:pt x="1"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5" name="Google Shape;1871;p58"/>
            <p:cNvSpPr/>
            <p:nvPr/>
          </p:nvSpPr>
          <p:spPr>
            <a:xfrm>
              <a:off x="1280520" y="3551040"/>
              <a:ext cx="41400" cy="107640"/>
            </a:xfrm>
            <a:custGeom>
              <a:avLst/>
              <a:gdLst>
                <a:gd name="textAreaLeft" fmla="*/ 0 w 41400"/>
                <a:gd name="textAreaRight" fmla="*/ 41760 w 41400"/>
                <a:gd name="textAreaTop" fmla="*/ 0 h 107640"/>
                <a:gd name="textAreaBottom" fmla="*/ 108000 h 107640"/>
              </a:gdLst>
              <a:ahLst/>
              <a:cxnLst/>
              <a:rect l="textAreaLeft" t="textAreaTop" r="textAreaRight" b="textAreaBottom"/>
              <a:pathLst>
                <a:path w="513" h="1321">
                  <a:moveTo>
                    <a:pt x="255" y="1"/>
                  </a:moveTo>
                  <a:cubicBezTo>
                    <a:pt x="126" y="1"/>
                    <a:pt x="1" y="303"/>
                    <a:pt x="15" y="675"/>
                  </a:cubicBezTo>
                  <a:cubicBezTo>
                    <a:pt x="57" y="1038"/>
                    <a:pt x="206" y="1321"/>
                    <a:pt x="334" y="1321"/>
                  </a:cubicBezTo>
                  <a:cubicBezTo>
                    <a:pt x="340" y="1321"/>
                    <a:pt x="346" y="1320"/>
                    <a:pt x="352" y="1319"/>
                  </a:cubicBezTo>
                  <a:cubicBezTo>
                    <a:pt x="469" y="1290"/>
                    <a:pt x="513" y="997"/>
                    <a:pt x="498" y="645"/>
                  </a:cubicBezTo>
                  <a:cubicBezTo>
                    <a:pt x="484" y="294"/>
                    <a:pt x="381" y="1"/>
                    <a:pt x="264" y="1"/>
                  </a:cubicBezTo>
                  <a:cubicBezTo>
                    <a:pt x="261" y="1"/>
                    <a:pt x="258" y="1"/>
                    <a:pt x="25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4000" bIns="54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6" name="Google Shape;1872;p58"/>
            <p:cNvSpPr/>
            <p:nvPr/>
          </p:nvSpPr>
          <p:spPr>
            <a:xfrm>
              <a:off x="808920" y="3805920"/>
              <a:ext cx="894600" cy="113400"/>
            </a:xfrm>
            <a:custGeom>
              <a:avLst/>
              <a:gdLst>
                <a:gd name="textAreaLeft" fmla="*/ 0 w 894600"/>
                <a:gd name="textAreaRight" fmla="*/ 894960 w 894600"/>
                <a:gd name="textAreaTop" fmla="*/ 0 h 113400"/>
                <a:gd name="textAreaBottom" fmla="*/ 113760 h 113400"/>
              </a:gdLst>
              <a:ahLst/>
              <a:cxnLst/>
              <a:rect l="textAreaLeft" t="textAreaTop" r="textAreaRight" b="textAreaBottom"/>
              <a:pathLst>
                <a:path w="10951" h="1394">
                  <a:moveTo>
                    <a:pt x="4957" y="0"/>
                  </a:moveTo>
                  <a:cubicBezTo>
                    <a:pt x="4383" y="0"/>
                    <a:pt x="3837" y="47"/>
                    <a:pt x="3324" y="103"/>
                  </a:cubicBezTo>
                  <a:cubicBezTo>
                    <a:pt x="2972" y="147"/>
                    <a:pt x="2665" y="176"/>
                    <a:pt x="2372" y="249"/>
                  </a:cubicBezTo>
                  <a:cubicBezTo>
                    <a:pt x="2226" y="293"/>
                    <a:pt x="2065" y="308"/>
                    <a:pt x="1948" y="337"/>
                  </a:cubicBezTo>
                  <a:cubicBezTo>
                    <a:pt x="1816" y="381"/>
                    <a:pt x="1684" y="396"/>
                    <a:pt x="1552" y="440"/>
                  </a:cubicBezTo>
                  <a:cubicBezTo>
                    <a:pt x="1304" y="513"/>
                    <a:pt x="1099" y="586"/>
                    <a:pt x="894" y="630"/>
                  </a:cubicBezTo>
                  <a:cubicBezTo>
                    <a:pt x="703" y="689"/>
                    <a:pt x="528" y="747"/>
                    <a:pt x="411" y="806"/>
                  </a:cubicBezTo>
                  <a:cubicBezTo>
                    <a:pt x="147" y="908"/>
                    <a:pt x="1" y="967"/>
                    <a:pt x="1" y="981"/>
                  </a:cubicBezTo>
                  <a:cubicBezTo>
                    <a:pt x="2" y="985"/>
                    <a:pt x="6" y="986"/>
                    <a:pt x="15" y="986"/>
                  </a:cubicBezTo>
                  <a:cubicBezTo>
                    <a:pt x="110" y="986"/>
                    <a:pt x="679" y="759"/>
                    <a:pt x="1596" y="557"/>
                  </a:cubicBezTo>
                  <a:cubicBezTo>
                    <a:pt x="1728" y="528"/>
                    <a:pt x="1860" y="513"/>
                    <a:pt x="1977" y="469"/>
                  </a:cubicBezTo>
                  <a:cubicBezTo>
                    <a:pt x="2109" y="454"/>
                    <a:pt x="2255" y="410"/>
                    <a:pt x="2402" y="396"/>
                  </a:cubicBezTo>
                  <a:cubicBezTo>
                    <a:pt x="2694" y="337"/>
                    <a:pt x="3002" y="308"/>
                    <a:pt x="3338" y="264"/>
                  </a:cubicBezTo>
                  <a:cubicBezTo>
                    <a:pt x="3909" y="226"/>
                    <a:pt x="4534" y="188"/>
                    <a:pt x="5186" y="188"/>
                  </a:cubicBezTo>
                  <a:cubicBezTo>
                    <a:pt x="5287" y="188"/>
                    <a:pt x="5388" y="189"/>
                    <a:pt x="5490" y="191"/>
                  </a:cubicBezTo>
                  <a:cubicBezTo>
                    <a:pt x="6266" y="235"/>
                    <a:pt x="6998" y="323"/>
                    <a:pt x="7657" y="440"/>
                  </a:cubicBezTo>
                  <a:cubicBezTo>
                    <a:pt x="7979" y="513"/>
                    <a:pt x="8287" y="557"/>
                    <a:pt x="8594" y="630"/>
                  </a:cubicBezTo>
                  <a:cubicBezTo>
                    <a:pt x="8726" y="674"/>
                    <a:pt x="8872" y="703"/>
                    <a:pt x="9004" y="747"/>
                  </a:cubicBezTo>
                  <a:lnTo>
                    <a:pt x="9385" y="850"/>
                  </a:lnTo>
                  <a:cubicBezTo>
                    <a:pt x="10318" y="1128"/>
                    <a:pt x="10866" y="1393"/>
                    <a:pt x="10943" y="1393"/>
                  </a:cubicBezTo>
                  <a:cubicBezTo>
                    <a:pt x="10947" y="1393"/>
                    <a:pt x="10950" y="1393"/>
                    <a:pt x="10951" y="1391"/>
                  </a:cubicBezTo>
                  <a:cubicBezTo>
                    <a:pt x="10951" y="1391"/>
                    <a:pt x="10805" y="1318"/>
                    <a:pt x="10541" y="1172"/>
                  </a:cubicBezTo>
                  <a:cubicBezTo>
                    <a:pt x="10409" y="1113"/>
                    <a:pt x="10248" y="1040"/>
                    <a:pt x="10073" y="967"/>
                  </a:cubicBezTo>
                  <a:cubicBezTo>
                    <a:pt x="9882" y="894"/>
                    <a:pt x="9663" y="806"/>
                    <a:pt x="9428" y="732"/>
                  </a:cubicBezTo>
                  <a:cubicBezTo>
                    <a:pt x="9297" y="689"/>
                    <a:pt x="9165" y="630"/>
                    <a:pt x="9048" y="601"/>
                  </a:cubicBezTo>
                  <a:cubicBezTo>
                    <a:pt x="8916" y="557"/>
                    <a:pt x="8770" y="528"/>
                    <a:pt x="8623" y="484"/>
                  </a:cubicBezTo>
                  <a:cubicBezTo>
                    <a:pt x="8331" y="396"/>
                    <a:pt x="8023" y="337"/>
                    <a:pt x="7686" y="264"/>
                  </a:cubicBezTo>
                  <a:cubicBezTo>
                    <a:pt x="7028" y="147"/>
                    <a:pt x="6296" y="44"/>
                    <a:pt x="5505" y="15"/>
                  </a:cubicBezTo>
                  <a:cubicBezTo>
                    <a:pt x="5320" y="5"/>
                    <a:pt x="5137" y="0"/>
                    <a:pt x="4957"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7" name="Google Shape;1873;p58"/>
            <p:cNvSpPr/>
            <p:nvPr/>
          </p:nvSpPr>
          <p:spPr>
            <a:xfrm>
              <a:off x="1963440" y="1541160"/>
              <a:ext cx="27360" cy="900720"/>
            </a:xfrm>
            <a:custGeom>
              <a:avLst/>
              <a:gdLst>
                <a:gd name="textAreaLeft" fmla="*/ 0 w 27360"/>
                <a:gd name="textAreaRight" fmla="*/ 27720 w 27360"/>
                <a:gd name="textAreaTop" fmla="*/ 0 h 900720"/>
                <a:gd name="textAreaBottom" fmla="*/ 901080 h 900720"/>
              </a:gdLst>
              <a:ahLst/>
              <a:cxnLst/>
              <a:rect l="textAreaLeft" t="textAreaTop" r="textAreaRight" b="textAreaBottom"/>
              <a:pathLst>
                <a:path w="338" h="11025">
                  <a:moveTo>
                    <a:pt x="45" y="1"/>
                  </a:moveTo>
                  <a:lnTo>
                    <a:pt x="45" y="1"/>
                  </a:lnTo>
                  <a:cubicBezTo>
                    <a:pt x="1" y="1"/>
                    <a:pt x="59" y="2475"/>
                    <a:pt x="133" y="5505"/>
                  </a:cubicBezTo>
                  <a:cubicBezTo>
                    <a:pt x="206" y="8550"/>
                    <a:pt x="294" y="11024"/>
                    <a:pt x="323" y="11024"/>
                  </a:cubicBezTo>
                  <a:cubicBezTo>
                    <a:pt x="337" y="11024"/>
                    <a:pt x="294" y="8550"/>
                    <a:pt x="220" y="5505"/>
                  </a:cubicBezTo>
                  <a:cubicBezTo>
                    <a:pt x="147" y="2475"/>
                    <a:pt x="59" y="1"/>
                    <a:pt x="45" y="1"/>
                  </a:cubicBezTo>
                  <a:close/>
                </a:path>
              </a:pathLst>
            </a:custGeom>
            <a:solidFill>
              <a:srgbClr val="528C9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8" name="Google Shape;1874;p58"/>
            <p:cNvSpPr/>
            <p:nvPr/>
          </p:nvSpPr>
          <p:spPr>
            <a:xfrm>
              <a:off x="1287720" y="1426320"/>
              <a:ext cx="1483200" cy="1376640"/>
            </a:xfrm>
            <a:custGeom>
              <a:avLst/>
              <a:gdLst>
                <a:gd name="textAreaLeft" fmla="*/ 0 w 1483200"/>
                <a:gd name="textAreaRight" fmla="*/ 1483560 w 1483200"/>
                <a:gd name="textAreaTop" fmla="*/ 0 h 1376640"/>
                <a:gd name="textAreaBottom" fmla="*/ 1377000 h 1376640"/>
              </a:gdLst>
              <a:ahLst/>
              <a:cxnLst/>
              <a:rect l="textAreaLeft" t="textAreaTop" r="textAreaRight" b="textAreaBottom"/>
              <a:pathLst>
                <a:path w="18154" h="16851">
                  <a:moveTo>
                    <a:pt x="3397" y="2270"/>
                  </a:moveTo>
                  <a:cubicBezTo>
                    <a:pt x="3851" y="2284"/>
                    <a:pt x="4744" y="2284"/>
                    <a:pt x="5856" y="2284"/>
                  </a:cubicBezTo>
                  <a:lnTo>
                    <a:pt x="5856" y="4495"/>
                  </a:lnTo>
                  <a:cubicBezTo>
                    <a:pt x="4714" y="4495"/>
                    <a:pt x="3734" y="4509"/>
                    <a:pt x="3119" y="4509"/>
                  </a:cubicBezTo>
                  <a:cubicBezTo>
                    <a:pt x="3133" y="4100"/>
                    <a:pt x="3192" y="3690"/>
                    <a:pt x="3250" y="3324"/>
                  </a:cubicBezTo>
                  <a:cubicBezTo>
                    <a:pt x="3294" y="2928"/>
                    <a:pt x="3338" y="2577"/>
                    <a:pt x="3397" y="2270"/>
                  </a:cubicBezTo>
                  <a:close/>
                  <a:moveTo>
                    <a:pt x="9999" y="2299"/>
                  </a:moveTo>
                  <a:cubicBezTo>
                    <a:pt x="10029" y="2943"/>
                    <a:pt x="10072" y="3690"/>
                    <a:pt x="10131" y="4524"/>
                  </a:cubicBezTo>
                  <a:lnTo>
                    <a:pt x="5929" y="4524"/>
                  </a:lnTo>
                  <a:cubicBezTo>
                    <a:pt x="5929" y="3690"/>
                    <a:pt x="5929" y="2943"/>
                    <a:pt x="5915" y="2299"/>
                  </a:cubicBezTo>
                  <a:close/>
                  <a:moveTo>
                    <a:pt x="12356" y="2270"/>
                  </a:moveTo>
                  <a:cubicBezTo>
                    <a:pt x="12371" y="2401"/>
                    <a:pt x="12400" y="2548"/>
                    <a:pt x="12415" y="2694"/>
                  </a:cubicBezTo>
                  <a:cubicBezTo>
                    <a:pt x="12488" y="3207"/>
                    <a:pt x="12561" y="3821"/>
                    <a:pt x="12649" y="4524"/>
                  </a:cubicBezTo>
                  <a:cubicBezTo>
                    <a:pt x="12122" y="4524"/>
                    <a:pt x="11258" y="4495"/>
                    <a:pt x="10219" y="4495"/>
                  </a:cubicBezTo>
                  <a:cubicBezTo>
                    <a:pt x="10160" y="3675"/>
                    <a:pt x="10116" y="2928"/>
                    <a:pt x="10072" y="2284"/>
                  </a:cubicBezTo>
                  <a:cubicBezTo>
                    <a:pt x="11053" y="2284"/>
                    <a:pt x="11858" y="2284"/>
                    <a:pt x="12356" y="2270"/>
                  </a:cubicBezTo>
                  <a:close/>
                  <a:moveTo>
                    <a:pt x="10146" y="4597"/>
                  </a:moveTo>
                  <a:cubicBezTo>
                    <a:pt x="10146" y="5066"/>
                    <a:pt x="10175" y="5549"/>
                    <a:pt x="10219" y="6061"/>
                  </a:cubicBezTo>
                  <a:cubicBezTo>
                    <a:pt x="10233" y="6354"/>
                    <a:pt x="10248" y="6647"/>
                    <a:pt x="10263" y="6910"/>
                  </a:cubicBezTo>
                  <a:lnTo>
                    <a:pt x="5915" y="6910"/>
                  </a:lnTo>
                  <a:cubicBezTo>
                    <a:pt x="5915" y="6603"/>
                    <a:pt x="5929" y="6310"/>
                    <a:pt x="5929" y="5988"/>
                  </a:cubicBezTo>
                  <a:cubicBezTo>
                    <a:pt x="5929" y="5505"/>
                    <a:pt x="5959" y="5051"/>
                    <a:pt x="5959" y="4597"/>
                  </a:cubicBezTo>
                  <a:close/>
                  <a:moveTo>
                    <a:pt x="3075" y="4568"/>
                  </a:moveTo>
                  <a:cubicBezTo>
                    <a:pt x="3719" y="4568"/>
                    <a:pt x="4685" y="4583"/>
                    <a:pt x="5842" y="4583"/>
                  </a:cubicBezTo>
                  <a:cubicBezTo>
                    <a:pt x="5842" y="5037"/>
                    <a:pt x="5842" y="5505"/>
                    <a:pt x="5827" y="5973"/>
                  </a:cubicBezTo>
                  <a:cubicBezTo>
                    <a:pt x="5827" y="6296"/>
                    <a:pt x="5798" y="6603"/>
                    <a:pt x="5798" y="6910"/>
                  </a:cubicBezTo>
                  <a:cubicBezTo>
                    <a:pt x="4612" y="6910"/>
                    <a:pt x="3572" y="6910"/>
                    <a:pt x="2797" y="6925"/>
                  </a:cubicBezTo>
                  <a:cubicBezTo>
                    <a:pt x="2899" y="6076"/>
                    <a:pt x="2987" y="5285"/>
                    <a:pt x="3075" y="4568"/>
                  </a:cubicBezTo>
                  <a:close/>
                  <a:moveTo>
                    <a:pt x="12634" y="4568"/>
                  </a:moveTo>
                  <a:cubicBezTo>
                    <a:pt x="12708" y="5154"/>
                    <a:pt x="12795" y="5783"/>
                    <a:pt x="12869" y="6442"/>
                  </a:cubicBezTo>
                  <a:cubicBezTo>
                    <a:pt x="12883" y="6603"/>
                    <a:pt x="12927" y="6764"/>
                    <a:pt x="12942" y="6954"/>
                  </a:cubicBezTo>
                  <a:cubicBezTo>
                    <a:pt x="12444" y="6910"/>
                    <a:pt x="11522" y="6910"/>
                    <a:pt x="10351" y="6910"/>
                  </a:cubicBezTo>
                  <a:cubicBezTo>
                    <a:pt x="10321" y="6647"/>
                    <a:pt x="10307" y="6354"/>
                    <a:pt x="10292" y="6061"/>
                  </a:cubicBezTo>
                  <a:cubicBezTo>
                    <a:pt x="10248" y="5564"/>
                    <a:pt x="10233" y="5066"/>
                    <a:pt x="10204" y="4597"/>
                  </a:cubicBezTo>
                  <a:cubicBezTo>
                    <a:pt x="11258" y="4597"/>
                    <a:pt x="12122" y="4568"/>
                    <a:pt x="12634" y="4568"/>
                  </a:cubicBezTo>
                  <a:close/>
                  <a:moveTo>
                    <a:pt x="2782" y="6969"/>
                  </a:moveTo>
                  <a:cubicBezTo>
                    <a:pt x="3558" y="6969"/>
                    <a:pt x="4597" y="6984"/>
                    <a:pt x="5783" y="6984"/>
                  </a:cubicBezTo>
                  <a:cubicBezTo>
                    <a:pt x="5768" y="7847"/>
                    <a:pt x="5754" y="8652"/>
                    <a:pt x="5739" y="9326"/>
                  </a:cubicBezTo>
                  <a:cubicBezTo>
                    <a:pt x="4524" y="9355"/>
                    <a:pt x="3426" y="9355"/>
                    <a:pt x="2548" y="9355"/>
                  </a:cubicBezTo>
                  <a:cubicBezTo>
                    <a:pt x="2562" y="9209"/>
                    <a:pt x="2592" y="9062"/>
                    <a:pt x="2592" y="8916"/>
                  </a:cubicBezTo>
                  <a:cubicBezTo>
                    <a:pt x="2665" y="8228"/>
                    <a:pt x="2709" y="7598"/>
                    <a:pt x="2782" y="6969"/>
                  </a:cubicBezTo>
                  <a:close/>
                  <a:moveTo>
                    <a:pt x="10263" y="7013"/>
                  </a:moveTo>
                  <a:cubicBezTo>
                    <a:pt x="10321" y="7847"/>
                    <a:pt x="10365" y="8652"/>
                    <a:pt x="10424" y="9370"/>
                  </a:cubicBezTo>
                  <a:lnTo>
                    <a:pt x="10190" y="9370"/>
                  </a:lnTo>
                  <a:cubicBezTo>
                    <a:pt x="9194" y="9370"/>
                    <a:pt x="7818" y="9370"/>
                    <a:pt x="6295" y="9355"/>
                  </a:cubicBezTo>
                  <a:lnTo>
                    <a:pt x="5842" y="9355"/>
                  </a:lnTo>
                  <a:cubicBezTo>
                    <a:pt x="5856" y="8652"/>
                    <a:pt x="5900" y="7862"/>
                    <a:pt x="5915" y="7013"/>
                  </a:cubicBezTo>
                  <a:close/>
                  <a:moveTo>
                    <a:pt x="13352" y="9663"/>
                  </a:moveTo>
                  <a:cubicBezTo>
                    <a:pt x="13366" y="9824"/>
                    <a:pt x="13396" y="10014"/>
                    <a:pt x="13410" y="10160"/>
                  </a:cubicBezTo>
                  <a:cubicBezTo>
                    <a:pt x="13440" y="10204"/>
                    <a:pt x="13440" y="10263"/>
                    <a:pt x="13440" y="10336"/>
                  </a:cubicBezTo>
                  <a:cubicBezTo>
                    <a:pt x="13147" y="10380"/>
                    <a:pt x="12854" y="10409"/>
                    <a:pt x="12620" y="10424"/>
                  </a:cubicBezTo>
                  <a:cubicBezTo>
                    <a:pt x="12751" y="10263"/>
                    <a:pt x="12956" y="10058"/>
                    <a:pt x="13161" y="9868"/>
                  </a:cubicBezTo>
                  <a:cubicBezTo>
                    <a:pt x="13235" y="9794"/>
                    <a:pt x="13293" y="9736"/>
                    <a:pt x="13352" y="9663"/>
                  </a:cubicBezTo>
                  <a:close/>
                  <a:moveTo>
                    <a:pt x="10438" y="9399"/>
                  </a:moveTo>
                  <a:cubicBezTo>
                    <a:pt x="10468" y="10160"/>
                    <a:pt x="10512" y="10775"/>
                    <a:pt x="10541" y="11229"/>
                  </a:cubicBezTo>
                  <a:cubicBezTo>
                    <a:pt x="9794" y="11302"/>
                    <a:pt x="8813" y="11405"/>
                    <a:pt x="7715" y="11405"/>
                  </a:cubicBezTo>
                  <a:cubicBezTo>
                    <a:pt x="6998" y="11405"/>
                    <a:pt x="6339" y="11375"/>
                    <a:pt x="5754" y="11346"/>
                  </a:cubicBezTo>
                  <a:cubicBezTo>
                    <a:pt x="5768" y="11053"/>
                    <a:pt x="5783" y="10629"/>
                    <a:pt x="5827" y="10102"/>
                  </a:cubicBezTo>
                  <a:cubicBezTo>
                    <a:pt x="5842" y="9897"/>
                    <a:pt x="5842" y="9663"/>
                    <a:pt x="5856" y="9428"/>
                  </a:cubicBezTo>
                  <a:lnTo>
                    <a:pt x="6325" y="9428"/>
                  </a:lnTo>
                  <a:cubicBezTo>
                    <a:pt x="7833" y="9428"/>
                    <a:pt x="9209" y="9399"/>
                    <a:pt x="10219" y="9399"/>
                  </a:cubicBezTo>
                  <a:close/>
                  <a:moveTo>
                    <a:pt x="9926" y="1"/>
                  </a:moveTo>
                  <a:lnTo>
                    <a:pt x="9926" y="1"/>
                  </a:lnTo>
                  <a:cubicBezTo>
                    <a:pt x="9911" y="1"/>
                    <a:pt x="9941" y="864"/>
                    <a:pt x="10014" y="2211"/>
                  </a:cubicBezTo>
                  <a:lnTo>
                    <a:pt x="5959" y="2211"/>
                  </a:lnTo>
                  <a:lnTo>
                    <a:pt x="5959" y="1845"/>
                  </a:lnTo>
                  <a:cubicBezTo>
                    <a:pt x="5929" y="1318"/>
                    <a:pt x="5929" y="894"/>
                    <a:pt x="5915" y="601"/>
                  </a:cubicBezTo>
                  <a:cubicBezTo>
                    <a:pt x="5915" y="454"/>
                    <a:pt x="5900" y="352"/>
                    <a:pt x="5900" y="249"/>
                  </a:cubicBezTo>
                  <a:cubicBezTo>
                    <a:pt x="5900" y="176"/>
                    <a:pt x="5900" y="147"/>
                    <a:pt x="5886" y="147"/>
                  </a:cubicBezTo>
                  <a:lnTo>
                    <a:pt x="5886" y="249"/>
                  </a:lnTo>
                  <a:lnTo>
                    <a:pt x="5886" y="601"/>
                  </a:lnTo>
                  <a:lnTo>
                    <a:pt x="5886" y="1845"/>
                  </a:lnTo>
                  <a:lnTo>
                    <a:pt x="5886" y="2211"/>
                  </a:lnTo>
                  <a:cubicBezTo>
                    <a:pt x="4758" y="2211"/>
                    <a:pt x="3880" y="2226"/>
                    <a:pt x="3411" y="2226"/>
                  </a:cubicBezTo>
                  <a:cubicBezTo>
                    <a:pt x="3441" y="2006"/>
                    <a:pt x="3470" y="1787"/>
                    <a:pt x="3485" y="1626"/>
                  </a:cubicBezTo>
                  <a:cubicBezTo>
                    <a:pt x="3499" y="1421"/>
                    <a:pt x="3514" y="1274"/>
                    <a:pt x="3529" y="1172"/>
                  </a:cubicBezTo>
                  <a:cubicBezTo>
                    <a:pt x="3529" y="1113"/>
                    <a:pt x="3558" y="1084"/>
                    <a:pt x="3558" y="1040"/>
                  </a:cubicBezTo>
                  <a:lnTo>
                    <a:pt x="3558" y="1011"/>
                  </a:lnTo>
                  <a:cubicBezTo>
                    <a:pt x="3558" y="1011"/>
                    <a:pt x="3558" y="1025"/>
                    <a:pt x="3529" y="1040"/>
                  </a:cubicBezTo>
                  <a:cubicBezTo>
                    <a:pt x="3529" y="1084"/>
                    <a:pt x="3514" y="1113"/>
                    <a:pt x="3514" y="1157"/>
                  </a:cubicBezTo>
                  <a:cubicBezTo>
                    <a:pt x="3499" y="1260"/>
                    <a:pt x="3485" y="1421"/>
                    <a:pt x="3441" y="1611"/>
                  </a:cubicBezTo>
                  <a:cubicBezTo>
                    <a:pt x="3411" y="1772"/>
                    <a:pt x="3397" y="1992"/>
                    <a:pt x="3353" y="2211"/>
                  </a:cubicBezTo>
                  <a:cubicBezTo>
                    <a:pt x="3148" y="2211"/>
                    <a:pt x="3045" y="2226"/>
                    <a:pt x="3045" y="2226"/>
                  </a:cubicBezTo>
                  <a:cubicBezTo>
                    <a:pt x="3045" y="2226"/>
                    <a:pt x="3148" y="2255"/>
                    <a:pt x="3353" y="2255"/>
                  </a:cubicBezTo>
                  <a:cubicBezTo>
                    <a:pt x="3309" y="2562"/>
                    <a:pt x="3265" y="2914"/>
                    <a:pt x="3207" y="3294"/>
                  </a:cubicBezTo>
                  <a:cubicBezTo>
                    <a:pt x="3148" y="3660"/>
                    <a:pt x="3104" y="4056"/>
                    <a:pt x="3045" y="4495"/>
                  </a:cubicBezTo>
                  <a:cubicBezTo>
                    <a:pt x="2562" y="4495"/>
                    <a:pt x="2299" y="4524"/>
                    <a:pt x="2299" y="4524"/>
                  </a:cubicBezTo>
                  <a:cubicBezTo>
                    <a:pt x="2299" y="4524"/>
                    <a:pt x="2562" y="4539"/>
                    <a:pt x="3045" y="4539"/>
                  </a:cubicBezTo>
                  <a:cubicBezTo>
                    <a:pt x="2958" y="5256"/>
                    <a:pt x="2855" y="6032"/>
                    <a:pt x="2753" y="6881"/>
                  </a:cubicBezTo>
                  <a:cubicBezTo>
                    <a:pt x="1948" y="6881"/>
                    <a:pt x="1450" y="6896"/>
                    <a:pt x="1450" y="6910"/>
                  </a:cubicBezTo>
                  <a:cubicBezTo>
                    <a:pt x="1450" y="6940"/>
                    <a:pt x="1933" y="6940"/>
                    <a:pt x="2738" y="6954"/>
                  </a:cubicBezTo>
                  <a:cubicBezTo>
                    <a:pt x="2665" y="7569"/>
                    <a:pt x="2592" y="8213"/>
                    <a:pt x="2533" y="8887"/>
                  </a:cubicBezTo>
                  <a:cubicBezTo>
                    <a:pt x="2504" y="9033"/>
                    <a:pt x="2489" y="9180"/>
                    <a:pt x="2489" y="9326"/>
                  </a:cubicBezTo>
                  <a:lnTo>
                    <a:pt x="2416" y="9326"/>
                  </a:lnTo>
                  <a:cubicBezTo>
                    <a:pt x="1918" y="9326"/>
                    <a:pt x="1523" y="9355"/>
                    <a:pt x="1230" y="9355"/>
                  </a:cubicBezTo>
                  <a:lnTo>
                    <a:pt x="908" y="9355"/>
                  </a:lnTo>
                  <a:cubicBezTo>
                    <a:pt x="835" y="9355"/>
                    <a:pt x="791" y="9355"/>
                    <a:pt x="791" y="9370"/>
                  </a:cubicBezTo>
                  <a:cubicBezTo>
                    <a:pt x="791" y="9377"/>
                    <a:pt x="802" y="9377"/>
                    <a:pt x="822" y="9377"/>
                  </a:cubicBezTo>
                  <a:cubicBezTo>
                    <a:pt x="842" y="9377"/>
                    <a:pt x="872" y="9377"/>
                    <a:pt x="908" y="9384"/>
                  </a:cubicBezTo>
                  <a:lnTo>
                    <a:pt x="1230" y="9384"/>
                  </a:lnTo>
                  <a:cubicBezTo>
                    <a:pt x="1523" y="9384"/>
                    <a:pt x="1918" y="9384"/>
                    <a:pt x="2416" y="9399"/>
                  </a:cubicBezTo>
                  <a:lnTo>
                    <a:pt x="2489" y="9399"/>
                  </a:lnTo>
                  <a:cubicBezTo>
                    <a:pt x="2401" y="10365"/>
                    <a:pt x="2328" y="11288"/>
                    <a:pt x="2255" y="12122"/>
                  </a:cubicBezTo>
                  <a:lnTo>
                    <a:pt x="1889" y="12122"/>
                  </a:lnTo>
                  <a:cubicBezTo>
                    <a:pt x="1011" y="12122"/>
                    <a:pt x="279" y="12151"/>
                    <a:pt x="279" y="12181"/>
                  </a:cubicBezTo>
                  <a:cubicBezTo>
                    <a:pt x="279" y="12225"/>
                    <a:pt x="996" y="12239"/>
                    <a:pt x="1889" y="12239"/>
                  </a:cubicBezTo>
                  <a:lnTo>
                    <a:pt x="2255" y="12239"/>
                  </a:lnTo>
                  <a:cubicBezTo>
                    <a:pt x="2196" y="13103"/>
                    <a:pt x="2138" y="13864"/>
                    <a:pt x="2109" y="14523"/>
                  </a:cubicBezTo>
                  <a:cubicBezTo>
                    <a:pt x="2109" y="14699"/>
                    <a:pt x="2094" y="14830"/>
                    <a:pt x="2094" y="14991"/>
                  </a:cubicBezTo>
                  <a:lnTo>
                    <a:pt x="1377" y="14991"/>
                  </a:lnTo>
                  <a:cubicBezTo>
                    <a:pt x="630" y="14991"/>
                    <a:pt x="0" y="15006"/>
                    <a:pt x="0" y="15035"/>
                  </a:cubicBezTo>
                  <a:cubicBezTo>
                    <a:pt x="0" y="15065"/>
                    <a:pt x="601" y="15094"/>
                    <a:pt x="1377" y="15094"/>
                  </a:cubicBezTo>
                  <a:lnTo>
                    <a:pt x="2094" y="15094"/>
                  </a:lnTo>
                  <a:cubicBezTo>
                    <a:pt x="2065" y="15577"/>
                    <a:pt x="2050" y="15958"/>
                    <a:pt x="2035" y="16265"/>
                  </a:cubicBezTo>
                  <a:cubicBezTo>
                    <a:pt x="2035" y="16470"/>
                    <a:pt x="2021" y="16616"/>
                    <a:pt x="2021" y="16719"/>
                  </a:cubicBezTo>
                  <a:lnTo>
                    <a:pt x="2021" y="16851"/>
                  </a:lnTo>
                  <a:cubicBezTo>
                    <a:pt x="2021" y="16821"/>
                    <a:pt x="2021" y="16777"/>
                    <a:pt x="2035" y="16719"/>
                  </a:cubicBezTo>
                  <a:cubicBezTo>
                    <a:pt x="2035" y="16616"/>
                    <a:pt x="2050" y="16455"/>
                    <a:pt x="2079" y="16265"/>
                  </a:cubicBezTo>
                  <a:cubicBezTo>
                    <a:pt x="2094" y="15958"/>
                    <a:pt x="2109" y="15577"/>
                    <a:pt x="2152" y="15094"/>
                  </a:cubicBezTo>
                  <a:cubicBezTo>
                    <a:pt x="2518" y="15094"/>
                    <a:pt x="2738" y="15079"/>
                    <a:pt x="2738" y="15065"/>
                  </a:cubicBezTo>
                  <a:cubicBezTo>
                    <a:pt x="2738" y="15035"/>
                    <a:pt x="2489" y="15021"/>
                    <a:pt x="2152" y="15021"/>
                  </a:cubicBezTo>
                  <a:cubicBezTo>
                    <a:pt x="2167" y="14874"/>
                    <a:pt x="2167" y="14728"/>
                    <a:pt x="2182" y="14567"/>
                  </a:cubicBezTo>
                  <a:cubicBezTo>
                    <a:pt x="2226" y="13908"/>
                    <a:pt x="2270" y="13118"/>
                    <a:pt x="2343" y="12283"/>
                  </a:cubicBezTo>
                  <a:cubicBezTo>
                    <a:pt x="3002" y="12283"/>
                    <a:pt x="3499" y="12254"/>
                    <a:pt x="3499" y="12239"/>
                  </a:cubicBezTo>
                  <a:cubicBezTo>
                    <a:pt x="3499" y="12225"/>
                    <a:pt x="3031" y="12210"/>
                    <a:pt x="2343" y="12210"/>
                  </a:cubicBezTo>
                  <a:cubicBezTo>
                    <a:pt x="2416" y="11361"/>
                    <a:pt x="2489" y="10453"/>
                    <a:pt x="2592" y="9472"/>
                  </a:cubicBezTo>
                  <a:cubicBezTo>
                    <a:pt x="3441" y="9472"/>
                    <a:pt x="4568" y="9472"/>
                    <a:pt x="5783" y="9502"/>
                  </a:cubicBezTo>
                  <a:cubicBezTo>
                    <a:pt x="5783" y="9736"/>
                    <a:pt x="5768" y="9955"/>
                    <a:pt x="5768" y="10175"/>
                  </a:cubicBezTo>
                  <a:cubicBezTo>
                    <a:pt x="5754" y="10687"/>
                    <a:pt x="5754" y="11112"/>
                    <a:pt x="5724" y="11419"/>
                  </a:cubicBezTo>
                  <a:cubicBezTo>
                    <a:pt x="5388" y="11405"/>
                    <a:pt x="5051" y="11375"/>
                    <a:pt x="4773" y="11346"/>
                  </a:cubicBezTo>
                  <a:cubicBezTo>
                    <a:pt x="4392" y="11302"/>
                    <a:pt x="4100" y="11273"/>
                    <a:pt x="3880" y="11258"/>
                  </a:cubicBezTo>
                  <a:cubicBezTo>
                    <a:pt x="3792" y="11229"/>
                    <a:pt x="3704" y="11229"/>
                    <a:pt x="3646" y="11229"/>
                  </a:cubicBezTo>
                  <a:lnTo>
                    <a:pt x="3558" y="11229"/>
                  </a:lnTo>
                  <a:cubicBezTo>
                    <a:pt x="3558" y="11229"/>
                    <a:pt x="3587" y="11258"/>
                    <a:pt x="3646" y="11258"/>
                  </a:cubicBezTo>
                  <a:cubicBezTo>
                    <a:pt x="3719" y="11273"/>
                    <a:pt x="3792" y="11273"/>
                    <a:pt x="3880" y="11288"/>
                  </a:cubicBezTo>
                  <a:cubicBezTo>
                    <a:pt x="4085" y="11332"/>
                    <a:pt x="4392" y="11361"/>
                    <a:pt x="4773" y="11405"/>
                  </a:cubicBezTo>
                  <a:cubicBezTo>
                    <a:pt x="5051" y="11434"/>
                    <a:pt x="5388" y="11449"/>
                    <a:pt x="5724" y="11493"/>
                  </a:cubicBezTo>
                  <a:lnTo>
                    <a:pt x="5724" y="11741"/>
                  </a:lnTo>
                  <a:lnTo>
                    <a:pt x="5724" y="11859"/>
                  </a:lnTo>
                  <a:cubicBezTo>
                    <a:pt x="5724" y="11859"/>
                    <a:pt x="5724" y="11815"/>
                    <a:pt x="5754" y="11741"/>
                  </a:cubicBezTo>
                  <a:cubicBezTo>
                    <a:pt x="5754" y="11668"/>
                    <a:pt x="5768" y="11580"/>
                    <a:pt x="5768" y="11493"/>
                  </a:cubicBezTo>
                  <a:cubicBezTo>
                    <a:pt x="6274" y="11518"/>
                    <a:pt x="6845" y="11554"/>
                    <a:pt x="7453" y="11554"/>
                  </a:cubicBezTo>
                  <a:cubicBezTo>
                    <a:pt x="7549" y="11554"/>
                    <a:pt x="7647" y="11553"/>
                    <a:pt x="7745" y="11551"/>
                  </a:cubicBezTo>
                  <a:cubicBezTo>
                    <a:pt x="8843" y="11522"/>
                    <a:pt x="9853" y="11449"/>
                    <a:pt x="10599" y="11346"/>
                  </a:cubicBezTo>
                  <a:cubicBezTo>
                    <a:pt x="10643" y="11859"/>
                    <a:pt x="10658" y="12151"/>
                    <a:pt x="10673" y="12151"/>
                  </a:cubicBezTo>
                  <a:cubicBezTo>
                    <a:pt x="10673" y="12151"/>
                    <a:pt x="10673" y="11859"/>
                    <a:pt x="10658" y="11346"/>
                  </a:cubicBezTo>
                  <a:lnTo>
                    <a:pt x="10702" y="11346"/>
                  </a:lnTo>
                  <a:cubicBezTo>
                    <a:pt x="11097" y="11288"/>
                    <a:pt x="11390" y="11258"/>
                    <a:pt x="11580" y="11214"/>
                  </a:cubicBezTo>
                  <a:cubicBezTo>
                    <a:pt x="11683" y="11200"/>
                    <a:pt x="11771" y="11185"/>
                    <a:pt x="11829" y="11156"/>
                  </a:cubicBezTo>
                  <a:cubicBezTo>
                    <a:pt x="11873" y="11141"/>
                    <a:pt x="11917" y="11141"/>
                    <a:pt x="11902" y="11141"/>
                  </a:cubicBezTo>
                  <a:lnTo>
                    <a:pt x="11800" y="11141"/>
                  </a:lnTo>
                  <a:cubicBezTo>
                    <a:pt x="11727" y="11141"/>
                    <a:pt x="11653" y="11156"/>
                    <a:pt x="11566" y="11185"/>
                  </a:cubicBezTo>
                  <a:cubicBezTo>
                    <a:pt x="11361" y="11214"/>
                    <a:pt x="11053" y="11258"/>
                    <a:pt x="10673" y="11288"/>
                  </a:cubicBezTo>
                  <a:lnTo>
                    <a:pt x="10614" y="11288"/>
                  </a:lnTo>
                  <a:cubicBezTo>
                    <a:pt x="10599" y="10834"/>
                    <a:pt x="10556" y="10204"/>
                    <a:pt x="10526" y="9472"/>
                  </a:cubicBezTo>
                  <a:cubicBezTo>
                    <a:pt x="10878" y="9472"/>
                    <a:pt x="11185" y="9472"/>
                    <a:pt x="11405" y="9458"/>
                  </a:cubicBezTo>
                  <a:lnTo>
                    <a:pt x="11727" y="9458"/>
                  </a:lnTo>
                  <a:cubicBezTo>
                    <a:pt x="11800" y="9458"/>
                    <a:pt x="11844" y="9458"/>
                    <a:pt x="11844" y="9443"/>
                  </a:cubicBezTo>
                  <a:cubicBezTo>
                    <a:pt x="11844" y="9436"/>
                    <a:pt x="11833" y="9436"/>
                    <a:pt x="11813" y="9436"/>
                  </a:cubicBezTo>
                  <a:cubicBezTo>
                    <a:pt x="11793" y="9436"/>
                    <a:pt x="11763" y="9436"/>
                    <a:pt x="11727" y="9428"/>
                  </a:cubicBezTo>
                  <a:lnTo>
                    <a:pt x="11405" y="9428"/>
                  </a:lnTo>
                  <a:cubicBezTo>
                    <a:pt x="11185" y="9428"/>
                    <a:pt x="10878" y="9428"/>
                    <a:pt x="10526" y="9399"/>
                  </a:cubicBezTo>
                  <a:cubicBezTo>
                    <a:pt x="10482" y="8711"/>
                    <a:pt x="10438" y="7906"/>
                    <a:pt x="10394" y="7027"/>
                  </a:cubicBezTo>
                  <a:cubicBezTo>
                    <a:pt x="11566" y="7027"/>
                    <a:pt x="12503" y="7013"/>
                    <a:pt x="13015" y="7013"/>
                  </a:cubicBezTo>
                  <a:cubicBezTo>
                    <a:pt x="13074" y="7423"/>
                    <a:pt x="13117" y="7833"/>
                    <a:pt x="13176" y="8213"/>
                  </a:cubicBezTo>
                  <a:cubicBezTo>
                    <a:pt x="13044" y="8272"/>
                    <a:pt x="12883" y="8330"/>
                    <a:pt x="12708" y="8374"/>
                  </a:cubicBezTo>
                  <a:cubicBezTo>
                    <a:pt x="12210" y="8565"/>
                    <a:pt x="11785" y="8667"/>
                    <a:pt x="11785" y="8696"/>
                  </a:cubicBezTo>
                  <a:cubicBezTo>
                    <a:pt x="11785" y="8698"/>
                    <a:pt x="11788" y="8698"/>
                    <a:pt x="11794" y="8698"/>
                  </a:cubicBezTo>
                  <a:cubicBezTo>
                    <a:pt x="11858" y="8698"/>
                    <a:pt x="12267" y="8622"/>
                    <a:pt x="12737" y="8448"/>
                  </a:cubicBezTo>
                  <a:cubicBezTo>
                    <a:pt x="12898" y="8404"/>
                    <a:pt x="13044" y="8330"/>
                    <a:pt x="13176" y="8272"/>
                  </a:cubicBezTo>
                  <a:cubicBezTo>
                    <a:pt x="13249" y="8726"/>
                    <a:pt x="13308" y="9165"/>
                    <a:pt x="13366" y="9575"/>
                  </a:cubicBezTo>
                  <a:cubicBezTo>
                    <a:pt x="13293" y="9648"/>
                    <a:pt x="13191" y="9736"/>
                    <a:pt x="13117" y="9824"/>
                  </a:cubicBezTo>
                  <a:cubicBezTo>
                    <a:pt x="12883" y="10058"/>
                    <a:pt x="12678" y="10277"/>
                    <a:pt x="12503" y="10482"/>
                  </a:cubicBezTo>
                  <a:cubicBezTo>
                    <a:pt x="12268" y="10497"/>
                    <a:pt x="12078" y="10526"/>
                    <a:pt x="11932" y="10541"/>
                  </a:cubicBezTo>
                  <a:cubicBezTo>
                    <a:pt x="11771" y="10556"/>
                    <a:pt x="11683" y="10556"/>
                    <a:pt x="11683" y="10570"/>
                  </a:cubicBezTo>
                  <a:lnTo>
                    <a:pt x="11932" y="10570"/>
                  </a:lnTo>
                  <a:cubicBezTo>
                    <a:pt x="12063" y="10570"/>
                    <a:pt x="12224" y="10556"/>
                    <a:pt x="12444" y="10556"/>
                  </a:cubicBezTo>
                  <a:cubicBezTo>
                    <a:pt x="12151" y="10863"/>
                    <a:pt x="11976" y="11068"/>
                    <a:pt x="11990" y="11083"/>
                  </a:cubicBezTo>
                  <a:cubicBezTo>
                    <a:pt x="11991" y="11084"/>
                    <a:pt x="11993" y="11085"/>
                    <a:pt x="11995" y="11085"/>
                  </a:cubicBezTo>
                  <a:cubicBezTo>
                    <a:pt x="12032" y="11085"/>
                    <a:pt x="12245" y="10872"/>
                    <a:pt x="12561" y="10556"/>
                  </a:cubicBezTo>
                  <a:lnTo>
                    <a:pt x="12649" y="10556"/>
                  </a:lnTo>
                  <a:cubicBezTo>
                    <a:pt x="12883" y="10541"/>
                    <a:pt x="13176" y="10497"/>
                    <a:pt x="13483" y="10468"/>
                  </a:cubicBezTo>
                  <a:cubicBezTo>
                    <a:pt x="13542" y="10819"/>
                    <a:pt x="13586" y="11112"/>
                    <a:pt x="13615" y="11346"/>
                  </a:cubicBezTo>
                  <a:cubicBezTo>
                    <a:pt x="13630" y="11478"/>
                    <a:pt x="13659" y="11566"/>
                    <a:pt x="13674" y="11654"/>
                  </a:cubicBezTo>
                  <a:cubicBezTo>
                    <a:pt x="13688" y="11727"/>
                    <a:pt x="13688" y="11771"/>
                    <a:pt x="13688" y="11771"/>
                  </a:cubicBezTo>
                  <a:lnTo>
                    <a:pt x="13688" y="11654"/>
                  </a:lnTo>
                  <a:cubicBezTo>
                    <a:pt x="13688" y="11580"/>
                    <a:pt x="13674" y="11478"/>
                    <a:pt x="13659" y="11346"/>
                  </a:cubicBezTo>
                  <a:cubicBezTo>
                    <a:pt x="13615" y="11127"/>
                    <a:pt x="13601" y="10834"/>
                    <a:pt x="13542" y="10468"/>
                  </a:cubicBezTo>
                  <a:cubicBezTo>
                    <a:pt x="13967" y="10409"/>
                    <a:pt x="14435" y="10336"/>
                    <a:pt x="14947" y="10234"/>
                  </a:cubicBezTo>
                  <a:lnTo>
                    <a:pt x="14947" y="10234"/>
                  </a:lnTo>
                  <a:cubicBezTo>
                    <a:pt x="14874" y="11083"/>
                    <a:pt x="14860" y="11771"/>
                    <a:pt x="14874" y="11785"/>
                  </a:cubicBezTo>
                  <a:cubicBezTo>
                    <a:pt x="14903" y="11785"/>
                    <a:pt x="14977" y="11083"/>
                    <a:pt x="15050" y="10204"/>
                  </a:cubicBezTo>
                  <a:cubicBezTo>
                    <a:pt x="15606" y="10102"/>
                    <a:pt x="16148" y="9955"/>
                    <a:pt x="16602" y="9824"/>
                  </a:cubicBezTo>
                  <a:cubicBezTo>
                    <a:pt x="16745" y="10370"/>
                    <a:pt x="16847" y="10761"/>
                    <a:pt x="16892" y="10761"/>
                  </a:cubicBezTo>
                  <a:cubicBezTo>
                    <a:pt x="16893" y="10761"/>
                    <a:pt x="16894" y="10761"/>
                    <a:pt x="16894" y="10761"/>
                  </a:cubicBezTo>
                  <a:cubicBezTo>
                    <a:pt x="16909" y="10761"/>
                    <a:pt x="16821" y="10336"/>
                    <a:pt x="16689" y="9794"/>
                  </a:cubicBezTo>
                  <a:cubicBezTo>
                    <a:pt x="16894" y="9736"/>
                    <a:pt x="17070" y="9663"/>
                    <a:pt x="17246" y="9604"/>
                  </a:cubicBezTo>
                  <a:cubicBezTo>
                    <a:pt x="17539" y="9516"/>
                    <a:pt x="17758" y="9428"/>
                    <a:pt x="17919" y="9370"/>
                  </a:cubicBezTo>
                  <a:cubicBezTo>
                    <a:pt x="18080" y="9311"/>
                    <a:pt x="18153" y="9282"/>
                    <a:pt x="18153" y="9253"/>
                  </a:cubicBezTo>
                  <a:cubicBezTo>
                    <a:pt x="18139" y="9243"/>
                    <a:pt x="18118" y="9238"/>
                    <a:pt x="18091" y="9238"/>
                  </a:cubicBezTo>
                  <a:cubicBezTo>
                    <a:pt x="18036" y="9238"/>
                    <a:pt x="17958" y="9258"/>
                    <a:pt x="17861" y="9297"/>
                  </a:cubicBezTo>
                  <a:cubicBezTo>
                    <a:pt x="17700" y="9355"/>
                    <a:pt x="17480" y="9428"/>
                    <a:pt x="17187" y="9516"/>
                  </a:cubicBezTo>
                  <a:cubicBezTo>
                    <a:pt x="17026" y="9575"/>
                    <a:pt x="16836" y="9619"/>
                    <a:pt x="16646" y="9677"/>
                  </a:cubicBezTo>
                  <a:lnTo>
                    <a:pt x="16587" y="9458"/>
                  </a:lnTo>
                  <a:cubicBezTo>
                    <a:pt x="16399" y="8793"/>
                    <a:pt x="16254" y="8228"/>
                    <a:pt x="16222" y="8228"/>
                  </a:cubicBezTo>
                  <a:cubicBezTo>
                    <a:pt x="16222" y="8228"/>
                    <a:pt x="16221" y="8228"/>
                    <a:pt x="16221" y="8228"/>
                  </a:cubicBezTo>
                  <a:cubicBezTo>
                    <a:pt x="16206" y="8228"/>
                    <a:pt x="16309" y="8799"/>
                    <a:pt x="16499" y="9472"/>
                  </a:cubicBezTo>
                  <a:lnTo>
                    <a:pt x="16543" y="9692"/>
                  </a:lnTo>
                  <a:cubicBezTo>
                    <a:pt x="16104" y="9824"/>
                    <a:pt x="15577" y="9955"/>
                    <a:pt x="15035" y="10058"/>
                  </a:cubicBezTo>
                  <a:cubicBezTo>
                    <a:pt x="15108" y="9165"/>
                    <a:pt x="15138" y="8448"/>
                    <a:pt x="15108" y="8448"/>
                  </a:cubicBezTo>
                  <a:lnTo>
                    <a:pt x="15108" y="8448"/>
                  </a:lnTo>
                  <a:cubicBezTo>
                    <a:pt x="15079" y="8448"/>
                    <a:pt x="14991" y="9180"/>
                    <a:pt x="14933" y="10087"/>
                  </a:cubicBezTo>
                  <a:cubicBezTo>
                    <a:pt x="14420" y="10190"/>
                    <a:pt x="13952" y="10263"/>
                    <a:pt x="13527" y="10321"/>
                  </a:cubicBezTo>
                  <a:cubicBezTo>
                    <a:pt x="13527" y="10263"/>
                    <a:pt x="13513" y="10204"/>
                    <a:pt x="13513" y="10131"/>
                  </a:cubicBezTo>
                  <a:cubicBezTo>
                    <a:pt x="13483" y="9970"/>
                    <a:pt x="13454" y="9765"/>
                    <a:pt x="13440" y="9589"/>
                  </a:cubicBezTo>
                  <a:cubicBezTo>
                    <a:pt x="13952" y="9033"/>
                    <a:pt x="14333" y="8623"/>
                    <a:pt x="14318" y="8594"/>
                  </a:cubicBezTo>
                  <a:cubicBezTo>
                    <a:pt x="14317" y="8594"/>
                    <a:pt x="14317" y="8593"/>
                    <a:pt x="14316" y="8593"/>
                  </a:cubicBezTo>
                  <a:cubicBezTo>
                    <a:pt x="14274" y="8593"/>
                    <a:pt x="13898" y="8955"/>
                    <a:pt x="13410" y="9472"/>
                  </a:cubicBezTo>
                  <a:cubicBezTo>
                    <a:pt x="13366" y="9092"/>
                    <a:pt x="13308" y="8667"/>
                    <a:pt x="13249" y="8213"/>
                  </a:cubicBezTo>
                  <a:cubicBezTo>
                    <a:pt x="13469" y="8111"/>
                    <a:pt x="13615" y="8038"/>
                    <a:pt x="13615" y="8008"/>
                  </a:cubicBezTo>
                  <a:cubicBezTo>
                    <a:pt x="13615" y="8007"/>
                    <a:pt x="13614" y="8006"/>
                    <a:pt x="13611" y="8006"/>
                  </a:cubicBezTo>
                  <a:cubicBezTo>
                    <a:pt x="13584" y="8006"/>
                    <a:pt x="13446" y="8061"/>
                    <a:pt x="13249" y="8140"/>
                  </a:cubicBezTo>
                  <a:cubicBezTo>
                    <a:pt x="13205" y="7774"/>
                    <a:pt x="13147" y="7379"/>
                    <a:pt x="13103" y="6969"/>
                  </a:cubicBezTo>
                  <a:cubicBezTo>
                    <a:pt x="13352" y="6969"/>
                    <a:pt x="13469" y="6954"/>
                    <a:pt x="13469" y="6954"/>
                  </a:cubicBezTo>
                  <a:cubicBezTo>
                    <a:pt x="13469" y="6954"/>
                    <a:pt x="13352" y="6940"/>
                    <a:pt x="13088" y="6940"/>
                  </a:cubicBezTo>
                  <a:cubicBezTo>
                    <a:pt x="13074" y="6764"/>
                    <a:pt x="13044" y="6588"/>
                    <a:pt x="13015" y="6427"/>
                  </a:cubicBezTo>
                  <a:cubicBezTo>
                    <a:pt x="12927" y="5768"/>
                    <a:pt x="12839" y="5139"/>
                    <a:pt x="12766" y="4568"/>
                  </a:cubicBezTo>
                  <a:cubicBezTo>
                    <a:pt x="13074" y="4568"/>
                    <a:pt x="13249" y="4553"/>
                    <a:pt x="13249" y="4553"/>
                  </a:cubicBezTo>
                  <a:cubicBezTo>
                    <a:pt x="13249" y="4553"/>
                    <a:pt x="13074" y="4539"/>
                    <a:pt x="12766" y="4539"/>
                  </a:cubicBezTo>
                  <a:cubicBezTo>
                    <a:pt x="12664" y="3836"/>
                    <a:pt x="12576" y="3221"/>
                    <a:pt x="12503" y="2709"/>
                  </a:cubicBezTo>
                  <a:cubicBezTo>
                    <a:pt x="12488" y="2562"/>
                    <a:pt x="12473" y="2416"/>
                    <a:pt x="12444" y="2284"/>
                  </a:cubicBezTo>
                  <a:cubicBezTo>
                    <a:pt x="12766" y="2284"/>
                    <a:pt x="12927" y="2270"/>
                    <a:pt x="12927" y="2270"/>
                  </a:cubicBezTo>
                  <a:cubicBezTo>
                    <a:pt x="12927" y="2270"/>
                    <a:pt x="12737" y="2255"/>
                    <a:pt x="12429" y="2255"/>
                  </a:cubicBezTo>
                  <a:cubicBezTo>
                    <a:pt x="12400" y="1992"/>
                    <a:pt x="12356" y="1757"/>
                    <a:pt x="12342" y="1567"/>
                  </a:cubicBezTo>
                  <a:cubicBezTo>
                    <a:pt x="12327" y="1450"/>
                    <a:pt x="12298" y="1347"/>
                    <a:pt x="12283" y="1260"/>
                  </a:cubicBezTo>
                  <a:cubicBezTo>
                    <a:pt x="12268" y="1186"/>
                    <a:pt x="12268" y="1157"/>
                    <a:pt x="12268" y="1157"/>
                  </a:cubicBezTo>
                  <a:lnTo>
                    <a:pt x="12268" y="1260"/>
                  </a:lnTo>
                  <a:cubicBezTo>
                    <a:pt x="12268" y="1333"/>
                    <a:pt x="12283" y="1450"/>
                    <a:pt x="12298" y="1567"/>
                  </a:cubicBezTo>
                  <a:cubicBezTo>
                    <a:pt x="12327" y="1757"/>
                    <a:pt x="12356" y="1977"/>
                    <a:pt x="12371" y="2226"/>
                  </a:cubicBezTo>
                  <a:cubicBezTo>
                    <a:pt x="11888" y="2226"/>
                    <a:pt x="11083" y="2211"/>
                    <a:pt x="10087" y="2211"/>
                  </a:cubicBezTo>
                  <a:cubicBezTo>
                    <a:pt x="9999" y="864"/>
                    <a:pt x="9941" y="1"/>
                    <a:pt x="992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9" name="Google Shape;1875;p58"/>
            <p:cNvSpPr/>
            <p:nvPr/>
          </p:nvSpPr>
          <p:spPr>
            <a:xfrm>
              <a:off x="1929960" y="1526760"/>
              <a:ext cx="61920" cy="120600"/>
            </a:xfrm>
            <a:custGeom>
              <a:avLst/>
              <a:gdLst>
                <a:gd name="textAreaLeft" fmla="*/ 0 w 61920"/>
                <a:gd name="textAreaRight" fmla="*/ 62280 w 61920"/>
                <a:gd name="textAreaTop" fmla="*/ 0 h 120600"/>
                <a:gd name="textAreaBottom" fmla="*/ 120960 h 120600"/>
              </a:gdLst>
              <a:ahLst/>
              <a:cxnLst/>
              <a:rect l="textAreaLeft" t="textAreaTop" r="textAreaRight" b="textAreaBottom"/>
              <a:pathLst>
                <a:path w="763" h="1479">
                  <a:moveTo>
                    <a:pt x="762" y="0"/>
                  </a:moveTo>
                  <a:lnTo>
                    <a:pt x="162" y="88"/>
                  </a:lnTo>
                  <a:lnTo>
                    <a:pt x="1" y="1186"/>
                  </a:lnTo>
                  <a:lnTo>
                    <a:pt x="513" y="1479"/>
                  </a:lnTo>
                  <a:lnTo>
                    <a:pt x="762" y="732"/>
                  </a:lnTo>
                  <a:lnTo>
                    <a:pt x="762"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60480" bIns="60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0" name="Google Shape;1876;p58"/>
            <p:cNvSpPr/>
            <p:nvPr/>
          </p:nvSpPr>
          <p:spPr>
            <a:xfrm>
              <a:off x="1874880" y="1599840"/>
              <a:ext cx="132480" cy="881280"/>
            </a:xfrm>
            <a:custGeom>
              <a:avLst/>
              <a:gdLst>
                <a:gd name="textAreaLeft" fmla="*/ 0 w 132480"/>
                <a:gd name="textAreaRight" fmla="*/ 132840 w 132480"/>
                <a:gd name="textAreaTop" fmla="*/ 0 h 881280"/>
                <a:gd name="textAreaBottom" fmla="*/ 881640 h 881280"/>
              </a:gdLst>
              <a:ahLst/>
              <a:cxnLst/>
              <a:rect l="textAreaLeft" t="textAreaTop" r="textAreaRight" b="textAreaBottom"/>
              <a:pathLst>
                <a:path w="1626" h="10790">
                  <a:moveTo>
                    <a:pt x="1201" y="0"/>
                  </a:moveTo>
                  <a:lnTo>
                    <a:pt x="1040" y="498"/>
                  </a:lnTo>
                  <a:cubicBezTo>
                    <a:pt x="1040" y="498"/>
                    <a:pt x="0" y="8564"/>
                    <a:pt x="249" y="9135"/>
                  </a:cubicBezTo>
                  <a:cubicBezTo>
                    <a:pt x="484" y="9692"/>
                    <a:pt x="1054" y="10790"/>
                    <a:pt x="1054" y="10790"/>
                  </a:cubicBezTo>
                  <a:lnTo>
                    <a:pt x="1625" y="7569"/>
                  </a:lnTo>
                  <a:lnTo>
                    <a:pt x="120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11" name="Google Shape;1877;p58"/>
          <p:cNvGrpSpPr/>
          <p:nvPr/>
        </p:nvGrpSpPr>
        <p:grpSpPr>
          <a:xfrm>
            <a:off x="2416680" y="1006920"/>
            <a:ext cx="1814760" cy="3589920"/>
            <a:chOff x="2416680" y="1006920"/>
            <a:chExt cx="1814760" cy="3589920"/>
          </a:xfrm>
        </p:grpSpPr>
        <p:sp>
          <p:nvSpPr>
            <p:cNvPr id="912" name="Google Shape;1878;p58"/>
            <p:cNvSpPr/>
            <p:nvPr/>
          </p:nvSpPr>
          <p:spPr>
            <a:xfrm>
              <a:off x="2830680" y="1006920"/>
              <a:ext cx="699480" cy="906840"/>
            </a:xfrm>
            <a:custGeom>
              <a:avLst/>
              <a:gdLst>
                <a:gd name="textAreaLeft" fmla="*/ 0 w 699480"/>
                <a:gd name="textAreaRight" fmla="*/ 699840 w 699480"/>
                <a:gd name="textAreaTop" fmla="*/ 0 h 906840"/>
                <a:gd name="textAreaBottom" fmla="*/ 907200 h 906840"/>
              </a:gdLst>
              <a:ahLst/>
              <a:cxnLst/>
              <a:rect l="textAreaLeft" t="textAreaTop" r="textAreaRight" b="textAreaBottom"/>
              <a:pathLst>
                <a:path w="8565" h="11100">
                  <a:moveTo>
                    <a:pt x="3123" y="1"/>
                  </a:moveTo>
                  <a:cubicBezTo>
                    <a:pt x="2777" y="1"/>
                    <a:pt x="2428" y="37"/>
                    <a:pt x="2079" y="79"/>
                  </a:cubicBezTo>
                  <a:cubicBezTo>
                    <a:pt x="1684" y="108"/>
                    <a:pt x="1288" y="167"/>
                    <a:pt x="893" y="313"/>
                  </a:cubicBezTo>
                  <a:cubicBezTo>
                    <a:pt x="527" y="460"/>
                    <a:pt x="366" y="621"/>
                    <a:pt x="205" y="987"/>
                  </a:cubicBezTo>
                  <a:cubicBezTo>
                    <a:pt x="0" y="1265"/>
                    <a:pt x="59" y="1675"/>
                    <a:pt x="220" y="1953"/>
                  </a:cubicBezTo>
                  <a:cubicBezTo>
                    <a:pt x="395" y="2246"/>
                    <a:pt x="674" y="2465"/>
                    <a:pt x="952" y="2670"/>
                  </a:cubicBezTo>
                  <a:cubicBezTo>
                    <a:pt x="1230" y="2890"/>
                    <a:pt x="1493" y="3109"/>
                    <a:pt x="1640" y="3417"/>
                  </a:cubicBezTo>
                  <a:cubicBezTo>
                    <a:pt x="1903" y="3929"/>
                    <a:pt x="1742" y="4544"/>
                    <a:pt x="1552" y="5086"/>
                  </a:cubicBezTo>
                  <a:cubicBezTo>
                    <a:pt x="1376" y="5598"/>
                    <a:pt x="1171" y="6110"/>
                    <a:pt x="1040" y="6637"/>
                  </a:cubicBezTo>
                  <a:cubicBezTo>
                    <a:pt x="937" y="7179"/>
                    <a:pt x="908" y="7735"/>
                    <a:pt x="1113" y="8248"/>
                  </a:cubicBezTo>
                  <a:cubicBezTo>
                    <a:pt x="1406" y="8980"/>
                    <a:pt x="2108" y="9448"/>
                    <a:pt x="2767" y="9858"/>
                  </a:cubicBezTo>
                  <a:cubicBezTo>
                    <a:pt x="3572" y="10356"/>
                    <a:pt x="4421" y="10854"/>
                    <a:pt x="5358" y="11029"/>
                  </a:cubicBezTo>
                  <a:cubicBezTo>
                    <a:pt x="5589" y="11075"/>
                    <a:pt x="5826" y="11099"/>
                    <a:pt x="6062" y="11099"/>
                  </a:cubicBezTo>
                  <a:cubicBezTo>
                    <a:pt x="6803" y="11099"/>
                    <a:pt x="7538" y="10866"/>
                    <a:pt x="8037" y="10356"/>
                  </a:cubicBezTo>
                  <a:cubicBezTo>
                    <a:pt x="8286" y="10107"/>
                    <a:pt x="8476" y="9756"/>
                    <a:pt x="8520" y="9390"/>
                  </a:cubicBezTo>
                  <a:cubicBezTo>
                    <a:pt x="8564" y="9024"/>
                    <a:pt x="8447" y="8614"/>
                    <a:pt x="8198" y="8365"/>
                  </a:cubicBezTo>
                  <a:cubicBezTo>
                    <a:pt x="8023" y="8204"/>
                    <a:pt x="7774" y="8087"/>
                    <a:pt x="7583" y="7926"/>
                  </a:cubicBezTo>
                  <a:cubicBezTo>
                    <a:pt x="7378" y="7765"/>
                    <a:pt x="7232" y="7501"/>
                    <a:pt x="7291" y="7267"/>
                  </a:cubicBezTo>
                  <a:cubicBezTo>
                    <a:pt x="7349" y="7003"/>
                    <a:pt x="7613" y="6886"/>
                    <a:pt x="7759" y="6667"/>
                  </a:cubicBezTo>
                  <a:cubicBezTo>
                    <a:pt x="7979" y="6330"/>
                    <a:pt x="7876" y="5876"/>
                    <a:pt x="7613" y="5598"/>
                  </a:cubicBezTo>
                  <a:cubicBezTo>
                    <a:pt x="7364" y="5305"/>
                    <a:pt x="6969" y="5173"/>
                    <a:pt x="6588" y="5130"/>
                  </a:cubicBezTo>
                  <a:cubicBezTo>
                    <a:pt x="6237" y="5071"/>
                    <a:pt x="5856" y="5071"/>
                    <a:pt x="5563" y="4895"/>
                  </a:cubicBezTo>
                  <a:cubicBezTo>
                    <a:pt x="5197" y="4646"/>
                    <a:pt x="5036" y="4193"/>
                    <a:pt x="5036" y="3753"/>
                  </a:cubicBezTo>
                  <a:cubicBezTo>
                    <a:pt x="5036" y="3314"/>
                    <a:pt x="5153" y="2890"/>
                    <a:pt x="5270" y="2480"/>
                  </a:cubicBezTo>
                  <a:cubicBezTo>
                    <a:pt x="5358" y="2041"/>
                    <a:pt x="5431" y="1601"/>
                    <a:pt x="5285" y="1177"/>
                  </a:cubicBezTo>
                  <a:cubicBezTo>
                    <a:pt x="5080" y="591"/>
                    <a:pt x="4524" y="211"/>
                    <a:pt x="3909" y="79"/>
                  </a:cubicBezTo>
                  <a:cubicBezTo>
                    <a:pt x="3649" y="22"/>
                    <a:pt x="3387" y="1"/>
                    <a:pt x="3123"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3" name="Google Shape;1879;p58"/>
            <p:cNvSpPr/>
            <p:nvPr/>
          </p:nvSpPr>
          <p:spPr>
            <a:xfrm>
              <a:off x="2482560" y="2438280"/>
              <a:ext cx="981720" cy="2076480"/>
            </a:xfrm>
            <a:custGeom>
              <a:avLst/>
              <a:gdLst>
                <a:gd name="textAreaLeft" fmla="*/ 0 w 981720"/>
                <a:gd name="textAreaRight" fmla="*/ 982080 w 981720"/>
                <a:gd name="textAreaTop" fmla="*/ 0 h 2076480"/>
                <a:gd name="textAreaBottom" fmla="*/ 2076840 h 2076480"/>
              </a:gdLst>
              <a:ahLst/>
              <a:cxnLst/>
              <a:rect l="textAreaLeft" t="textAreaTop" r="textAreaRight" b="textAreaBottom"/>
              <a:pathLst>
                <a:path w="12020" h="25415">
                  <a:moveTo>
                    <a:pt x="12019" y="1"/>
                  </a:moveTo>
                  <a:lnTo>
                    <a:pt x="8154" y="733"/>
                  </a:lnTo>
                  <a:cubicBezTo>
                    <a:pt x="5973" y="10673"/>
                    <a:pt x="0" y="23395"/>
                    <a:pt x="0" y="23395"/>
                  </a:cubicBezTo>
                  <a:lnTo>
                    <a:pt x="3309" y="25415"/>
                  </a:lnTo>
                  <a:cubicBezTo>
                    <a:pt x="11009" y="10219"/>
                    <a:pt x="12019" y="1"/>
                    <a:pt x="1201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4" name="Google Shape;1880;p58"/>
            <p:cNvSpPr/>
            <p:nvPr/>
          </p:nvSpPr>
          <p:spPr>
            <a:xfrm>
              <a:off x="2482560" y="4338360"/>
              <a:ext cx="321480" cy="258480"/>
            </a:xfrm>
            <a:custGeom>
              <a:avLst/>
              <a:gdLst>
                <a:gd name="textAreaLeft" fmla="*/ 0 w 321480"/>
                <a:gd name="textAreaRight" fmla="*/ 321840 w 321480"/>
                <a:gd name="textAreaTop" fmla="*/ 0 h 258480"/>
                <a:gd name="textAreaBottom" fmla="*/ 258840 h 258480"/>
              </a:gdLst>
              <a:ahLst/>
              <a:cxnLst/>
              <a:rect l="textAreaLeft" t="textAreaTop" r="textAreaRight" b="textAreaBottom"/>
              <a:pathLst>
                <a:path w="3939" h="3168">
                  <a:moveTo>
                    <a:pt x="0" y="0"/>
                  </a:moveTo>
                  <a:lnTo>
                    <a:pt x="0" y="117"/>
                  </a:lnTo>
                  <a:cubicBezTo>
                    <a:pt x="0" y="117"/>
                    <a:pt x="3438" y="3168"/>
                    <a:pt x="3805" y="3168"/>
                  </a:cubicBezTo>
                  <a:cubicBezTo>
                    <a:pt x="3822" y="3168"/>
                    <a:pt x="3832" y="3161"/>
                    <a:pt x="3836" y="3148"/>
                  </a:cubicBezTo>
                  <a:cubicBezTo>
                    <a:pt x="3938" y="2826"/>
                    <a:pt x="3309" y="2152"/>
                    <a:pt x="3309" y="2152"/>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5" name="Google Shape;1881;p58"/>
            <p:cNvSpPr/>
            <p:nvPr/>
          </p:nvSpPr>
          <p:spPr>
            <a:xfrm>
              <a:off x="2416680" y="2908440"/>
              <a:ext cx="252000" cy="288360"/>
            </a:xfrm>
            <a:custGeom>
              <a:avLst/>
              <a:gdLst>
                <a:gd name="textAreaLeft" fmla="*/ 0 w 252000"/>
                <a:gd name="textAreaRight" fmla="*/ 252360 w 252000"/>
                <a:gd name="textAreaTop" fmla="*/ 0 h 288360"/>
                <a:gd name="textAreaBottom" fmla="*/ 288720 h 288360"/>
              </a:gdLst>
              <a:ahLst/>
              <a:cxnLst/>
              <a:rect l="textAreaLeft" t="textAreaTop" r="textAreaRight" b="textAreaBottom"/>
              <a:pathLst>
                <a:path w="3090" h="3535">
                  <a:moveTo>
                    <a:pt x="810" y="0"/>
                  </a:moveTo>
                  <a:cubicBezTo>
                    <a:pt x="738" y="0"/>
                    <a:pt x="686" y="22"/>
                    <a:pt x="660" y="73"/>
                  </a:cubicBezTo>
                  <a:cubicBezTo>
                    <a:pt x="660" y="73"/>
                    <a:pt x="1" y="1859"/>
                    <a:pt x="59" y="2079"/>
                  </a:cubicBezTo>
                  <a:cubicBezTo>
                    <a:pt x="65" y="2108"/>
                    <a:pt x="80" y="2120"/>
                    <a:pt x="102" y="2120"/>
                  </a:cubicBezTo>
                  <a:cubicBezTo>
                    <a:pt x="241" y="2120"/>
                    <a:pt x="660" y="1581"/>
                    <a:pt x="660" y="1581"/>
                  </a:cubicBezTo>
                  <a:lnTo>
                    <a:pt x="660" y="1581"/>
                  </a:lnTo>
                  <a:cubicBezTo>
                    <a:pt x="660" y="1581"/>
                    <a:pt x="206" y="2357"/>
                    <a:pt x="250" y="2576"/>
                  </a:cubicBezTo>
                  <a:cubicBezTo>
                    <a:pt x="255" y="2596"/>
                    <a:pt x="269" y="2605"/>
                    <a:pt x="288" y="2605"/>
                  </a:cubicBezTo>
                  <a:cubicBezTo>
                    <a:pt x="465" y="2605"/>
                    <a:pt x="1157" y="1830"/>
                    <a:pt x="1157" y="1830"/>
                  </a:cubicBezTo>
                  <a:lnTo>
                    <a:pt x="1157" y="1830"/>
                  </a:lnTo>
                  <a:cubicBezTo>
                    <a:pt x="1157" y="1830"/>
                    <a:pt x="367" y="2825"/>
                    <a:pt x="586" y="3001"/>
                  </a:cubicBezTo>
                  <a:cubicBezTo>
                    <a:pt x="602" y="3013"/>
                    <a:pt x="622" y="3018"/>
                    <a:pt x="644" y="3018"/>
                  </a:cubicBezTo>
                  <a:cubicBezTo>
                    <a:pt x="936" y="3018"/>
                    <a:pt x="1743" y="2123"/>
                    <a:pt x="1743" y="2123"/>
                  </a:cubicBezTo>
                  <a:lnTo>
                    <a:pt x="1743" y="2123"/>
                  </a:lnTo>
                  <a:cubicBezTo>
                    <a:pt x="1743" y="2123"/>
                    <a:pt x="865" y="3294"/>
                    <a:pt x="1055" y="3513"/>
                  </a:cubicBezTo>
                  <a:cubicBezTo>
                    <a:pt x="1069" y="3528"/>
                    <a:pt x="1087" y="3535"/>
                    <a:pt x="1108" y="3535"/>
                  </a:cubicBezTo>
                  <a:cubicBezTo>
                    <a:pt x="1409" y="3535"/>
                    <a:pt x="2416" y="2196"/>
                    <a:pt x="2416" y="2196"/>
                  </a:cubicBezTo>
                  <a:cubicBezTo>
                    <a:pt x="2430" y="2734"/>
                    <a:pt x="2753" y="3037"/>
                    <a:pt x="2907" y="3037"/>
                  </a:cubicBezTo>
                  <a:cubicBezTo>
                    <a:pt x="2921" y="3037"/>
                    <a:pt x="2933" y="3035"/>
                    <a:pt x="2943" y="3030"/>
                  </a:cubicBezTo>
                  <a:cubicBezTo>
                    <a:pt x="3090" y="2972"/>
                    <a:pt x="2929" y="1215"/>
                    <a:pt x="2929" y="1215"/>
                  </a:cubicBezTo>
                  <a:cubicBezTo>
                    <a:pt x="2929" y="1215"/>
                    <a:pt x="1339" y="0"/>
                    <a:pt x="810" y="0"/>
                  </a:cubicBezTo>
                  <a:close/>
                </a:path>
              </a:pathLst>
            </a:custGeom>
            <a:solidFill>
              <a:srgbClr val="AC6E5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6" name="Google Shape;1882;p58"/>
            <p:cNvSpPr/>
            <p:nvPr/>
          </p:nvSpPr>
          <p:spPr>
            <a:xfrm>
              <a:off x="2796120" y="2413440"/>
              <a:ext cx="1044000" cy="2153160"/>
            </a:xfrm>
            <a:custGeom>
              <a:avLst/>
              <a:gdLst>
                <a:gd name="textAreaLeft" fmla="*/ 0 w 1044000"/>
                <a:gd name="textAreaRight" fmla="*/ 1044360 w 1044000"/>
                <a:gd name="textAreaTop" fmla="*/ 0 h 2153160"/>
                <a:gd name="textAreaBottom" fmla="*/ 2153520 h 2153160"/>
              </a:gdLst>
              <a:ahLst/>
              <a:cxnLst/>
              <a:rect l="textAreaLeft" t="textAreaTop" r="textAreaRight" b="textAreaBottom"/>
              <a:pathLst>
                <a:path w="12781" h="26352">
                  <a:moveTo>
                    <a:pt x="5168" y="0"/>
                  </a:moveTo>
                  <a:lnTo>
                    <a:pt x="1" y="1742"/>
                  </a:lnTo>
                  <a:cubicBezTo>
                    <a:pt x="1" y="1742"/>
                    <a:pt x="2855" y="15006"/>
                    <a:pt x="9794" y="26351"/>
                  </a:cubicBezTo>
                  <a:lnTo>
                    <a:pt x="12781" y="24741"/>
                  </a:lnTo>
                  <a:cubicBezTo>
                    <a:pt x="12781" y="24741"/>
                    <a:pt x="4905" y="8228"/>
                    <a:pt x="516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17" name="Google Shape;1883;p58"/>
            <p:cNvGrpSpPr/>
            <p:nvPr/>
          </p:nvGrpSpPr>
          <p:grpSpPr>
            <a:xfrm>
              <a:off x="3625920" y="1035720"/>
              <a:ext cx="605520" cy="627840"/>
              <a:chOff x="3625920" y="1035720"/>
              <a:chExt cx="605520" cy="627840"/>
            </a:xfrm>
          </p:grpSpPr>
          <p:sp>
            <p:nvSpPr>
              <p:cNvPr id="918" name="Google Shape;1884;p58"/>
              <p:cNvSpPr/>
              <p:nvPr/>
            </p:nvSpPr>
            <p:spPr>
              <a:xfrm rot="3731400">
                <a:off x="3687120" y="1135440"/>
                <a:ext cx="484200" cy="428040"/>
              </a:xfrm>
              <a:custGeom>
                <a:avLst/>
                <a:gdLst>
                  <a:gd name="textAreaLeft" fmla="*/ 0 w 484200"/>
                  <a:gd name="textAreaRight" fmla="*/ 484560 w 484200"/>
                  <a:gd name="textAreaTop" fmla="*/ 0 h 428040"/>
                  <a:gd name="textAreaBottom" fmla="*/ 428400 h 428040"/>
                </a:gdLst>
                <a:ahLst/>
                <a:cxnLst/>
                <a:rect l="textAreaLeft" t="textAreaTop" r="textAreaRight" b="textAreaBottom"/>
                <a:pathLst>
                  <a:path w="5930" h="5242">
                    <a:moveTo>
                      <a:pt x="2965" y="0"/>
                    </a:moveTo>
                    <a:cubicBezTo>
                      <a:pt x="2151" y="0"/>
                      <a:pt x="1349" y="382"/>
                      <a:pt x="835" y="1090"/>
                    </a:cubicBezTo>
                    <a:cubicBezTo>
                      <a:pt x="1" y="2261"/>
                      <a:pt x="250" y="3901"/>
                      <a:pt x="1421" y="4750"/>
                    </a:cubicBezTo>
                    <a:cubicBezTo>
                      <a:pt x="1885" y="5081"/>
                      <a:pt x="2426" y="5242"/>
                      <a:pt x="2962" y="5242"/>
                    </a:cubicBezTo>
                    <a:cubicBezTo>
                      <a:pt x="3776" y="5242"/>
                      <a:pt x="4577" y="4871"/>
                      <a:pt x="5081" y="4164"/>
                    </a:cubicBezTo>
                    <a:cubicBezTo>
                      <a:pt x="5930" y="2993"/>
                      <a:pt x="5666" y="1339"/>
                      <a:pt x="4495" y="504"/>
                    </a:cubicBezTo>
                    <a:cubicBezTo>
                      <a:pt x="4032" y="163"/>
                      <a:pt x="3496" y="0"/>
                      <a:pt x="296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9" name="Google Shape;1885;p58"/>
              <p:cNvSpPr/>
              <p:nvPr/>
            </p:nvSpPr>
            <p:spPr>
              <a:xfrm rot="3731400">
                <a:off x="3650040" y="1401480"/>
                <a:ext cx="89280" cy="108720"/>
              </a:xfrm>
              <a:custGeom>
                <a:avLst/>
                <a:gdLst>
                  <a:gd name="textAreaLeft" fmla="*/ 0 w 89280"/>
                  <a:gd name="textAreaRight" fmla="*/ 89640 w 89280"/>
                  <a:gd name="textAreaTop" fmla="*/ 0 h 108720"/>
                  <a:gd name="textAreaBottom" fmla="*/ 109080 h 108720"/>
                </a:gdLst>
                <a:ahLst/>
                <a:cxnLst/>
                <a:rect l="textAreaLeft" t="textAreaTop" r="textAreaRight" b="textAreaBottom"/>
                <a:pathLst>
                  <a:path w="1099" h="1333">
                    <a:moveTo>
                      <a:pt x="1" y="0"/>
                    </a:moveTo>
                    <a:lnTo>
                      <a:pt x="718" y="1332"/>
                    </a:lnTo>
                    <a:lnTo>
                      <a:pt x="1099" y="117"/>
                    </a:lnTo>
                    <a:lnTo>
                      <a:pt x="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4360" bIns="54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20" name="Google Shape;1886;p58"/>
            <p:cNvSpPr/>
            <p:nvPr/>
          </p:nvSpPr>
          <p:spPr>
            <a:xfrm>
              <a:off x="2889360" y="2234880"/>
              <a:ext cx="157680" cy="174240"/>
            </a:xfrm>
            <a:custGeom>
              <a:avLst/>
              <a:gdLst>
                <a:gd name="textAreaLeft" fmla="*/ 0 w 157680"/>
                <a:gd name="textAreaRight" fmla="*/ 158040 w 157680"/>
                <a:gd name="textAreaTop" fmla="*/ 0 h 174240"/>
                <a:gd name="textAreaBottom" fmla="*/ 174600 h 174240"/>
              </a:gdLst>
              <a:ahLst/>
              <a:cxnLst/>
              <a:rect l="textAreaLeft" t="textAreaTop" r="textAreaRight" b="textAreaBottom"/>
              <a:pathLst>
                <a:path w="1933" h="2135">
                  <a:moveTo>
                    <a:pt x="176" y="45"/>
                  </a:moveTo>
                  <a:cubicBezTo>
                    <a:pt x="176" y="45"/>
                    <a:pt x="165" y="78"/>
                    <a:pt x="157" y="158"/>
                  </a:cubicBezTo>
                  <a:lnTo>
                    <a:pt x="157" y="158"/>
                  </a:lnTo>
                  <a:cubicBezTo>
                    <a:pt x="170" y="84"/>
                    <a:pt x="176" y="45"/>
                    <a:pt x="176" y="45"/>
                  </a:cubicBezTo>
                  <a:close/>
                  <a:moveTo>
                    <a:pt x="157" y="158"/>
                  </a:moveTo>
                  <a:lnTo>
                    <a:pt x="157" y="158"/>
                  </a:lnTo>
                  <a:cubicBezTo>
                    <a:pt x="150" y="195"/>
                    <a:pt x="142" y="240"/>
                    <a:pt x="132" y="294"/>
                  </a:cubicBezTo>
                  <a:cubicBezTo>
                    <a:pt x="107" y="386"/>
                    <a:pt x="87" y="507"/>
                    <a:pt x="68" y="651"/>
                  </a:cubicBezTo>
                  <a:lnTo>
                    <a:pt x="68" y="651"/>
                  </a:lnTo>
                  <a:cubicBezTo>
                    <a:pt x="92" y="539"/>
                    <a:pt x="119" y="443"/>
                    <a:pt x="147" y="367"/>
                  </a:cubicBezTo>
                  <a:cubicBezTo>
                    <a:pt x="147" y="277"/>
                    <a:pt x="151" y="208"/>
                    <a:pt x="157" y="158"/>
                  </a:cubicBezTo>
                  <a:close/>
                  <a:moveTo>
                    <a:pt x="103" y="1"/>
                  </a:moveTo>
                  <a:cubicBezTo>
                    <a:pt x="103" y="1"/>
                    <a:pt x="205" y="15"/>
                    <a:pt x="366" y="45"/>
                  </a:cubicBezTo>
                  <a:cubicBezTo>
                    <a:pt x="542" y="45"/>
                    <a:pt x="776" y="74"/>
                    <a:pt x="1069" y="89"/>
                  </a:cubicBezTo>
                  <a:cubicBezTo>
                    <a:pt x="1230" y="118"/>
                    <a:pt x="1391" y="118"/>
                    <a:pt x="1567" y="133"/>
                  </a:cubicBezTo>
                  <a:cubicBezTo>
                    <a:pt x="1669" y="147"/>
                    <a:pt x="1757" y="147"/>
                    <a:pt x="1787" y="206"/>
                  </a:cubicBezTo>
                  <a:cubicBezTo>
                    <a:pt x="1830" y="264"/>
                    <a:pt x="1830" y="367"/>
                    <a:pt x="1830" y="455"/>
                  </a:cubicBezTo>
                  <a:cubicBezTo>
                    <a:pt x="1816" y="660"/>
                    <a:pt x="1816" y="879"/>
                    <a:pt x="1772" y="1084"/>
                  </a:cubicBezTo>
                  <a:cubicBezTo>
                    <a:pt x="1713" y="1289"/>
                    <a:pt x="1640" y="1509"/>
                    <a:pt x="1479" y="1655"/>
                  </a:cubicBezTo>
                  <a:cubicBezTo>
                    <a:pt x="1318" y="1816"/>
                    <a:pt x="1113" y="1904"/>
                    <a:pt x="908" y="1963"/>
                  </a:cubicBezTo>
                  <a:cubicBezTo>
                    <a:pt x="818" y="1990"/>
                    <a:pt x="722" y="2005"/>
                    <a:pt x="627" y="2005"/>
                  </a:cubicBezTo>
                  <a:cubicBezTo>
                    <a:pt x="520" y="2005"/>
                    <a:pt x="415" y="1987"/>
                    <a:pt x="323" y="1948"/>
                  </a:cubicBezTo>
                  <a:cubicBezTo>
                    <a:pt x="162" y="1845"/>
                    <a:pt x="74" y="1670"/>
                    <a:pt x="59" y="1509"/>
                  </a:cubicBezTo>
                  <a:cubicBezTo>
                    <a:pt x="15" y="1318"/>
                    <a:pt x="30" y="1157"/>
                    <a:pt x="30" y="1011"/>
                  </a:cubicBezTo>
                  <a:cubicBezTo>
                    <a:pt x="42" y="880"/>
                    <a:pt x="55" y="759"/>
                    <a:pt x="68" y="651"/>
                  </a:cubicBezTo>
                  <a:lnTo>
                    <a:pt x="68" y="651"/>
                  </a:lnTo>
                  <a:cubicBezTo>
                    <a:pt x="43" y="776"/>
                    <a:pt x="23" y="922"/>
                    <a:pt x="15" y="1084"/>
                  </a:cubicBezTo>
                  <a:cubicBezTo>
                    <a:pt x="1" y="1231"/>
                    <a:pt x="1" y="1392"/>
                    <a:pt x="15" y="1582"/>
                  </a:cubicBezTo>
                  <a:cubicBezTo>
                    <a:pt x="30" y="1758"/>
                    <a:pt x="118" y="1963"/>
                    <a:pt x="323" y="2065"/>
                  </a:cubicBezTo>
                  <a:cubicBezTo>
                    <a:pt x="425" y="2116"/>
                    <a:pt x="531" y="2135"/>
                    <a:pt x="639" y="2135"/>
                  </a:cubicBezTo>
                  <a:cubicBezTo>
                    <a:pt x="747" y="2135"/>
                    <a:pt x="857" y="2116"/>
                    <a:pt x="967" y="2094"/>
                  </a:cubicBezTo>
                  <a:cubicBezTo>
                    <a:pt x="1186" y="2036"/>
                    <a:pt x="1406" y="1919"/>
                    <a:pt x="1567" y="1758"/>
                  </a:cubicBezTo>
                  <a:cubicBezTo>
                    <a:pt x="1757" y="1582"/>
                    <a:pt x="1845" y="1362"/>
                    <a:pt x="1874" y="1143"/>
                  </a:cubicBezTo>
                  <a:cubicBezTo>
                    <a:pt x="1918" y="923"/>
                    <a:pt x="1918" y="704"/>
                    <a:pt x="1918" y="499"/>
                  </a:cubicBezTo>
                  <a:cubicBezTo>
                    <a:pt x="1918" y="381"/>
                    <a:pt x="1933" y="279"/>
                    <a:pt x="1860" y="191"/>
                  </a:cubicBezTo>
                  <a:cubicBezTo>
                    <a:pt x="1830" y="133"/>
                    <a:pt x="1772" y="89"/>
                    <a:pt x="1713" y="89"/>
                  </a:cubicBezTo>
                  <a:cubicBezTo>
                    <a:pt x="1669" y="74"/>
                    <a:pt x="1611" y="74"/>
                    <a:pt x="1567" y="74"/>
                  </a:cubicBezTo>
                  <a:cubicBezTo>
                    <a:pt x="1391" y="59"/>
                    <a:pt x="1216" y="45"/>
                    <a:pt x="1069" y="45"/>
                  </a:cubicBezTo>
                  <a:cubicBezTo>
                    <a:pt x="776" y="15"/>
                    <a:pt x="542" y="1"/>
                    <a:pt x="366" y="1"/>
                  </a:cubicBezTo>
                  <a:close/>
                </a:path>
              </a:pathLst>
            </a:custGeom>
            <a:solidFill>
              <a:srgbClr val="007373"/>
            </a:solidFill>
            <a:ln w="0">
              <a:noFill/>
            </a:ln>
          </p:spPr>
          <p:style>
            <a:lnRef idx="0">
              <a:scrgbClr r="0" g="0" b="0"/>
            </a:lnRef>
            <a:fillRef idx="0">
              <a:scrgbClr r="0" g="0" b="0"/>
            </a:fillRef>
            <a:effectRef idx="0">
              <a:scrgbClr r="0" g="0" b="0"/>
            </a:effectRef>
            <a:fontRef idx="minor"/>
          </p:style>
          <p:txBody>
            <a:bodyPr tIns="87120" bIns="87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1" name="Google Shape;1887;p58"/>
            <p:cNvSpPr/>
            <p:nvPr/>
          </p:nvSpPr>
          <p:spPr>
            <a:xfrm>
              <a:off x="3597480" y="4427280"/>
              <a:ext cx="372960" cy="139320"/>
            </a:xfrm>
            <a:custGeom>
              <a:avLst/>
              <a:gdLst>
                <a:gd name="textAreaLeft" fmla="*/ 0 w 372960"/>
                <a:gd name="textAreaRight" fmla="*/ 373320 w 372960"/>
                <a:gd name="textAreaTop" fmla="*/ 0 h 139320"/>
                <a:gd name="textAreaBottom" fmla="*/ 139680 h 139320"/>
              </a:gdLst>
              <a:ahLst/>
              <a:cxnLst/>
              <a:rect l="textAreaLeft" t="textAreaTop" r="textAreaRight" b="textAreaBottom"/>
              <a:pathLst>
                <a:path w="4568" h="1709">
                  <a:moveTo>
                    <a:pt x="4071" y="0"/>
                  </a:moveTo>
                  <a:cubicBezTo>
                    <a:pt x="3624" y="0"/>
                    <a:pt x="2987" y="98"/>
                    <a:pt x="2987" y="98"/>
                  </a:cubicBezTo>
                  <a:lnTo>
                    <a:pt x="0" y="1708"/>
                  </a:lnTo>
                  <a:cubicBezTo>
                    <a:pt x="0" y="1708"/>
                    <a:pt x="4568" y="303"/>
                    <a:pt x="4494" y="98"/>
                  </a:cubicBezTo>
                  <a:cubicBezTo>
                    <a:pt x="4470" y="25"/>
                    <a:pt x="4294" y="0"/>
                    <a:pt x="4071"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2" name="Google Shape;1888;p58"/>
            <p:cNvSpPr/>
            <p:nvPr/>
          </p:nvSpPr>
          <p:spPr>
            <a:xfrm>
              <a:off x="3919320" y="1792080"/>
              <a:ext cx="266400" cy="332280"/>
            </a:xfrm>
            <a:custGeom>
              <a:avLst/>
              <a:gdLst>
                <a:gd name="textAreaLeft" fmla="*/ 0 w 266400"/>
                <a:gd name="textAreaRight" fmla="*/ 266760 w 266400"/>
                <a:gd name="textAreaTop" fmla="*/ 0 h 332280"/>
                <a:gd name="textAreaBottom" fmla="*/ 332640 h 332280"/>
              </a:gdLst>
              <a:ahLst/>
              <a:cxnLst/>
              <a:rect l="textAreaLeft" t="textAreaTop" r="textAreaRight" b="textAreaBottom"/>
              <a:pathLst>
                <a:path w="3265" h="4069">
                  <a:moveTo>
                    <a:pt x="1221" y="1"/>
                  </a:moveTo>
                  <a:cubicBezTo>
                    <a:pt x="1045" y="1"/>
                    <a:pt x="0" y="1539"/>
                    <a:pt x="0" y="1539"/>
                  </a:cubicBezTo>
                  <a:cubicBezTo>
                    <a:pt x="0" y="1539"/>
                    <a:pt x="585" y="4068"/>
                    <a:pt x="1060" y="4068"/>
                  </a:cubicBezTo>
                  <a:cubicBezTo>
                    <a:pt x="1077" y="4068"/>
                    <a:pt x="1095" y="4065"/>
                    <a:pt x="1113" y="4057"/>
                  </a:cubicBezTo>
                  <a:cubicBezTo>
                    <a:pt x="1113" y="4057"/>
                    <a:pt x="2913" y="3003"/>
                    <a:pt x="3001" y="2784"/>
                  </a:cubicBezTo>
                  <a:cubicBezTo>
                    <a:pt x="3040" y="2711"/>
                    <a:pt x="2961" y="2686"/>
                    <a:pt x="2837" y="2686"/>
                  </a:cubicBezTo>
                  <a:cubicBezTo>
                    <a:pt x="2590" y="2686"/>
                    <a:pt x="2167" y="2784"/>
                    <a:pt x="2167" y="2784"/>
                  </a:cubicBezTo>
                  <a:cubicBezTo>
                    <a:pt x="2167" y="2784"/>
                    <a:pt x="3089" y="2447"/>
                    <a:pt x="3192" y="2227"/>
                  </a:cubicBezTo>
                  <a:cubicBezTo>
                    <a:pt x="3221" y="2154"/>
                    <a:pt x="3087" y="2130"/>
                    <a:pt x="2897" y="2130"/>
                  </a:cubicBezTo>
                  <a:cubicBezTo>
                    <a:pt x="2515" y="2130"/>
                    <a:pt x="1903" y="2227"/>
                    <a:pt x="1903" y="2227"/>
                  </a:cubicBezTo>
                  <a:cubicBezTo>
                    <a:pt x="1903" y="2227"/>
                    <a:pt x="3265" y="1935"/>
                    <a:pt x="3206" y="1642"/>
                  </a:cubicBezTo>
                  <a:cubicBezTo>
                    <a:pt x="3179" y="1533"/>
                    <a:pt x="2955" y="1499"/>
                    <a:pt x="2684" y="1499"/>
                  </a:cubicBezTo>
                  <a:cubicBezTo>
                    <a:pt x="2223" y="1499"/>
                    <a:pt x="1625" y="1598"/>
                    <a:pt x="1625" y="1598"/>
                  </a:cubicBezTo>
                  <a:cubicBezTo>
                    <a:pt x="1625" y="1598"/>
                    <a:pt x="3162" y="1232"/>
                    <a:pt x="3148" y="895"/>
                  </a:cubicBezTo>
                  <a:cubicBezTo>
                    <a:pt x="3144" y="817"/>
                    <a:pt x="3020" y="787"/>
                    <a:pt x="2834" y="787"/>
                  </a:cubicBezTo>
                  <a:cubicBezTo>
                    <a:pt x="2260" y="787"/>
                    <a:pt x="1098" y="1071"/>
                    <a:pt x="1098" y="1071"/>
                  </a:cubicBezTo>
                  <a:cubicBezTo>
                    <a:pt x="1464" y="573"/>
                    <a:pt x="1376" y="61"/>
                    <a:pt x="1230" y="2"/>
                  </a:cubicBezTo>
                  <a:cubicBezTo>
                    <a:pt x="1227" y="1"/>
                    <a:pt x="1224" y="1"/>
                    <a:pt x="1221" y="1"/>
                  </a:cubicBezTo>
                  <a:close/>
                </a:path>
              </a:pathLst>
            </a:custGeom>
            <a:solidFill>
              <a:srgbClr val="AC6E5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3" name="Google Shape;1889;p58"/>
            <p:cNvSpPr/>
            <p:nvPr/>
          </p:nvSpPr>
          <p:spPr>
            <a:xfrm>
              <a:off x="3142800" y="1507680"/>
              <a:ext cx="866880" cy="787320"/>
            </a:xfrm>
            <a:custGeom>
              <a:avLst/>
              <a:gdLst>
                <a:gd name="textAreaLeft" fmla="*/ 0 w 866880"/>
                <a:gd name="textAreaRight" fmla="*/ 867240 w 866880"/>
                <a:gd name="textAreaTop" fmla="*/ 0 h 787320"/>
                <a:gd name="textAreaBottom" fmla="*/ 787680 h 787320"/>
              </a:gdLst>
              <a:ahLst/>
              <a:cxnLst/>
              <a:rect l="textAreaLeft" t="textAreaTop" r="textAreaRight" b="textAreaBottom"/>
              <a:pathLst>
                <a:path w="10614" h="9637">
                  <a:moveTo>
                    <a:pt x="2591" y="0"/>
                  </a:moveTo>
                  <a:lnTo>
                    <a:pt x="351" y="146"/>
                  </a:lnTo>
                  <a:cubicBezTo>
                    <a:pt x="351" y="146"/>
                    <a:pt x="0" y="2782"/>
                    <a:pt x="761" y="6749"/>
                  </a:cubicBezTo>
                  <a:cubicBezTo>
                    <a:pt x="1201" y="9075"/>
                    <a:pt x="2608" y="9637"/>
                    <a:pt x="3883" y="9637"/>
                  </a:cubicBezTo>
                  <a:cubicBezTo>
                    <a:pt x="4775" y="9637"/>
                    <a:pt x="5602" y="9362"/>
                    <a:pt x="5988" y="9223"/>
                  </a:cubicBezTo>
                  <a:cubicBezTo>
                    <a:pt x="6925" y="8915"/>
                    <a:pt x="10614" y="7569"/>
                    <a:pt x="10614" y="7569"/>
                  </a:cubicBezTo>
                  <a:lnTo>
                    <a:pt x="9501" y="5021"/>
                  </a:lnTo>
                  <a:cubicBezTo>
                    <a:pt x="9501" y="5021"/>
                    <a:pt x="7232" y="5827"/>
                    <a:pt x="4670" y="6383"/>
                  </a:cubicBezTo>
                  <a:cubicBezTo>
                    <a:pt x="4649" y="6387"/>
                    <a:pt x="4628" y="6390"/>
                    <a:pt x="4606" y="6390"/>
                  </a:cubicBezTo>
                  <a:cubicBezTo>
                    <a:pt x="3480" y="6390"/>
                    <a:pt x="2591" y="0"/>
                    <a:pt x="2591"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4" name="Google Shape;1890;p58"/>
            <p:cNvSpPr/>
            <p:nvPr/>
          </p:nvSpPr>
          <p:spPr>
            <a:xfrm>
              <a:off x="2720520" y="1492560"/>
              <a:ext cx="791640" cy="1106280"/>
            </a:xfrm>
            <a:custGeom>
              <a:avLst/>
              <a:gdLst>
                <a:gd name="textAreaLeft" fmla="*/ 0 w 791640"/>
                <a:gd name="textAreaRight" fmla="*/ 792000 w 791640"/>
                <a:gd name="textAreaTop" fmla="*/ 0 h 1106280"/>
                <a:gd name="textAreaBottom" fmla="*/ 1106640 h 1106280"/>
              </a:gdLst>
              <a:ahLst/>
              <a:cxnLst/>
              <a:rect l="textAreaLeft" t="textAreaTop" r="textAreaRight" b="textAreaBottom"/>
              <a:pathLst>
                <a:path w="9692" h="13540">
                  <a:moveTo>
                    <a:pt x="5610" y="0"/>
                  </a:moveTo>
                  <a:cubicBezTo>
                    <a:pt x="4266" y="0"/>
                    <a:pt x="2589" y="122"/>
                    <a:pt x="1699" y="611"/>
                  </a:cubicBezTo>
                  <a:cubicBezTo>
                    <a:pt x="1699" y="611"/>
                    <a:pt x="249" y="1240"/>
                    <a:pt x="0" y="2104"/>
                  </a:cubicBezTo>
                  <a:lnTo>
                    <a:pt x="923" y="8794"/>
                  </a:lnTo>
                  <a:lnTo>
                    <a:pt x="688" y="13010"/>
                  </a:lnTo>
                  <a:cubicBezTo>
                    <a:pt x="688" y="13010"/>
                    <a:pt x="1977" y="13539"/>
                    <a:pt x="3606" y="13539"/>
                  </a:cubicBezTo>
                  <a:cubicBezTo>
                    <a:pt x="4632" y="13539"/>
                    <a:pt x="5793" y="13329"/>
                    <a:pt x="6852" y="12644"/>
                  </a:cubicBezTo>
                  <a:cubicBezTo>
                    <a:pt x="6852" y="12644"/>
                    <a:pt x="8231" y="13098"/>
                    <a:pt x="9118" y="13098"/>
                  </a:cubicBezTo>
                  <a:cubicBezTo>
                    <a:pt x="9357" y="13098"/>
                    <a:pt x="9561" y="13065"/>
                    <a:pt x="9692" y="12981"/>
                  </a:cubicBezTo>
                  <a:lnTo>
                    <a:pt x="8755" y="7711"/>
                  </a:lnTo>
                  <a:cubicBezTo>
                    <a:pt x="8510" y="6084"/>
                    <a:pt x="8279" y="152"/>
                    <a:pt x="7784" y="152"/>
                  </a:cubicBezTo>
                  <a:cubicBezTo>
                    <a:pt x="7776" y="152"/>
                    <a:pt x="7768" y="153"/>
                    <a:pt x="7759" y="157"/>
                  </a:cubicBezTo>
                  <a:cubicBezTo>
                    <a:pt x="7754" y="158"/>
                    <a:pt x="7748" y="159"/>
                    <a:pt x="7743" y="159"/>
                  </a:cubicBezTo>
                  <a:cubicBezTo>
                    <a:pt x="7688" y="159"/>
                    <a:pt x="7622" y="98"/>
                    <a:pt x="7569" y="98"/>
                  </a:cubicBezTo>
                  <a:cubicBezTo>
                    <a:pt x="7350" y="62"/>
                    <a:pt x="6564" y="0"/>
                    <a:pt x="5610"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5" name="Google Shape;1891;p58"/>
            <p:cNvSpPr/>
            <p:nvPr/>
          </p:nvSpPr>
          <p:spPr>
            <a:xfrm>
              <a:off x="2965680" y="1491840"/>
              <a:ext cx="257400" cy="510840"/>
            </a:xfrm>
            <a:custGeom>
              <a:avLst/>
              <a:gdLst>
                <a:gd name="textAreaLeft" fmla="*/ 0 w 257400"/>
                <a:gd name="textAreaRight" fmla="*/ 257760 w 257400"/>
                <a:gd name="textAreaTop" fmla="*/ 0 h 510840"/>
                <a:gd name="textAreaBottom" fmla="*/ 511200 h 510840"/>
              </a:gdLst>
              <a:ahLst/>
              <a:cxnLst/>
              <a:rect l="textAreaLeft" t="textAreaTop" r="textAreaRight" b="textAreaBottom"/>
              <a:pathLst>
                <a:path w="3155" h="6256">
                  <a:moveTo>
                    <a:pt x="2163" y="1"/>
                  </a:moveTo>
                  <a:cubicBezTo>
                    <a:pt x="1406" y="1"/>
                    <a:pt x="422" y="35"/>
                    <a:pt x="0" y="195"/>
                  </a:cubicBezTo>
                  <a:lnTo>
                    <a:pt x="3148" y="6256"/>
                  </a:lnTo>
                  <a:lnTo>
                    <a:pt x="3148" y="19"/>
                  </a:lnTo>
                  <a:cubicBezTo>
                    <a:pt x="3154" y="19"/>
                    <a:pt x="2720" y="1"/>
                    <a:pt x="216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6" name="Google Shape;1892;p58"/>
            <p:cNvSpPr/>
            <p:nvPr/>
          </p:nvSpPr>
          <p:spPr>
            <a:xfrm>
              <a:off x="2837880" y="1054080"/>
              <a:ext cx="411120" cy="519480"/>
            </a:xfrm>
            <a:custGeom>
              <a:avLst/>
              <a:gdLst>
                <a:gd name="textAreaLeft" fmla="*/ 0 w 411120"/>
                <a:gd name="textAreaRight" fmla="*/ 411480 w 411120"/>
                <a:gd name="textAreaTop" fmla="*/ 0 h 519480"/>
                <a:gd name="textAreaBottom" fmla="*/ 519840 h 519480"/>
              </a:gdLst>
              <a:ahLst/>
              <a:cxnLst/>
              <a:rect l="textAreaLeft" t="textAreaTop" r="textAreaRight" b="textAreaBottom"/>
              <a:pathLst>
                <a:path w="5036" h="6363">
                  <a:moveTo>
                    <a:pt x="2418" y="1"/>
                  </a:moveTo>
                  <a:cubicBezTo>
                    <a:pt x="2388" y="1"/>
                    <a:pt x="2358" y="1"/>
                    <a:pt x="2328" y="2"/>
                  </a:cubicBezTo>
                  <a:lnTo>
                    <a:pt x="1010" y="31"/>
                  </a:lnTo>
                  <a:cubicBezTo>
                    <a:pt x="1010" y="31"/>
                    <a:pt x="1006" y="31"/>
                    <a:pt x="998" y="31"/>
                  </a:cubicBezTo>
                  <a:cubicBezTo>
                    <a:pt x="902" y="31"/>
                    <a:pt x="249" y="43"/>
                    <a:pt x="249" y="382"/>
                  </a:cubicBezTo>
                  <a:cubicBezTo>
                    <a:pt x="249" y="382"/>
                    <a:pt x="0" y="4818"/>
                    <a:pt x="1391" y="4906"/>
                  </a:cubicBezTo>
                  <a:lnTo>
                    <a:pt x="2254" y="4906"/>
                  </a:lnTo>
                  <a:lnTo>
                    <a:pt x="2254" y="5521"/>
                  </a:lnTo>
                  <a:cubicBezTo>
                    <a:pt x="2254" y="5740"/>
                    <a:pt x="2372" y="5931"/>
                    <a:pt x="2547" y="6048"/>
                  </a:cubicBezTo>
                  <a:cubicBezTo>
                    <a:pt x="2776" y="6197"/>
                    <a:pt x="3121" y="6363"/>
                    <a:pt x="3472" y="6363"/>
                  </a:cubicBezTo>
                  <a:cubicBezTo>
                    <a:pt x="3704" y="6363"/>
                    <a:pt x="3939" y="6290"/>
                    <a:pt x="4143" y="6092"/>
                  </a:cubicBezTo>
                  <a:cubicBezTo>
                    <a:pt x="4363" y="5872"/>
                    <a:pt x="4450" y="5565"/>
                    <a:pt x="4436" y="5243"/>
                  </a:cubicBezTo>
                  <a:lnTo>
                    <a:pt x="4245" y="2886"/>
                  </a:lnTo>
                  <a:cubicBezTo>
                    <a:pt x="4245" y="2886"/>
                    <a:pt x="5036" y="2725"/>
                    <a:pt x="4890" y="1919"/>
                  </a:cubicBezTo>
                  <a:cubicBezTo>
                    <a:pt x="4815" y="1478"/>
                    <a:pt x="4589" y="1350"/>
                    <a:pt x="4355" y="1350"/>
                  </a:cubicBezTo>
                  <a:cubicBezTo>
                    <a:pt x="4038" y="1350"/>
                    <a:pt x="3704" y="1583"/>
                    <a:pt x="3704" y="1583"/>
                  </a:cubicBezTo>
                  <a:lnTo>
                    <a:pt x="3704" y="587"/>
                  </a:lnTo>
                  <a:cubicBezTo>
                    <a:pt x="3704" y="587"/>
                    <a:pt x="3648" y="1"/>
                    <a:pt x="2418" y="1"/>
                  </a:cubicBezTo>
                  <a:close/>
                </a:path>
              </a:pathLst>
            </a:custGeom>
            <a:solidFill>
              <a:srgbClr val="AC6E5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7" name="Google Shape;1893;p58"/>
            <p:cNvSpPr/>
            <p:nvPr/>
          </p:nvSpPr>
          <p:spPr>
            <a:xfrm>
              <a:off x="2921400" y="1224000"/>
              <a:ext cx="21240" cy="106200"/>
            </a:xfrm>
            <a:custGeom>
              <a:avLst/>
              <a:gdLst>
                <a:gd name="textAreaLeft" fmla="*/ 0 w 21240"/>
                <a:gd name="textAreaRight" fmla="*/ 21600 w 21240"/>
                <a:gd name="textAreaTop" fmla="*/ 0 h 106200"/>
                <a:gd name="textAreaBottom" fmla="*/ 106560 h 106200"/>
              </a:gdLst>
              <a:ahLst/>
              <a:cxnLst/>
              <a:rect l="textAreaLeft" t="textAreaTop" r="textAreaRight" b="textAreaBottom"/>
              <a:pathLst>
                <a:path w="265" h="1304">
                  <a:moveTo>
                    <a:pt x="59" y="0"/>
                  </a:moveTo>
                  <a:cubicBezTo>
                    <a:pt x="45" y="0"/>
                    <a:pt x="30" y="308"/>
                    <a:pt x="1" y="689"/>
                  </a:cubicBezTo>
                  <a:lnTo>
                    <a:pt x="1" y="967"/>
                  </a:lnTo>
                  <a:cubicBezTo>
                    <a:pt x="1" y="1054"/>
                    <a:pt x="30" y="1157"/>
                    <a:pt x="59" y="1201"/>
                  </a:cubicBezTo>
                  <a:cubicBezTo>
                    <a:pt x="103" y="1274"/>
                    <a:pt x="176" y="1303"/>
                    <a:pt x="206" y="1303"/>
                  </a:cubicBezTo>
                  <a:cubicBezTo>
                    <a:pt x="235" y="1303"/>
                    <a:pt x="264" y="1274"/>
                    <a:pt x="264" y="1274"/>
                  </a:cubicBezTo>
                  <a:cubicBezTo>
                    <a:pt x="264" y="1259"/>
                    <a:pt x="250" y="1259"/>
                    <a:pt x="206" y="1259"/>
                  </a:cubicBezTo>
                  <a:cubicBezTo>
                    <a:pt x="191" y="1259"/>
                    <a:pt x="133" y="1245"/>
                    <a:pt x="118" y="1186"/>
                  </a:cubicBezTo>
                  <a:cubicBezTo>
                    <a:pt x="59" y="1098"/>
                    <a:pt x="103" y="923"/>
                    <a:pt x="103" y="718"/>
                  </a:cubicBezTo>
                  <a:cubicBezTo>
                    <a:pt x="103" y="337"/>
                    <a:pt x="74" y="0"/>
                    <a:pt x="5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3280" bIns="53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8" name="Google Shape;1894;p58"/>
            <p:cNvSpPr/>
            <p:nvPr/>
          </p:nvSpPr>
          <p:spPr>
            <a:xfrm>
              <a:off x="2999160" y="1227240"/>
              <a:ext cx="7920" cy="26640"/>
            </a:xfrm>
            <a:custGeom>
              <a:avLst/>
              <a:gdLst>
                <a:gd name="textAreaLeft" fmla="*/ 0 w 7920"/>
                <a:gd name="textAreaRight" fmla="*/ 8280 w 7920"/>
                <a:gd name="textAreaTop" fmla="*/ 0 h 26640"/>
                <a:gd name="textAreaBottom" fmla="*/ 27000 h 26640"/>
              </a:gdLst>
              <a:ahLst/>
              <a:cxnLst/>
              <a:rect l="textAreaLeft" t="textAreaTop" r="textAreaRight" b="textAreaBottom"/>
              <a:pathLst>
                <a:path w="103" h="330">
                  <a:moveTo>
                    <a:pt x="51" y="1"/>
                  </a:moveTo>
                  <a:cubicBezTo>
                    <a:pt x="32" y="1"/>
                    <a:pt x="0" y="69"/>
                    <a:pt x="0" y="168"/>
                  </a:cubicBezTo>
                  <a:cubicBezTo>
                    <a:pt x="0" y="256"/>
                    <a:pt x="30" y="329"/>
                    <a:pt x="44" y="329"/>
                  </a:cubicBezTo>
                  <a:cubicBezTo>
                    <a:pt x="59" y="329"/>
                    <a:pt x="103" y="256"/>
                    <a:pt x="103" y="168"/>
                  </a:cubicBezTo>
                  <a:cubicBezTo>
                    <a:pt x="103" y="81"/>
                    <a:pt x="74" y="7"/>
                    <a:pt x="59" y="7"/>
                  </a:cubicBezTo>
                  <a:cubicBezTo>
                    <a:pt x="57" y="3"/>
                    <a:pt x="54" y="1"/>
                    <a:pt x="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9" name="Google Shape;1895;p58"/>
            <p:cNvSpPr/>
            <p:nvPr/>
          </p:nvSpPr>
          <p:spPr>
            <a:xfrm>
              <a:off x="2883240" y="1224000"/>
              <a:ext cx="6840" cy="27360"/>
            </a:xfrm>
            <a:custGeom>
              <a:avLst/>
              <a:gdLst>
                <a:gd name="textAreaLeft" fmla="*/ 0 w 6840"/>
                <a:gd name="textAreaRight" fmla="*/ 7200 w 6840"/>
                <a:gd name="textAreaTop" fmla="*/ 0 h 27360"/>
                <a:gd name="textAreaBottom" fmla="*/ 27720 h 27360"/>
              </a:gdLst>
              <a:ahLst/>
              <a:cxnLst/>
              <a:rect l="textAreaLeft" t="textAreaTop" r="textAreaRight" b="textAreaBottom"/>
              <a:pathLst>
                <a:path w="89" h="338">
                  <a:moveTo>
                    <a:pt x="59" y="0"/>
                  </a:moveTo>
                  <a:cubicBezTo>
                    <a:pt x="15" y="0"/>
                    <a:pt x="0" y="74"/>
                    <a:pt x="0" y="161"/>
                  </a:cubicBezTo>
                  <a:cubicBezTo>
                    <a:pt x="0" y="264"/>
                    <a:pt x="15" y="337"/>
                    <a:pt x="30" y="337"/>
                  </a:cubicBezTo>
                  <a:cubicBezTo>
                    <a:pt x="59" y="337"/>
                    <a:pt x="88" y="264"/>
                    <a:pt x="88" y="161"/>
                  </a:cubicBezTo>
                  <a:cubicBezTo>
                    <a:pt x="88" y="74"/>
                    <a:pt x="74" y="0"/>
                    <a:pt x="5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0" name="Google Shape;1896;p58"/>
            <p:cNvSpPr/>
            <p:nvPr/>
          </p:nvSpPr>
          <p:spPr>
            <a:xfrm>
              <a:off x="3019680" y="1414440"/>
              <a:ext cx="63000" cy="113400"/>
            </a:xfrm>
            <a:custGeom>
              <a:avLst/>
              <a:gdLst>
                <a:gd name="textAreaLeft" fmla="*/ 0 w 63000"/>
                <a:gd name="textAreaRight" fmla="*/ 63360 w 63000"/>
                <a:gd name="textAreaTop" fmla="*/ 0 h 113400"/>
                <a:gd name="textAreaBottom" fmla="*/ 113760 h 113400"/>
              </a:gdLst>
              <a:ahLst/>
              <a:cxnLst/>
              <a:rect l="textAreaLeft" t="textAreaTop" r="textAreaRight" b="textAreaBottom"/>
              <a:pathLst>
                <a:path w="777" h="1391">
                  <a:moveTo>
                    <a:pt x="761" y="0"/>
                  </a:moveTo>
                  <a:lnTo>
                    <a:pt x="761" y="0"/>
                  </a:lnTo>
                  <a:cubicBezTo>
                    <a:pt x="586" y="220"/>
                    <a:pt x="322" y="395"/>
                    <a:pt x="29" y="469"/>
                  </a:cubicBezTo>
                  <a:cubicBezTo>
                    <a:pt x="15" y="761"/>
                    <a:pt x="0" y="966"/>
                    <a:pt x="29" y="1201"/>
                  </a:cubicBezTo>
                  <a:cubicBezTo>
                    <a:pt x="29" y="1230"/>
                    <a:pt x="73" y="1376"/>
                    <a:pt x="73" y="1391"/>
                  </a:cubicBezTo>
                  <a:cubicBezTo>
                    <a:pt x="73" y="1391"/>
                    <a:pt x="191" y="1332"/>
                    <a:pt x="264" y="1303"/>
                  </a:cubicBezTo>
                  <a:cubicBezTo>
                    <a:pt x="483" y="1186"/>
                    <a:pt x="630" y="966"/>
                    <a:pt x="703" y="732"/>
                  </a:cubicBezTo>
                  <a:cubicBezTo>
                    <a:pt x="776" y="498"/>
                    <a:pt x="776" y="234"/>
                    <a:pt x="761"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1" name="Google Shape;1897;p58"/>
            <p:cNvSpPr/>
            <p:nvPr/>
          </p:nvSpPr>
          <p:spPr>
            <a:xfrm>
              <a:off x="3148920" y="1194480"/>
              <a:ext cx="53640" cy="74520"/>
            </a:xfrm>
            <a:custGeom>
              <a:avLst/>
              <a:gdLst>
                <a:gd name="textAreaLeft" fmla="*/ 0 w 53640"/>
                <a:gd name="textAreaRight" fmla="*/ 54000 w 53640"/>
                <a:gd name="textAreaTop" fmla="*/ 0 h 74520"/>
                <a:gd name="textAreaBottom" fmla="*/ 74880 h 74520"/>
              </a:gdLst>
              <a:ahLst/>
              <a:cxnLst/>
              <a:rect l="textAreaLeft" t="textAreaTop" r="textAreaRight" b="textAreaBottom"/>
              <a:pathLst>
                <a:path w="660" h="917">
                  <a:moveTo>
                    <a:pt x="563" y="1"/>
                  </a:moveTo>
                  <a:cubicBezTo>
                    <a:pt x="534" y="1"/>
                    <a:pt x="478" y="14"/>
                    <a:pt x="410" y="53"/>
                  </a:cubicBezTo>
                  <a:cubicBezTo>
                    <a:pt x="293" y="112"/>
                    <a:pt x="176" y="199"/>
                    <a:pt x="73" y="375"/>
                  </a:cubicBezTo>
                  <a:lnTo>
                    <a:pt x="0" y="521"/>
                  </a:lnTo>
                  <a:lnTo>
                    <a:pt x="147" y="434"/>
                  </a:lnTo>
                  <a:cubicBezTo>
                    <a:pt x="156" y="429"/>
                    <a:pt x="166" y="424"/>
                    <a:pt x="176" y="419"/>
                  </a:cubicBezTo>
                  <a:lnTo>
                    <a:pt x="176" y="419"/>
                  </a:lnTo>
                  <a:lnTo>
                    <a:pt x="176" y="419"/>
                  </a:lnTo>
                  <a:cubicBezTo>
                    <a:pt x="176" y="419"/>
                    <a:pt x="176" y="419"/>
                    <a:pt x="176" y="418"/>
                  </a:cubicBezTo>
                  <a:lnTo>
                    <a:pt x="176" y="418"/>
                  </a:lnTo>
                  <a:cubicBezTo>
                    <a:pt x="229" y="391"/>
                    <a:pt x="288" y="358"/>
                    <a:pt x="337" y="346"/>
                  </a:cubicBezTo>
                  <a:cubicBezTo>
                    <a:pt x="348" y="344"/>
                    <a:pt x="359" y="343"/>
                    <a:pt x="369" y="343"/>
                  </a:cubicBezTo>
                  <a:cubicBezTo>
                    <a:pt x="443" y="343"/>
                    <a:pt x="504" y="388"/>
                    <a:pt x="542" y="478"/>
                  </a:cubicBezTo>
                  <a:cubicBezTo>
                    <a:pt x="571" y="565"/>
                    <a:pt x="557" y="653"/>
                    <a:pt x="513" y="712"/>
                  </a:cubicBezTo>
                  <a:cubicBezTo>
                    <a:pt x="439" y="844"/>
                    <a:pt x="352" y="887"/>
                    <a:pt x="366" y="917"/>
                  </a:cubicBezTo>
                  <a:cubicBezTo>
                    <a:pt x="366" y="917"/>
                    <a:pt x="469" y="873"/>
                    <a:pt x="571" y="726"/>
                  </a:cubicBezTo>
                  <a:cubicBezTo>
                    <a:pt x="630" y="653"/>
                    <a:pt x="659" y="551"/>
                    <a:pt x="630" y="434"/>
                  </a:cubicBezTo>
                  <a:cubicBezTo>
                    <a:pt x="615" y="375"/>
                    <a:pt x="571" y="331"/>
                    <a:pt x="513" y="287"/>
                  </a:cubicBezTo>
                  <a:cubicBezTo>
                    <a:pt x="482" y="267"/>
                    <a:pt x="436" y="246"/>
                    <a:pt x="386" y="246"/>
                  </a:cubicBezTo>
                  <a:cubicBezTo>
                    <a:pt x="365" y="246"/>
                    <a:pt x="344" y="249"/>
                    <a:pt x="322" y="258"/>
                  </a:cubicBezTo>
                  <a:cubicBezTo>
                    <a:pt x="303" y="261"/>
                    <a:pt x="284" y="265"/>
                    <a:pt x="267" y="271"/>
                  </a:cubicBezTo>
                  <a:lnTo>
                    <a:pt x="267" y="271"/>
                  </a:lnTo>
                  <a:cubicBezTo>
                    <a:pt x="323" y="196"/>
                    <a:pt x="384" y="139"/>
                    <a:pt x="439" y="112"/>
                  </a:cubicBezTo>
                  <a:cubicBezTo>
                    <a:pt x="542" y="53"/>
                    <a:pt x="586" y="38"/>
                    <a:pt x="586" y="9"/>
                  </a:cubicBezTo>
                  <a:cubicBezTo>
                    <a:pt x="586" y="4"/>
                    <a:pt x="578" y="1"/>
                    <a:pt x="56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2" name="Google Shape;1898;p58"/>
            <p:cNvSpPr/>
            <p:nvPr/>
          </p:nvSpPr>
          <p:spPr>
            <a:xfrm>
              <a:off x="2933640" y="1324440"/>
              <a:ext cx="64440" cy="50760"/>
            </a:xfrm>
            <a:custGeom>
              <a:avLst/>
              <a:gdLst>
                <a:gd name="textAreaLeft" fmla="*/ 0 w 64440"/>
                <a:gd name="textAreaRight" fmla="*/ 64800 w 64440"/>
                <a:gd name="textAreaTop" fmla="*/ 0 h 50760"/>
                <a:gd name="textAreaBottom" fmla="*/ 51120 h 50760"/>
              </a:gdLst>
              <a:ahLst/>
              <a:cxnLst/>
              <a:rect l="textAreaLeft" t="textAreaTop" r="textAreaRight" b="textAreaBottom"/>
              <a:pathLst>
                <a:path w="791" h="625">
                  <a:moveTo>
                    <a:pt x="747" y="0"/>
                  </a:moveTo>
                  <a:cubicBezTo>
                    <a:pt x="732" y="0"/>
                    <a:pt x="732" y="59"/>
                    <a:pt x="703" y="147"/>
                  </a:cubicBezTo>
                  <a:cubicBezTo>
                    <a:pt x="659" y="234"/>
                    <a:pt x="600" y="352"/>
                    <a:pt x="498" y="439"/>
                  </a:cubicBezTo>
                  <a:cubicBezTo>
                    <a:pt x="395" y="513"/>
                    <a:pt x="264" y="542"/>
                    <a:pt x="161" y="542"/>
                  </a:cubicBezTo>
                  <a:cubicBezTo>
                    <a:pt x="93" y="542"/>
                    <a:pt x="44" y="535"/>
                    <a:pt x="19" y="535"/>
                  </a:cubicBezTo>
                  <a:cubicBezTo>
                    <a:pt x="7" y="535"/>
                    <a:pt x="0" y="537"/>
                    <a:pt x="0" y="542"/>
                  </a:cubicBezTo>
                  <a:cubicBezTo>
                    <a:pt x="0" y="571"/>
                    <a:pt x="59" y="600"/>
                    <a:pt x="161" y="615"/>
                  </a:cubicBezTo>
                  <a:cubicBezTo>
                    <a:pt x="183" y="621"/>
                    <a:pt x="207" y="624"/>
                    <a:pt x="232" y="624"/>
                  </a:cubicBezTo>
                  <a:cubicBezTo>
                    <a:pt x="330" y="624"/>
                    <a:pt x="452" y="582"/>
                    <a:pt x="556" y="513"/>
                  </a:cubicBezTo>
                  <a:cubicBezTo>
                    <a:pt x="703" y="395"/>
                    <a:pt x="747" y="278"/>
                    <a:pt x="776" y="161"/>
                  </a:cubicBezTo>
                  <a:cubicBezTo>
                    <a:pt x="791" y="59"/>
                    <a:pt x="776" y="0"/>
                    <a:pt x="74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3" name="Google Shape;1899;p58"/>
            <p:cNvSpPr/>
            <p:nvPr/>
          </p:nvSpPr>
          <p:spPr>
            <a:xfrm>
              <a:off x="2980080" y="1317600"/>
              <a:ext cx="33120" cy="20880"/>
            </a:xfrm>
            <a:custGeom>
              <a:avLst/>
              <a:gdLst>
                <a:gd name="textAreaLeft" fmla="*/ 0 w 33120"/>
                <a:gd name="textAreaRight" fmla="*/ 33480 w 33120"/>
                <a:gd name="textAreaTop" fmla="*/ 0 h 20880"/>
                <a:gd name="textAreaBottom" fmla="*/ 21240 h 20880"/>
              </a:gdLst>
              <a:ahLst/>
              <a:cxnLst/>
              <a:rect l="textAreaLeft" t="textAreaTop" r="textAreaRight" b="textAreaBottom"/>
              <a:pathLst>
                <a:path w="411" h="262">
                  <a:moveTo>
                    <a:pt x="127" y="1"/>
                  </a:moveTo>
                  <a:cubicBezTo>
                    <a:pt x="109" y="1"/>
                    <a:pt x="90" y="4"/>
                    <a:pt x="73" y="13"/>
                  </a:cubicBezTo>
                  <a:cubicBezTo>
                    <a:pt x="15" y="13"/>
                    <a:pt x="0" y="28"/>
                    <a:pt x="0" y="42"/>
                  </a:cubicBezTo>
                  <a:cubicBezTo>
                    <a:pt x="0" y="86"/>
                    <a:pt x="117" y="72"/>
                    <a:pt x="220" y="115"/>
                  </a:cubicBezTo>
                  <a:cubicBezTo>
                    <a:pt x="308" y="174"/>
                    <a:pt x="366" y="262"/>
                    <a:pt x="381" y="262"/>
                  </a:cubicBezTo>
                  <a:cubicBezTo>
                    <a:pt x="410" y="262"/>
                    <a:pt x="410" y="247"/>
                    <a:pt x="381" y="189"/>
                  </a:cubicBezTo>
                  <a:cubicBezTo>
                    <a:pt x="366" y="130"/>
                    <a:pt x="322" y="86"/>
                    <a:pt x="249" y="42"/>
                  </a:cubicBezTo>
                  <a:cubicBezTo>
                    <a:pt x="218" y="22"/>
                    <a:pt x="172" y="1"/>
                    <a:pt x="12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4" name="Google Shape;1900;p58"/>
            <p:cNvSpPr/>
            <p:nvPr/>
          </p:nvSpPr>
          <p:spPr>
            <a:xfrm>
              <a:off x="2776680" y="2518560"/>
              <a:ext cx="744840" cy="83520"/>
            </a:xfrm>
            <a:custGeom>
              <a:avLst/>
              <a:gdLst>
                <a:gd name="textAreaLeft" fmla="*/ 0 w 744840"/>
                <a:gd name="textAreaRight" fmla="*/ 745200 w 744840"/>
                <a:gd name="textAreaTop" fmla="*/ 0 h 83520"/>
                <a:gd name="textAreaBottom" fmla="*/ 83880 h 83520"/>
              </a:gdLst>
              <a:ahLst/>
              <a:cxnLst/>
              <a:rect l="textAreaLeft" t="textAreaTop" r="textAreaRight" b="textAreaBottom"/>
              <a:pathLst>
                <a:path w="9121" h="1027">
                  <a:moveTo>
                    <a:pt x="6149" y="0"/>
                  </a:moveTo>
                  <a:lnTo>
                    <a:pt x="6134" y="30"/>
                  </a:lnTo>
                  <a:cubicBezTo>
                    <a:pt x="5768" y="396"/>
                    <a:pt x="5241" y="630"/>
                    <a:pt x="4670" y="762"/>
                  </a:cubicBezTo>
                  <a:cubicBezTo>
                    <a:pt x="4144" y="893"/>
                    <a:pt x="3637" y="927"/>
                    <a:pt x="3158" y="927"/>
                  </a:cubicBezTo>
                  <a:cubicBezTo>
                    <a:pt x="3051" y="927"/>
                    <a:pt x="2945" y="925"/>
                    <a:pt x="2840" y="923"/>
                  </a:cubicBezTo>
                  <a:cubicBezTo>
                    <a:pt x="2270" y="893"/>
                    <a:pt x="1772" y="791"/>
                    <a:pt x="1362" y="703"/>
                  </a:cubicBezTo>
                  <a:cubicBezTo>
                    <a:pt x="937" y="615"/>
                    <a:pt x="601" y="498"/>
                    <a:pt x="366" y="454"/>
                  </a:cubicBezTo>
                  <a:cubicBezTo>
                    <a:pt x="264" y="410"/>
                    <a:pt x="161" y="396"/>
                    <a:pt x="88" y="366"/>
                  </a:cubicBezTo>
                  <a:cubicBezTo>
                    <a:pt x="44" y="352"/>
                    <a:pt x="0" y="352"/>
                    <a:pt x="0" y="352"/>
                  </a:cubicBezTo>
                  <a:lnTo>
                    <a:pt x="0" y="352"/>
                  </a:lnTo>
                  <a:cubicBezTo>
                    <a:pt x="0" y="352"/>
                    <a:pt x="44" y="366"/>
                    <a:pt x="88" y="396"/>
                  </a:cubicBezTo>
                  <a:cubicBezTo>
                    <a:pt x="147" y="410"/>
                    <a:pt x="235" y="454"/>
                    <a:pt x="352" y="484"/>
                  </a:cubicBezTo>
                  <a:cubicBezTo>
                    <a:pt x="586" y="571"/>
                    <a:pt x="923" y="659"/>
                    <a:pt x="1333" y="776"/>
                  </a:cubicBezTo>
                  <a:cubicBezTo>
                    <a:pt x="1757" y="864"/>
                    <a:pt x="2270" y="981"/>
                    <a:pt x="2840" y="1011"/>
                  </a:cubicBezTo>
                  <a:cubicBezTo>
                    <a:pt x="2980" y="1021"/>
                    <a:pt x="3124" y="1027"/>
                    <a:pt x="3270" y="1027"/>
                  </a:cubicBezTo>
                  <a:cubicBezTo>
                    <a:pt x="3721" y="1027"/>
                    <a:pt x="4199" y="975"/>
                    <a:pt x="4685" y="864"/>
                  </a:cubicBezTo>
                  <a:cubicBezTo>
                    <a:pt x="5247" y="734"/>
                    <a:pt x="5780" y="491"/>
                    <a:pt x="6174" y="135"/>
                  </a:cubicBezTo>
                  <a:lnTo>
                    <a:pt x="6174" y="135"/>
                  </a:lnTo>
                  <a:cubicBezTo>
                    <a:pt x="6919" y="458"/>
                    <a:pt x="7614" y="650"/>
                    <a:pt x="8135" y="650"/>
                  </a:cubicBezTo>
                  <a:cubicBezTo>
                    <a:pt x="8187" y="650"/>
                    <a:pt x="8238" y="648"/>
                    <a:pt x="8286" y="645"/>
                  </a:cubicBezTo>
                  <a:cubicBezTo>
                    <a:pt x="8579" y="630"/>
                    <a:pt x="8784" y="542"/>
                    <a:pt x="8916" y="469"/>
                  </a:cubicBezTo>
                  <a:cubicBezTo>
                    <a:pt x="8974" y="454"/>
                    <a:pt x="9018" y="410"/>
                    <a:pt x="9062" y="396"/>
                  </a:cubicBezTo>
                  <a:cubicBezTo>
                    <a:pt x="9092" y="366"/>
                    <a:pt x="9121" y="352"/>
                    <a:pt x="9121" y="352"/>
                  </a:cubicBezTo>
                  <a:cubicBezTo>
                    <a:pt x="9092" y="352"/>
                    <a:pt x="9048" y="396"/>
                    <a:pt x="8901" y="410"/>
                  </a:cubicBezTo>
                  <a:cubicBezTo>
                    <a:pt x="8769" y="484"/>
                    <a:pt x="8564" y="557"/>
                    <a:pt x="8286" y="571"/>
                  </a:cubicBezTo>
                  <a:cubicBezTo>
                    <a:pt x="8267" y="572"/>
                    <a:pt x="8247" y="572"/>
                    <a:pt x="8227" y="572"/>
                  </a:cubicBezTo>
                  <a:cubicBezTo>
                    <a:pt x="7691" y="572"/>
                    <a:pt x="6968" y="383"/>
                    <a:pt x="6164" y="30"/>
                  </a:cubicBezTo>
                  <a:lnTo>
                    <a:pt x="6149" y="0"/>
                  </a:ln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41760" bIns="41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5" name="Google Shape;1901;p58"/>
            <p:cNvSpPr/>
            <p:nvPr/>
          </p:nvSpPr>
          <p:spPr>
            <a:xfrm>
              <a:off x="3225600" y="1989720"/>
              <a:ext cx="57240" cy="536760"/>
            </a:xfrm>
            <a:custGeom>
              <a:avLst/>
              <a:gdLst>
                <a:gd name="textAreaLeft" fmla="*/ 0 w 57240"/>
                <a:gd name="textAreaRight" fmla="*/ 57600 w 57240"/>
                <a:gd name="textAreaTop" fmla="*/ 0 h 536760"/>
                <a:gd name="textAreaBottom" fmla="*/ 537120 h 536760"/>
              </a:gdLst>
              <a:ahLst/>
              <a:cxnLst/>
              <a:rect l="textAreaLeft" t="textAreaTop" r="textAreaRight" b="textAreaBottom"/>
              <a:pathLst>
                <a:path w="703" h="6574">
                  <a:moveTo>
                    <a:pt x="0" y="1"/>
                  </a:moveTo>
                  <a:cubicBezTo>
                    <a:pt x="0" y="1"/>
                    <a:pt x="0" y="89"/>
                    <a:pt x="15" y="250"/>
                  </a:cubicBezTo>
                  <a:cubicBezTo>
                    <a:pt x="44" y="440"/>
                    <a:pt x="59" y="660"/>
                    <a:pt x="88" y="952"/>
                  </a:cubicBezTo>
                  <a:cubicBezTo>
                    <a:pt x="147" y="1553"/>
                    <a:pt x="249" y="2358"/>
                    <a:pt x="352" y="3280"/>
                  </a:cubicBezTo>
                  <a:cubicBezTo>
                    <a:pt x="439" y="4173"/>
                    <a:pt x="513" y="4993"/>
                    <a:pt x="571" y="5593"/>
                  </a:cubicBezTo>
                  <a:cubicBezTo>
                    <a:pt x="600" y="5886"/>
                    <a:pt x="615" y="6135"/>
                    <a:pt x="644" y="6310"/>
                  </a:cubicBezTo>
                  <a:cubicBezTo>
                    <a:pt x="659" y="6471"/>
                    <a:pt x="674" y="6574"/>
                    <a:pt x="674" y="6574"/>
                  </a:cubicBezTo>
                  <a:cubicBezTo>
                    <a:pt x="674" y="6574"/>
                    <a:pt x="674" y="6471"/>
                    <a:pt x="703" y="6310"/>
                  </a:cubicBezTo>
                  <a:cubicBezTo>
                    <a:pt x="703" y="6149"/>
                    <a:pt x="674" y="5886"/>
                    <a:pt x="659" y="5593"/>
                  </a:cubicBezTo>
                  <a:cubicBezTo>
                    <a:pt x="615" y="5007"/>
                    <a:pt x="542" y="4188"/>
                    <a:pt x="454" y="3280"/>
                  </a:cubicBezTo>
                  <a:cubicBezTo>
                    <a:pt x="366" y="2358"/>
                    <a:pt x="249" y="1538"/>
                    <a:pt x="161" y="952"/>
                  </a:cubicBezTo>
                  <a:cubicBezTo>
                    <a:pt x="132" y="660"/>
                    <a:pt x="88" y="425"/>
                    <a:pt x="59" y="250"/>
                  </a:cubicBezTo>
                  <a:cubicBezTo>
                    <a:pt x="15" y="89"/>
                    <a:pt x="0" y="1"/>
                    <a:pt x="0"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6" name="Google Shape;1902;p58"/>
            <p:cNvSpPr/>
            <p:nvPr/>
          </p:nvSpPr>
          <p:spPr>
            <a:xfrm>
              <a:off x="3224160" y="1493280"/>
              <a:ext cx="79920" cy="411120"/>
            </a:xfrm>
            <a:custGeom>
              <a:avLst/>
              <a:gdLst>
                <a:gd name="textAreaLeft" fmla="*/ 0 w 79920"/>
                <a:gd name="textAreaRight" fmla="*/ 80280 w 79920"/>
                <a:gd name="textAreaTop" fmla="*/ 0 h 411120"/>
                <a:gd name="textAreaBottom" fmla="*/ 411480 h 411120"/>
              </a:gdLst>
              <a:ahLst/>
              <a:cxnLst/>
              <a:rect l="textAreaLeft" t="textAreaTop" r="textAreaRight" b="textAreaBottom"/>
              <a:pathLst>
                <a:path w="982" h="5037">
                  <a:moveTo>
                    <a:pt x="1" y="0"/>
                  </a:moveTo>
                  <a:lnTo>
                    <a:pt x="1" y="5036"/>
                  </a:lnTo>
                  <a:cubicBezTo>
                    <a:pt x="1" y="5036"/>
                    <a:pt x="981" y="2094"/>
                    <a:pt x="762" y="1552"/>
                  </a:cubicBezTo>
                  <a:cubicBezTo>
                    <a:pt x="557" y="1025"/>
                    <a:pt x="1" y="0"/>
                    <a:pt x="1"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7" name="Google Shape;1903;p58"/>
            <p:cNvSpPr/>
            <p:nvPr/>
          </p:nvSpPr>
          <p:spPr>
            <a:xfrm>
              <a:off x="2920320" y="1507680"/>
              <a:ext cx="258120" cy="410040"/>
            </a:xfrm>
            <a:custGeom>
              <a:avLst/>
              <a:gdLst>
                <a:gd name="textAreaLeft" fmla="*/ 0 w 258120"/>
                <a:gd name="textAreaRight" fmla="*/ 258480 w 258120"/>
                <a:gd name="textAreaTop" fmla="*/ 0 h 410040"/>
                <a:gd name="textAreaBottom" fmla="*/ 410400 h 410040"/>
              </a:gdLst>
              <a:ahLst/>
              <a:cxnLst/>
              <a:rect l="textAreaLeft" t="textAreaTop" r="textAreaRight" b="textAreaBottom"/>
              <a:pathLst>
                <a:path w="3163" h="5022">
                  <a:moveTo>
                    <a:pt x="556" y="0"/>
                  </a:moveTo>
                  <a:cubicBezTo>
                    <a:pt x="439" y="29"/>
                    <a:pt x="0" y="1815"/>
                    <a:pt x="454" y="2328"/>
                  </a:cubicBezTo>
                  <a:cubicBezTo>
                    <a:pt x="966" y="2913"/>
                    <a:pt x="3162" y="5021"/>
                    <a:pt x="3162" y="5021"/>
                  </a:cubicBezTo>
                  <a:lnTo>
                    <a:pt x="556"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8" name="Google Shape;1904;p58"/>
            <p:cNvSpPr/>
            <p:nvPr/>
          </p:nvSpPr>
          <p:spPr>
            <a:xfrm>
              <a:off x="2884320" y="2637000"/>
              <a:ext cx="167400" cy="119880"/>
            </a:xfrm>
            <a:custGeom>
              <a:avLst/>
              <a:gdLst>
                <a:gd name="textAreaLeft" fmla="*/ 0 w 167400"/>
                <a:gd name="textAreaRight" fmla="*/ 167760 w 167400"/>
                <a:gd name="textAreaTop" fmla="*/ 0 h 119880"/>
                <a:gd name="textAreaBottom" fmla="*/ 120240 h 119880"/>
              </a:gdLst>
              <a:ahLst/>
              <a:cxnLst/>
              <a:rect l="textAreaLeft" t="textAreaTop" r="textAreaRight" b="textAreaBottom"/>
              <a:pathLst>
                <a:path w="2051" h="1470">
                  <a:moveTo>
                    <a:pt x="2035" y="0"/>
                  </a:moveTo>
                  <a:cubicBezTo>
                    <a:pt x="2012" y="0"/>
                    <a:pt x="1691" y="490"/>
                    <a:pt x="1143" y="879"/>
                  </a:cubicBezTo>
                  <a:cubicBezTo>
                    <a:pt x="572" y="1289"/>
                    <a:pt x="1" y="1435"/>
                    <a:pt x="16" y="1465"/>
                  </a:cubicBezTo>
                  <a:cubicBezTo>
                    <a:pt x="16" y="1468"/>
                    <a:pt x="22" y="1470"/>
                    <a:pt x="35" y="1470"/>
                  </a:cubicBezTo>
                  <a:cubicBezTo>
                    <a:pt x="79" y="1470"/>
                    <a:pt x="197" y="1448"/>
                    <a:pt x="367" y="1391"/>
                  </a:cubicBezTo>
                  <a:cubicBezTo>
                    <a:pt x="587" y="1318"/>
                    <a:pt x="879" y="1172"/>
                    <a:pt x="1172" y="982"/>
                  </a:cubicBezTo>
                  <a:cubicBezTo>
                    <a:pt x="1465" y="762"/>
                    <a:pt x="1684" y="513"/>
                    <a:pt x="1831" y="337"/>
                  </a:cubicBezTo>
                  <a:cubicBezTo>
                    <a:pt x="1977" y="132"/>
                    <a:pt x="2050" y="1"/>
                    <a:pt x="2036" y="1"/>
                  </a:cubicBezTo>
                  <a:cubicBezTo>
                    <a:pt x="2036" y="1"/>
                    <a:pt x="2035" y="0"/>
                    <a:pt x="2035"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60120" bIns="60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9" name="Google Shape;1905;p58"/>
            <p:cNvSpPr/>
            <p:nvPr/>
          </p:nvSpPr>
          <p:spPr>
            <a:xfrm>
              <a:off x="2963520" y="2720880"/>
              <a:ext cx="721080" cy="1808640"/>
            </a:xfrm>
            <a:custGeom>
              <a:avLst/>
              <a:gdLst>
                <a:gd name="textAreaLeft" fmla="*/ 0 w 721080"/>
                <a:gd name="textAreaRight" fmla="*/ 721440 w 721080"/>
                <a:gd name="textAreaTop" fmla="*/ 0 h 1808640"/>
                <a:gd name="textAreaBottom" fmla="*/ 1809000 h 1808640"/>
              </a:gdLst>
              <a:ahLst/>
              <a:cxnLst/>
              <a:rect l="textAreaLeft" t="textAreaTop" r="textAreaRight" b="textAreaBottom"/>
              <a:pathLst>
                <a:path w="8828" h="22136">
                  <a:moveTo>
                    <a:pt x="0" y="0"/>
                  </a:moveTo>
                  <a:lnTo>
                    <a:pt x="0" y="59"/>
                  </a:lnTo>
                  <a:cubicBezTo>
                    <a:pt x="0" y="118"/>
                    <a:pt x="0" y="176"/>
                    <a:pt x="15" y="249"/>
                  </a:cubicBezTo>
                  <a:cubicBezTo>
                    <a:pt x="59" y="410"/>
                    <a:pt x="88" y="645"/>
                    <a:pt x="132" y="937"/>
                  </a:cubicBezTo>
                  <a:cubicBezTo>
                    <a:pt x="147" y="1084"/>
                    <a:pt x="161" y="1245"/>
                    <a:pt x="205" y="1435"/>
                  </a:cubicBezTo>
                  <a:cubicBezTo>
                    <a:pt x="220" y="1611"/>
                    <a:pt x="278" y="1801"/>
                    <a:pt x="308" y="2021"/>
                  </a:cubicBezTo>
                  <a:cubicBezTo>
                    <a:pt x="410" y="2445"/>
                    <a:pt x="498" y="2914"/>
                    <a:pt x="630" y="3441"/>
                  </a:cubicBezTo>
                  <a:cubicBezTo>
                    <a:pt x="703" y="3704"/>
                    <a:pt x="761" y="3982"/>
                    <a:pt x="820" y="4275"/>
                  </a:cubicBezTo>
                  <a:cubicBezTo>
                    <a:pt x="893" y="4568"/>
                    <a:pt x="966" y="4861"/>
                    <a:pt x="1069" y="5168"/>
                  </a:cubicBezTo>
                  <a:cubicBezTo>
                    <a:pt x="1230" y="5783"/>
                    <a:pt x="1435" y="6442"/>
                    <a:pt x="1654" y="7130"/>
                  </a:cubicBezTo>
                  <a:cubicBezTo>
                    <a:pt x="2108" y="8477"/>
                    <a:pt x="2679" y="9955"/>
                    <a:pt x="3323" y="11478"/>
                  </a:cubicBezTo>
                  <a:cubicBezTo>
                    <a:pt x="4641" y="14523"/>
                    <a:pt x="6032" y="17173"/>
                    <a:pt x="7071" y="19076"/>
                  </a:cubicBezTo>
                  <a:cubicBezTo>
                    <a:pt x="7598" y="20027"/>
                    <a:pt x="8023" y="20774"/>
                    <a:pt x="8330" y="21301"/>
                  </a:cubicBezTo>
                  <a:cubicBezTo>
                    <a:pt x="8476" y="21564"/>
                    <a:pt x="8594" y="21769"/>
                    <a:pt x="8681" y="21916"/>
                  </a:cubicBezTo>
                  <a:cubicBezTo>
                    <a:pt x="8711" y="21989"/>
                    <a:pt x="8755" y="22033"/>
                    <a:pt x="8769" y="22077"/>
                  </a:cubicBezTo>
                  <a:cubicBezTo>
                    <a:pt x="8784" y="22106"/>
                    <a:pt x="8813" y="22135"/>
                    <a:pt x="8813" y="22135"/>
                  </a:cubicBezTo>
                  <a:cubicBezTo>
                    <a:pt x="8813" y="22135"/>
                    <a:pt x="8813" y="22106"/>
                    <a:pt x="8828" y="22077"/>
                  </a:cubicBezTo>
                  <a:cubicBezTo>
                    <a:pt x="8784" y="22033"/>
                    <a:pt x="8769" y="21989"/>
                    <a:pt x="8725" y="21916"/>
                  </a:cubicBezTo>
                  <a:cubicBezTo>
                    <a:pt x="8652" y="21784"/>
                    <a:pt x="8550" y="21564"/>
                    <a:pt x="8403" y="21301"/>
                  </a:cubicBezTo>
                  <a:cubicBezTo>
                    <a:pt x="8110" y="20774"/>
                    <a:pt x="7686" y="20013"/>
                    <a:pt x="7174" y="19061"/>
                  </a:cubicBezTo>
                  <a:cubicBezTo>
                    <a:pt x="6149" y="17129"/>
                    <a:pt x="4758" y="14479"/>
                    <a:pt x="3455" y="11449"/>
                  </a:cubicBezTo>
                  <a:cubicBezTo>
                    <a:pt x="2796" y="9926"/>
                    <a:pt x="2255" y="8447"/>
                    <a:pt x="1801" y="7086"/>
                  </a:cubicBezTo>
                  <a:cubicBezTo>
                    <a:pt x="1581" y="6413"/>
                    <a:pt x="1362" y="5768"/>
                    <a:pt x="1186" y="5154"/>
                  </a:cubicBezTo>
                  <a:cubicBezTo>
                    <a:pt x="1098" y="4861"/>
                    <a:pt x="1010" y="4568"/>
                    <a:pt x="937" y="4275"/>
                  </a:cubicBezTo>
                  <a:cubicBezTo>
                    <a:pt x="864" y="3982"/>
                    <a:pt x="805" y="3704"/>
                    <a:pt x="732" y="3441"/>
                  </a:cubicBezTo>
                  <a:cubicBezTo>
                    <a:pt x="586" y="2914"/>
                    <a:pt x="498" y="2445"/>
                    <a:pt x="410" y="2021"/>
                  </a:cubicBezTo>
                  <a:cubicBezTo>
                    <a:pt x="352" y="1816"/>
                    <a:pt x="322" y="1611"/>
                    <a:pt x="278" y="1435"/>
                  </a:cubicBezTo>
                  <a:cubicBezTo>
                    <a:pt x="234" y="1245"/>
                    <a:pt x="205" y="1084"/>
                    <a:pt x="190" y="937"/>
                  </a:cubicBezTo>
                  <a:cubicBezTo>
                    <a:pt x="132" y="630"/>
                    <a:pt x="88" y="410"/>
                    <a:pt x="59" y="249"/>
                  </a:cubicBezTo>
                  <a:cubicBezTo>
                    <a:pt x="44" y="176"/>
                    <a:pt x="15" y="103"/>
                    <a:pt x="15" y="59"/>
                  </a:cubicBezTo>
                  <a:cubicBezTo>
                    <a:pt x="0" y="30"/>
                    <a:pt x="0" y="0"/>
                    <a:pt x="0"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0" name="Google Shape;1906;p58"/>
            <p:cNvSpPr/>
            <p:nvPr/>
          </p:nvSpPr>
          <p:spPr>
            <a:xfrm>
              <a:off x="2452680" y="1660680"/>
              <a:ext cx="477000" cy="1373040"/>
            </a:xfrm>
            <a:custGeom>
              <a:avLst/>
              <a:gdLst>
                <a:gd name="textAreaLeft" fmla="*/ 0 w 477000"/>
                <a:gd name="textAreaRight" fmla="*/ 477360 w 477000"/>
                <a:gd name="textAreaTop" fmla="*/ 0 h 1373040"/>
                <a:gd name="textAreaBottom" fmla="*/ 1373400 h 1373040"/>
              </a:gdLst>
              <a:ahLst/>
              <a:cxnLst/>
              <a:rect l="textAreaLeft" t="textAreaTop" r="textAreaRight" b="textAreaBottom"/>
              <a:pathLst>
                <a:path w="5842" h="16808">
                  <a:moveTo>
                    <a:pt x="3250" y="1"/>
                  </a:moveTo>
                  <a:cubicBezTo>
                    <a:pt x="3250" y="1"/>
                    <a:pt x="1581" y="4773"/>
                    <a:pt x="966" y="7599"/>
                  </a:cubicBezTo>
                  <a:cubicBezTo>
                    <a:pt x="234" y="10863"/>
                    <a:pt x="0" y="15343"/>
                    <a:pt x="0" y="15343"/>
                  </a:cubicBezTo>
                  <a:lnTo>
                    <a:pt x="2518" y="16807"/>
                  </a:lnTo>
                  <a:cubicBezTo>
                    <a:pt x="2518" y="16807"/>
                    <a:pt x="3616" y="9634"/>
                    <a:pt x="3894" y="8638"/>
                  </a:cubicBezTo>
                  <a:cubicBezTo>
                    <a:pt x="4114" y="7833"/>
                    <a:pt x="4773" y="5622"/>
                    <a:pt x="5344" y="3749"/>
                  </a:cubicBezTo>
                  <a:cubicBezTo>
                    <a:pt x="5841" y="2138"/>
                    <a:pt x="4875" y="440"/>
                    <a:pt x="325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1" name="Google Shape;1907;p58"/>
            <p:cNvSpPr/>
            <p:nvPr/>
          </p:nvSpPr>
          <p:spPr>
            <a:xfrm>
              <a:off x="2706120" y="1656720"/>
              <a:ext cx="174600" cy="668880"/>
            </a:xfrm>
            <a:custGeom>
              <a:avLst/>
              <a:gdLst>
                <a:gd name="textAreaLeft" fmla="*/ 0 w 174600"/>
                <a:gd name="textAreaRight" fmla="*/ 174960 w 174600"/>
                <a:gd name="textAreaTop" fmla="*/ 0 h 668880"/>
                <a:gd name="textAreaBottom" fmla="*/ 669240 h 668880"/>
              </a:gdLst>
              <a:ahLst/>
              <a:cxnLst/>
              <a:rect l="textAreaLeft" t="textAreaTop" r="textAreaRight" b="textAreaBottom"/>
              <a:pathLst>
                <a:path w="2139" h="8189">
                  <a:moveTo>
                    <a:pt x="586" y="0"/>
                  </a:moveTo>
                  <a:cubicBezTo>
                    <a:pt x="504" y="0"/>
                    <a:pt x="429" y="8"/>
                    <a:pt x="367" y="20"/>
                  </a:cubicBezTo>
                  <a:cubicBezTo>
                    <a:pt x="132" y="49"/>
                    <a:pt x="1" y="122"/>
                    <a:pt x="1" y="122"/>
                  </a:cubicBezTo>
                  <a:cubicBezTo>
                    <a:pt x="1" y="123"/>
                    <a:pt x="2" y="124"/>
                    <a:pt x="4" y="124"/>
                  </a:cubicBezTo>
                  <a:cubicBezTo>
                    <a:pt x="25" y="124"/>
                    <a:pt x="154" y="62"/>
                    <a:pt x="367" y="49"/>
                  </a:cubicBezTo>
                  <a:cubicBezTo>
                    <a:pt x="405" y="46"/>
                    <a:pt x="447" y="45"/>
                    <a:pt x="493" y="45"/>
                  </a:cubicBezTo>
                  <a:cubicBezTo>
                    <a:pt x="729" y="45"/>
                    <a:pt x="1056" y="87"/>
                    <a:pt x="1362" y="283"/>
                  </a:cubicBezTo>
                  <a:cubicBezTo>
                    <a:pt x="1538" y="400"/>
                    <a:pt x="1728" y="561"/>
                    <a:pt x="1845" y="781"/>
                  </a:cubicBezTo>
                  <a:cubicBezTo>
                    <a:pt x="1977" y="1000"/>
                    <a:pt x="2050" y="1264"/>
                    <a:pt x="2050" y="1557"/>
                  </a:cubicBezTo>
                  <a:cubicBezTo>
                    <a:pt x="2050" y="1850"/>
                    <a:pt x="1992" y="2142"/>
                    <a:pt x="1948" y="2450"/>
                  </a:cubicBezTo>
                  <a:cubicBezTo>
                    <a:pt x="1889" y="2757"/>
                    <a:pt x="1831" y="3094"/>
                    <a:pt x="1757" y="3416"/>
                  </a:cubicBezTo>
                  <a:cubicBezTo>
                    <a:pt x="1523" y="4734"/>
                    <a:pt x="1289" y="5919"/>
                    <a:pt x="1113" y="6798"/>
                  </a:cubicBezTo>
                  <a:cubicBezTo>
                    <a:pt x="1040" y="7222"/>
                    <a:pt x="996" y="7574"/>
                    <a:pt x="938" y="7822"/>
                  </a:cubicBezTo>
                  <a:cubicBezTo>
                    <a:pt x="908" y="7940"/>
                    <a:pt x="908" y="8027"/>
                    <a:pt x="879" y="8101"/>
                  </a:cubicBezTo>
                  <a:cubicBezTo>
                    <a:pt x="864" y="8159"/>
                    <a:pt x="864" y="8188"/>
                    <a:pt x="864" y="8188"/>
                  </a:cubicBezTo>
                  <a:cubicBezTo>
                    <a:pt x="864" y="8188"/>
                    <a:pt x="864" y="8174"/>
                    <a:pt x="894" y="8115"/>
                  </a:cubicBezTo>
                  <a:cubicBezTo>
                    <a:pt x="894" y="8042"/>
                    <a:pt x="938" y="7954"/>
                    <a:pt x="952" y="7852"/>
                  </a:cubicBezTo>
                  <a:cubicBezTo>
                    <a:pt x="1011" y="7588"/>
                    <a:pt x="1084" y="7237"/>
                    <a:pt x="1172" y="6827"/>
                  </a:cubicBezTo>
                  <a:cubicBezTo>
                    <a:pt x="1362" y="5949"/>
                    <a:pt x="1596" y="4748"/>
                    <a:pt x="1845" y="3431"/>
                  </a:cubicBezTo>
                  <a:cubicBezTo>
                    <a:pt x="1904" y="3109"/>
                    <a:pt x="1977" y="2772"/>
                    <a:pt x="2036" y="2464"/>
                  </a:cubicBezTo>
                  <a:cubicBezTo>
                    <a:pt x="2094" y="2157"/>
                    <a:pt x="2138" y="1850"/>
                    <a:pt x="2138" y="1557"/>
                  </a:cubicBezTo>
                  <a:cubicBezTo>
                    <a:pt x="2138" y="1264"/>
                    <a:pt x="2065" y="971"/>
                    <a:pt x="1918" y="752"/>
                  </a:cubicBezTo>
                  <a:cubicBezTo>
                    <a:pt x="1772" y="503"/>
                    <a:pt x="1596" y="342"/>
                    <a:pt x="1391" y="239"/>
                  </a:cubicBezTo>
                  <a:cubicBezTo>
                    <a:pt x="1102" y="57"/>
                    <a:pt x="812" y="0"/>
                    <a:pt x="586"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2" name="Google Shape;1908;p58"/>
            <p:cNvSpPr/>
            <p:nvPr/>
          </p:nvSpPr>
          <p:spPr>
            <a:xfrm>
              <a:off x="2860560" y="2370240"/>
              <a:ext cx="191160" cy="8280"/>
            </a:xfrm>
            <a:custGeom>
              <a:avLst/>
              <a:gdLst>
                <a:gd name="textAreaLeft" fmla="*/ 0 w 191160"/>
                <a:gd name="textAreaRight" fmla="*/ 191520 w 191160"/>
                <a:gd name="textAreaTop" fmla="*/ 0 h 8280"/>
                <a:gd name="textAreaBottom" fmla="*/ 8640 h 8280"/>
              </a:gdLst>
              <a:ahLst/>
              <a:cxnLst/>
              <a:rect l="textAreaLeft" t="textAreaTop" r="textAreaRight" b="textAreaBottom"/>
              <a:pathLst>
                <a:path w="2343" h="107">
                  <a:moveTo>
                    <a:pt x="1731" y="0"/>
                  </a:moveTo>
                  <a:cubicBezTo>
                    <a:pt x="1566" y="0"/>
                    <a:pt x="1376" y="4"/>
                    <a:pt x="1171" y="13"/>
                  </a:cubicBezTo>
                  <a:cubicBezTo>
                    <a:pt x="527" y="27"/>
                    <a:pt x="0" y="71"/>
                    <a:pt x="0" y="86"/>
                  </a:cubicBezTo>
                  <a:cubicBezTo>
                    <a:pt x="0" y="96"/>
                    <a:pt x="264" y="107"/>
                    <a:pt x="646" y="107"/>
                  </a:cubicBezTo>
                  <a:cubicBezTo>
                    <a:pt x="804" y="107"/>
                    <a:pt x="983" y="105"/>
                    <a:pt x="1171" y="101"/>
                  </a:cubicBezTo>
                  <a:cubicBezTo>
                    <a:pt x="1815" y="86"/>
                    <a:pt x="2342" y="42"/>
                    <a:pt x="2342" y="27"/>
                  </a:cubicBezTo>
                  <a:cubicBezTo>
                    <a:pt x="2342" y="17"/>
                    <a:pt x="2099" y="0"/>
                    <a:pt x="1731"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3" name="Google Shape;1909;p58"/>
            <p:cNvSpPr/>
            <p:nvPr/>
          </p:nvSpPr>
          <p:spPr>
            <a:xfrm>
              <a:off x="3464640" y="2019600"/>
              <a:ext cx="51120" cy="165960"/>
            </a:xfrm>
            <a:custGeom>
              <a:avLst/>
              <a:gdLst>
                <a:gd name="textAreaLeft" fmla="*/ 0 w 51120"/>
                <a:gd name="textAreaRight" fmla="*/ 51480 w 51120"/>
                <a:gd name="textAreaTop" fmla="*/ 0 h 165960"/>
                <a:gd name="textAreaBottom" fmla="*/ 166320 h 165960"/>
              </a:gdLst>
              <a:ahLst/>
              <a:cxnLst/>
              <a:rect l="textAreaLeft" t="textAreaTop" r="textAreaRight" b="textAreaBottom"/>
              <a:pathLst>
                <a:path w="630" h="2036">
                  <a:moveTo>
                    <a:pt x="600" y="1"/>
                  </a:moveTo>
                  <a:cubicBezTo>
                    <a:pt x="586" y="1"/>
                    <a:pt x="293" y="381"/>
                    <a:pt x="146" y="967"/>
                  </a:cubicBezTo>
                  <a:cubicBezTo>
                    <a:pt x="0" y="1553"/>
                    <a:pt x="73" y="2036"/>
                    <a:pt x="88" y="2036"/>
                  </a:cubicBezTo>
                  <a:cubicBezTo>
                    <a:pt x="132" y="2036"/>
                    <a:pt x="117" y="1553"/>
                    <a:pt x="234" y="996"/>
                  </a:cubicBezTo>
                  <a:cubicBezTo>
                    <a:pt x="381" y="425"/>
                    <a:pt x="630" y="15"/>
                    <a:pt x="600"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83160" bIns="83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4" name="Google Shape;1910;p58"/>
            <p:cNvSpPr/>
            <p:nvPr/>
          </p:nvSpPr>
          <p:spPr>
            <a:xfrm>
              <a:off x="2842560" y="1038240"/>
              <a:ext cx="312120" cy="176760"/>
            </a:xfrm>
            <a:custGeom>
              <a:avLst/>
              <a:gdLst>
                <a:gd name="textAreaLeft" fmla="*/ 0 w 312120"/>
                <a:gd name="textAreaRight" fmla="*/ 312480 w 312120"/>
                <a:gd name="textAreaTop" fmla="*/ 0 h 176760"/>
                <a:gd name="textAreaBottom" fmla="*/ 177120 h 176760"/>
              </a:gdLst>
              <a:ahLst/>
              <a:cxnLst/>
              <a:rect l="textAreaLeft" t="textAreaTop" r="textAreaRight" b="textAreaBottom"/>
              <a:pathLst>
                <a:path w="3822" h="2168">
                  <a:moveTo>
                    <a:pt x="2367" y="0"/>
                  </a:moveTo>
                  <a:cubicBezTo>
                    <a:pt x="1721" y="0"/>
                    <a:pt x="1072" y="72"/>
                    <a:pt x="440" y="227"/>
                  </a:cubicBezTo>
                  <a:cubicBezTo>
                    <a:pt x="308" y="256"/>
                    <a:pt x="206" y="285"/>
                    <a:pt x="103" y="373"/>
                  </a:cubicBezTo>
                  <a:cubicBezTo>
                    <a:pt x="16" y="460"/>
                    <a:pt x="1" y="604"/>
                    <a:pt x="85" y="692"/>
                  </a:cubicBezTo>
                  <a:lnTo>
                    <a:pt x="85" y="692"/>
                  </a:lnTo>
                  <a:cubicBezTo>
                    <a:pt x="169" y="965"/>
                    <a:pt x="393" y="1172"/>
                    <a:pt x="630" y="1340"/>
                  </a:cubicBezTo>
                  <a:cubicBezTo>
                    <a:pt x="747" y="1457"/>
                    <a:pt x="879" y="1544"/>
                    <a:pt x="1040" y="1588"/>
                  </a:cubicBezTo>
                  <a:cubicBezTo>
                    <a:pt x="1084" y="1596"/>
                    <a:pt x="1130" y="1601"/>
                    <a:pt x="1176" y="1601"/>
                  </a:cubicBezTo>
                  <a:cubicBezTo>
                    <a:pt x="1299" y="1601"/>
                    <a:pt x="1423" y="1567"/>
                    <a:pt x="1508" y="1471"/>
                  </a:cubicBezTo>
                  <a:cubicBezTo>
                    <a:pt x="1584" y="1385"/>
                    <a:pt x="1604" y="1250"/>
                    <a:pt x="1556" y="1144"/>
                  </a:cubicBezTo>
                  <a:lnTo>
                    <a:pt x="1556" y="1144"/>
                  </a:lnTo>
                  <a:cubicBezTo>
                    <a:pt x="1765" y="1397"/>
                    <a:pt x="2031" y="1619"/>
                    <a:pt x="2343" y="1749"/>
                  </a:cubicBezTo>
                  <a:cubicBezTo>
                    <a:pt x="2436" y="1796"/>
                    <a:pt x="2534" y="1824"/>
                    <a:pt x="2631" y="1824"/>
                  </a:cubicBezTo>
                  <a:cubicBezTo>
                    <a:pt x="2687" y="1824"/>
                    <a:pt x="2743" y="1815"/>
                    <a:pt x="2797" y="1793"/>
                  </a:cubicBezTo>
                  <a:cubicBezTo>
                    <a:pt x="2897" y="1763"/>
                    <a:pt x="2983" y="1658"/>
                    <a:pt x="2990" y="1553"/>
                  </a:cubicBezTo>
                  <a:lnTo>
                    <a:pt x="2990" y="1553"/>
                  </a:lnTo>
                  <a:cubicBezTo>
                    <a:pt x="3072" y="1755"/>
                    <a:pt x="3200" y="1928"/>
                    <a:pt x="3368" y="2071"/>
                  </a:cubicBezTo>
                  <a:cubicBezTo>
                    <a:pt x="3415" y="2119"/>
                    <a:pt x="3483" y="2167"/>
                    <a:pt x="3546" y="2167"/>
                  </a:cubicBezTo>
                  <a:cubicBezTo>
                    <a:pt x="3560" y="2167"/>
                    <a:pt x="3574" y="2165"/>
                    <a:pt x="3587" y="2159"/>
                  </a:cubicBezTo>
                  <a:cubicBezTo>
                    <a:pt x="3704" y="2145"/>
                    <a:pt x="3734" y="1984"/>
                    <a:pt x="3748" y="1867"/>
                  </a:cubicBezTo>
                  <a:lnTo>
                    <a:pt x="3807" y="944"/>
                  </a:lnTo>
                  <a:cubicBezTo>
                    <a:pt x="3821" y="725"/>
                    <a:pt x="3821" y="505"/>
                    <a:pt x="3690" y="315"/>
                  </a:cubicBezTo>
                  <a:cubicBezTo>
                    <a:pt x="3543" y="95"/>
                    <a:pt x="3236" y="37"/>
                    <a:pt x="2987" y="22"/>
                  </a:cubicBezTo>
                  <a:cubicBezTo>
                    <a:pt x="2781" y="8"/>
                    <a:pt x="2574" y="0"/>
                    <a:pt x="236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88560" bIns="88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5" name="Google Shape;1911;p58"/>
            <p:cNvSpPr/>
            <p:nvPr/>
          </p:nvSpPr>
          <p:spPr>
            <a:xfrm rot="19645200">
              <a:off x="3826800" y="1252080"/>
              <a:ext cx="203040" cy="203040"/>
            </a:xfrm>
            <a:custGeom>
              <a:avLst/>
              <a:gdLst>
                <a:gd name="textAreaLeft" fmla="*/ 0 w 203040"/>
                <a:gd name="textAreaRight" fmla="*/ 203400 w 203040"/>
                <a:gd name="textAreaTop" fmla="*/ 0 h 203040"/>
                <a:gd name="textAreaBottom" fmla="*/ 203400 h 203040"/>
              </a:gdLst>
              <a:ahLst/>
              <a:cxnLst/>
              <a:rect l="textAreaLeft" t="textAreaTop" r="textAreaRight" b="textAreaBottom"/>
              <a:pathLst>
                <a:path w="2489" h="2490">
                  <a:moveTo>
                    <a:pt x="1271" y="1"/>
                  </a:moveTo>
                  <a:cubicBezTo>
                    <a:pt x="1262" y="1"/>
                    <a:pt x="1253" y="1"/>
                    <a:pt x="1244" y="1"/>
                  </a:cubicBezTo>
                  <a:cubicBezTo>
                    <a:pt x="571" y="1"/>
                    <a:pt x="0" y="572"/>
                    <a:pt x="0" y="1246"/>
                  </a:cubicBezTo>
                  <a:cubicBezTo>
                    <a:pt x="0" y="1919"/>
                    <a:pt x="556" y="2490"/>
                    <a:pt x="1244" y="2490"/>
                  </a:cubicBezTo>
                  <a:cubicBezTo>
                    <a:pt x="1933" y="2490"/>
                    <a:pt x="2489" y="1948"/>
                    <a:pt x="2489" y="1246"/>
                  </a:cubicBezTo>
                  <a:cubicBezTo>
                    <a:pt x="2489" y="552"/>
                    <a:pt x="1947" y="1"/>
                    <a:pt x="1271" y="1"/>
                  </a:cubicBezTo>
                  <a:close/>
                </a:path>
              </a:pathLst>
            </a:custGeom>
            <a:solidFill>
              <a:schemeClr val="lt2"/>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6" name="Google Shape;1912;p58"/>
            <p:cNvSpPr/>
            <p:nvPr/>
          </p:nvSpPr>
          <p:spPr>
            <a:xfrm rot="19645200">
              <a:off x="3936240" y="1299960"/>
              <a:ext cx="118080" cy="119880"/>
            </a:xfrm>
            <a:custGeom>
              <a:avLst/>
              <a:gdLst>
                <a:gd name="textAreaLeft" fmla="*/ 0 w 118080"/>
                <a:gd name="textAreaRight" fmla="*/ 118440 w 118080"/>
                <a:gd name="textAreaTop" fmla="*/ 0 h 119880"/>
                <a:gd name="textAreaBottom" fmla="*/ 120240 h 119880"/>
              </a:gdLst>
              <a:ahLst/>
              <a:cxnLst/>
              <a:rect l="textAreaLeft" t="textAreaTop" r="textAreaRight" b="textAreaBottom"/>
              <a:pathLst>
                <a:path w="1450" h="1472">
                  <a:moveTo>
                    <a:pt x="1343" y="1"/>
                  </a:moveTo>
                  <a:cubicBezTo>
                    <a:pt x="1099" y="1"/>
                    <a:pt x="0" y="140"/>
                    <a:pt x="0" y="140"/>
                  </a:cubicBezTo>
                  <a:lnTo>
                    <a:pt x="586" y="1472"/>
                  </a:lnTo>
                  <a:cubicBezTo>
                    <a:pt x="586" y="1472"/>
                    <a:pt x="1450" y="1267"/>
                    <a:pt x="1391" y="8"/>
                  </a:cubicBezTo>
                  <a:cubicBezTo>
                    <a:pt x="1391" y="3"/>
                    <a:pt x="1374" y="1"/>
                    <a:pt x="1343" y="1"/>
                  </a:cubicBezTo>
                  <a:close/>
                </a:path>
              </a:pathLst>
            </a:custGeom>
            <a:solidFill>
              <a:schemeClr val="lt2"/>
            </a:solidFill>
            <a:ln w="9525">
              <a:solidFill>
                <a:srgbClr val="FFFFFF"/>
              </a:solidFill>
              <a:round/>
            </a:ln>
          </p:spPr>
          <p:style>
            <a:lnRef idx="0">
              <a:scrgbClr r="0" g="0" b="0"/>
            </a:lnRef>
            <a:fillRef idx="0">
              <a:scrgbClr r="0" g="0" b="0"/>
            </a:fillRef>
            <a:effectRef idx="0">
              <a:scrgbClr r="0" g="0" b="0"/>
            </a:effectRef>
            <a:fontRef idx="minor"/>
          </p:style>
          <p:txBody>
            <a:bodyPr tIns="60120" bIns="60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pic>
        <p:nvPicPr>
          <p:cNvPr id="3" name="Picture 2">
            <a:extLst>
              <a:ext uri="{FF2B5EF4-FFF2-40B4-BE49-F238E27FC236}">
                <a16:creationId xmlns:a16="http://schemas.microsoft.com/office/drawing/2014/main" id="{FDE557BB-4F1D-AB5C-E561-E81F990AE5B5}"/>
              </a:ext>
            </a:extLst>
          </p:cNvPr>
          <p:cNvPicPr>
            <a:picLocks noChangeAspect="1"/>
          </p:cNvPicPr>
          <p:nvPr/>
        </p:nvPicPr>
        <p:blipFill>
          <a:blip r:embed="rId2"/>
          <a:stretch>
            <a:fillRect/>
          </a:stretch>
        </p:blipFill>
        <p:spPr>
          <a:xfrm>
            <a:off x="3434794" y="650396"/>
            <a:ext cx="5749245" cy="3832830"/>
          </a:xfrm>
          <a:prstGeom prst="rect">
            <a:avLst/>
          </a:prstGeom>
        </p:spPr>
      </p:pic>
    </p:spTree>
  </p:cSld>
  <p:clrMapOvr>
    <a:masterClrMapping/>
  </p:clrMapOvr>
</p:sld>
</file>

<file path=ppt/theme/theme1.xml><?xml version="1.0" encoding="utf-8"?>
<a:theme xmlns:a="http://schemas.openxmlformats.org/drawingml/2006/main" name="Monthly Strategy Review Meeting by Slidesgo">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180</TotalTime>
  <Words>602</Words>
  <Application>Microsoft Office PowerPoint</Application>
  <PresentationFormat>On-screen Show (16:9)</PresentationFormat>
  <Paragraphs>50</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Archivo Black</vt:lpstr>
      <vt:lpstr>Arial</vt:lpstr>
      <vt:lpstr>Calibri</vt:lpstr>
      <vt:lpstr>Karla</vt:lpstr>
      <vt:lpstr>OpenSymbol</vt:lpstr>
      <vt:lpstr>Paytone One</vt:lpstr>
      <vt:lpstr>Symbol</vt:lpstr>
      <vt:lpstr>Wingdings</vt:lpstr>
      <vt:lpstr>Monthly Strategy Review Meeting by Slidesgo</vt:lpstr>
      <vt:lpstr>Insights</vt:lpstr>
      <vt:lpstr>Introduction</vt:lpstr>
      <vt:lpstr>Objective:  Grow subscription base through actionable, data-driven insights  Data: • User Profiles (demographics) • Viewership Transactions (SA time)  Agenda: User &amp; usage trends Consumption drivers  Recommendations:  content strategy + growth initiatives  Key Message: Strong core audience — clear opportunities to increase consumption and acquisition this quarter</vt:lpstr>
      <vt:lpstr>PowerPoint Presentation</vt:lpstr>
      <vt:lpstr>User demographics &amp; segments</vt:lpstr>
      <vt:lpstr>Viewership Analytics </vt:lpstr>
      <vt:lpstr>PowerPoint Presentation</vt:lpstr>
      <vt:lpstr>PowerPoint Presentation</vt:lpstr>
      <vt:lpstr>PowerPoint Presentation</vt:lpstr>
      <vt:lpstr>The "Tactical Tuesday" Campaign</vt:lpstr>
      <vt:lpstr>PowerPoint Presentation</vt:lpstr>
      <vt:lpstr>Use Top Content to Lift Off-Peak Hours</vt:lpstr>
      <vt:lpstr>PowerPoint Presentation</vt:lpstr>
      <vt:lpstr>Conclusions</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Lungile Chirwa</cp:lastModifiedBy>
  <cp:revision>2</cp:revision>
  <dcterms:modified xsi:type="dcterms:W3CDTF">2026-04-13T16:01:34Z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2026-04-05T08:58:11Z</dcterms:created>
  <dc:creator>Unknown Creator</dc:creator>
  <dc:description/>
  <dc:language>en-US</dc:language>
  <cp:lastModifiedBy>Unknown Creator</cp:lastModifiedBy>
  <dcterms:modified xsi:type="dcterms:W3CDTF">2026-04-05T08:58:11Z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